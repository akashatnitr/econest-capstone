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6"/>
    <p:sldMasterId id="214748369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Dela Gothic One"/>
      <p:regular r:id="rId44"/>
    </p:embeddedFont>
    <p:embeddedFont>
      <p:font typeface="Sora"/>
      <p:regular r:id="rId45"/>
      <p:bold r:id="rId46"/>
    </p:embeddedFont>
    <p:embeddedFont>
      <p:font typeface="Barlow"/>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utton Elliott"/>
  <p:cmAuthor clrIdx="1" id="1" initials="" lastIdx="9" name="Shiv Ranchhod"/>
  <p:cmAuthor clrIdx="2" id="2" initials="" lastIdx="1" name="Tyler Rottermon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E501FA-AE76-4B14-8354-A7A769DBECB2}">
  <a:tblStyle styleId="{F1E501FA-AE76-4B14-8354-A7A769DBECB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1689E94-23D0-417B-A6A4-85F06A744C0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DelaGothicOne-regular.fntdata"/><Relationship Id="rId43" Type="http://schemas.openxmlformats.org/officeDocument/2006/relationships/slide" Target="slides/slide35.xml"/><Relationship Id="rId46" Type="http://schemas.openxmlformats.org/officeDocument/2006/relationships/font" Target="fonts/Sora-bold.fntdata"/><Relationship Id="rId45" Type="http://schemas.openxmlformats.org/officeDocument/2006/relationships/font" Target="fonts/Sor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Barlow-bold.fntdata"/><Relationship Id="rId47" Type="http://schemas.openxmlformats.org/officeDocument/2006/relationships/font" Target="fonts/Barlow-regular.fntdata"/><Relationship Id="rId49" Type="http://schemas.openxmlformats.org/officeDocument/2006/relationships/font" Target="fonts/Barlow-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OpenSans-regular.fntdata"/><Relationship Id="rId50" Type="http://schemas.openxmlformats.org/officeDocument/2006/relationships/font" Target="fonts/Barlow-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3.xml"/><Relationship Id="rId10" Type="http://schemas.openxmlformats.org/officeDocument/2006/relationships/slide" Target="slides/slide2.xml"/><Relationship Id="rId54" Type="http://schemas.openxmlformats.org/officeDocument/2006/relationships/font" Target="fonts/OpenSans-boldItalic.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3T00:29:38.268">
    <p:pos x="6000" y="0"/>
    <p:text>Sutton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23T00:15:18.916">
    <p:pos x="6000" y="0"/>
    <p:text>Sutton</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3T00:15:27.598">
    <p:pos x="6000" y="0"/>
    <p:text>Sutton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3-18T04:51:50.538">
    <p:pos x="6000" y="0"/>
    <p:text>Need to mention how the devices communicate with HA such as protocols.</p:text>
  </p:cm>
  <p:cm authorId="1" idx="2" dt="2026-03-18T04:51:50.538">
    <p:pos x="6000" y="0"/>
    <p:text>Not sure if we want that on this or the prev slide</p:text>
  </p:cm>
  <p:cm authorId="1" idx="3" dt="2026-03-22T02:22:17.001">
    <p:pos x="6000" y="100"/>
    <p:text>Tyler</p:text>
  </p:cm>
  <p:cm authorId="1" idx="4" dt="2026-03-22T02:22:17.001">
    <p:pos x="6000" y="100"/>
    <p:text>He'll do sunday morning</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6-03-22T23:20:39.286">
    <p:pos x="6000" y="0"/>
    <p:text>Unsure what to put on this slide that is not covered in design validation (Slides 34/35)</p:text>
  </p:cm>
  <p:cm authorId="1" idx="5" dt="2026-03-23T14:02:28.588">
    <p:pos x="6000" y="100"/>
    <p:text>Tyler</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6-03-23T14:02:33.913">
    <p:pos x="6000" y="0"/>
    <p:text>Tyler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7" dt="2026-03-18T04:51:59.008">
    <p:pos x="6000" y="0"/>
    <p:text>Evan</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8" dt="2026-03-23T14:02:02.515">
    <p:pos x="6000" y="0"/>
    <p:text>Tyler</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9" dt="2026-03-23T14:02:08.352">
    <p:pos x="6000" y="0"/>
    <p:text>Tyler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cf13c7e7cf_4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3cf13c7e7cf_4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c5b277f46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3c5b277f46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3c5b277f4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3c5b277f4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3c5b277f46b_0_1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6" name="Google Shape;1676;g3c5b277f46b_0_1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3c5b277f46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3c5b277f46b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3c5b277f46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6" name="Google Shape;1776;g3c5b277f46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6" name="Shape 1846"/>
        <p:cNvGrpSpPr/>
        <p:nvPr/>
      </p:nvGrpSpPr>
      <p:grpSpPr>
        <a:xfrm>
          <a:off x="0" y="0"/>
          <a:ext cx="0" cy="0"/>
          <a:chOff x="0" y="0"/>
          <a:chExt cx="0" cy="0"/>
        </a:xfrm>
      </p:grpSpPr>
      <p:sp>
        <p:nvSpPr>
          <p:cNvPr id="1847" name="Google Shape;1847;g3c5b277f46b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8" name="Google Shape;1848;g3c5b277f46b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3d038e2be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3d038e2be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g3d77f53d933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7" name="Google Shape;1937;g3d77f53d933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g3d14bbdeaa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6" name="Google Shape;1956;g3d14bbdeaa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g3d77dde94a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9" name="Google Shape;1979;g3d77dde94a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g3d77f53d933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7" name="Google Shape;1997;g3d77f53d933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3d14bbdeaa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3d14bbdeaa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d1ac6758a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5" name="Google Shape;2035;g3d1ac6758a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g3d77f53d933_3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4" name="Google Shape;2054;g3d77f53d933_3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0" name="Shape 2070"/>
        <p:cNvGrpSpPr/>
        <p:nvPr/>
      </p:nvGrpSpPr>
      <p:grpSpPr>
        <a:xfrm>
          <a:off x="0" y="0"/>
          <a:ext cx="0" cy="0"/>
          <a:chOff x="0" y="0"/>
          <a:chExt cx="0" cy="0"/>
        </a:xfrm>
      </p:grpSpPr>
      <p:sp>
        <p:nvSpPr>
          <p:cNvPr id="2071" name="Google Shape;2071;g3d14bbdeaa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2" name="Google Shape;2072;g3d14bbdeaa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3d14bbdeaa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9" name="Google Shape;2079;g3d14bbdeaa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4" name="Shape 2094"/>
        <p:cNvGrpSpPr/>
        <p:nvPr/>
      </p:nvGrpSpPr>
      <p:grpSpPr>
        <a:xfrm>
          <a:off x="0" y="0"/>
          <a:ext cx="0" cy="0"/>
          <a:chOff x="0" y="0"/>
          <a:chExt cx="0" cy="0"/>
        </a:xfrm>
      </p:grpSpPr>
      <p:sp>
        <p:nvSpPr>
          <p:cNvPr id="2095" name="Google Shape;2095;g3d14bbdeaa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6" name="Google Shape;2096;g3d14bbdeaa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d14bbdeaa1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4" name="Google Shape;2114;g3d14bbdeaa1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3d77f53d933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1" name="Google Shape;2131;g3d77f53d933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3d14bbdeaa1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9" name="Google Shape;2149;g3d14bbdeaa1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g3da23cbb34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7" name="Google Shape;2167;g3da23cbb34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g3da23cbb34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3" name="Google Shape;2173;g3da23cbb34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g3d77f53d933_3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9" name="Google Shape;2179;g3d77f53d933_3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3d0202b48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3d0202b48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3d77f53d933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3" name="Google Shape;2223;g3d77f53d933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g3d77f53d933_3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1" name="Google Shape;2241;g3d77f53d933_3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g3d77f53d933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9" name="Google Shape;2259;g3d77f53d933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g3d77f53d933_5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7" name="Google Shape;2277;g3d77f53d933_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3c5b277f46b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3c5b277f46b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g3c5b277f46b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6" name="Google Shape;2306;g3c5b277f46b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d0368a3e9a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4" name="Google Shape;2324;g3d0368a3e9a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g3c5b277f46b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2" name="Google Shape;2342;g3c5b277f46b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g3c5b277f46b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9" name="Google Shape;2379;g3c5b277f46b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3c5b277f46b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7" name="Google Shape;2417;g3c5b277f46b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0" name="Shape 50"/>
        <p:cNvGrpSpPr/>
        <p:nvPr/>
      </p:nvGrpSpPr>
      <p:grpSpPr>
        <a:xfrm>
          <a:off x="0" y="0"/>
          <a:ext cx="0" cy="0"/>
          <a:chOff x="0" y="0"/>
          <a:chExt cx="0" cy="0"/>
        </a:xfrm>
      </p:grpSpPr>
      <p:sp>
        <p:nvSpPr>
          <p:cNvPr id="51" name="Google Shape;51;p13"/>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sz="2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hasCustomPrompt="1" idx="2" type="title"/>
          </p:nvPr>
        </p:nvSpPr>
        <p:spPr>
          <a:xfrm>
            <a:off x="1410525" y="1366138"/>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3" name="Google Shape;53;p13"/>
          <p:cNvSpPr txBox="1"/>
          <p:nvPr>
            <p:ph hasCustomPrompt="1" idx="3" type="title"/>
          </p:nvPr>
        </p:nvSpPr>
        <p:spPr>
          <a:xfrm>
            <a:off x="1430775" y="2659463"/>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p:nvPr>
            <p:ph hasCustomPrompt="1" idx="4" type="title"/>
          </p:nvPr>
        </p:nvSpPr>
        <p:spPr>
          <a:xfrm>
            <a:off x="3768872" y="1366138"/>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p:nvPr>
            <p:ph hasCustomPrompt="1" idx="5" type="title"/>
          </p:nvPr>
        </p:nvSpPr>
        <p:spPr>
          <a:xfrm>
            <a:off x="3789122" y="2659463"/>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hasCustomPrompt="1" idx="6" type="title"/>
          </p:nvPr>
        </p:nvSpPr>
        <p:spPr>
          <a:xfrm>
            <a:off x="6127220" y="1366138"/>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p:nvPr>
            <p:ph hasCustomPrompt="1" idx="7" type="title"/>
          </p:nvPr>
        </p:nvSpPr>
        <p:spPr>
          <a:xfrm>
            <a:off x="6147470" y="2659463"/>
            <a:ext cx="717600" cy="447600"/>
          </a:xfrm>
          <a:prstGeom prst="rect">
            <a:avLst/>
          </a:prstGeom>
          <a:noFill/>
        </p:spPr>
        <p:txBody>
          <a:bodyPr anchorCtr="0" anchor="b" bIns="91425" lIns="91425" spcFirstLastPara="1" rIns="91425" wrap="square" tIns="91425">
            <a:norm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p:nvPr>
            <p:ph idx="1" type="subTitle"/>
          </p:nvPr>
        </p:nvSpPr>
        <p:spPr>
          <a:xfrm>
            <a:off x="1410525" y="1813749"/>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9" name="Google Shape;59;p13"/>
          <p:cNvSpPr txBox="1"/>
          <p:nvPr>
            <p:ph idx="8" type="subTitle"/>
          </p:nvPr>
        </p:nvSpPr>
        <p:spPr>
          <a:xfrm>
            <a:off x="3768872" y="1813749"/>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60" name="Google Shape;60;p13"/>
          <p:cNvSpPr txBox="1"/>
          <p:nvPr>
            <p:ph idx="9" type="subTitle"/>
          </p:nvPr>
        </p:nvSpPr>
        <p:spPr>
          <a:xfrm>
            <a:off x="6127220" y="1813749"/>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61" name="Google Shape;61;p13"/>
          <p:cNvSpPr txBox="1"/>
          <p:nvPr>
            <p:ph idx="13" type="subTitle"/>
          </p:nvPr>
        </p:nvSpPr>
        <p:spPr>
          <a:xfrm>
            <a:off x="1430775" y="3107074"/>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62" name="Google Shape;62;p13"/>
          <p:cNvSpPr txBox="1"/>
          <p:nvPr>
            <p:ph idx="14" type="subTitle"/>
          </p:nvPr>
        </p:nvSpPr>
        <p:spPr>
          <a:xfrm>
            <a:off x="3789122" y="3107074"/>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63" name="Google Shape;63;p13"/>
          <p:cNvSpPr txBox="1"/>
          <p:nvPr>
            <p:ph idx="15" type="subTitle"/>
          </p:nvPr>
        </p:nvSpPr>
        <p:spPr>
          <a:xfrm>
            <a:off x="6147470" y="3107074"/>
            <a:ext cx="2014200" cy="750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64" name="Google Shape;64;p13"/>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65" name="Google Shape;65;p13"/>
          <p:cNvGrpSpPr/>
          <p:nvPr/>
        </p:nvGrpSpPr>
        <p:grpSpPr>
          <a:xfrm flipH="1">
            <a:off x="693200" y="4402900"/>
            <a:ext cx="1544638" cy="528638"/>
            <a:chOff x="5728088" y="2646488"/>
            <a:chExt cx="1544638" cy="528638"/>
          </a:xfrm>
        </p:grpSpPr>
        <p:sp>
          <p:nvSpPr>
            <p:cNvPr id="66" name="Google Shape;66;p13"/>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7" name="Google Shape;67;p13"/>
            <p:cNvGrpSpPr/>
            <p:nvPr/>
          </p:nvGrpSpPr>
          <p:grpSpPr>
            <a:xfrm>
              <a:off x="5857513" y="2784594"/>
              <a:ext cx="1285800" cy="204775"/>
              <a:chOff x="5848350" y="2788450"/>
              <a:chExt cx="1285800" cy="204775"/>
            </a:xfrm>
          </p:grpSpPr>
          <p:cxnSp>
            <p:nvCxnSpPr>
              <p:cNvPr id="68" name="Google Shape;68;p13"/>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9" name="Google Shape;69;p13"/>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0" name="Google Shape;70;p13"/>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71" name="Google Shape;71;p13"/>
          <p:cNvGrpSpPr/>
          <p:nvPr/>
        </p:nvGrpSpPr>
        <p:grpSpPr>
          <a:xfrm>
            <a:off x="-338687" y="2735663"/>
            <a:ext cx="879475" cy="1439864"/>
            <a:chOff x="-338687" y="2625063"/>
            <a:chExt cx="879475" cy="1439864"/>
          </a:xfrm>
        </p:grpSpPr>
        <p:sp>
          <p:nvSpPr>
            <p:cNvPr id="72" name="Google Shape;72;p13"/>
            <p:cNvSpPr/>
            <p:nvPr/>
          </p:nvSpPr>
          <p:spPr>
            <a:xfrm>
              <a:off x="-338687" y="262506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73" name="Google Shape;73;p13"/>
            <p:cNvGrpSpPr/>
            <p:nvPr/>
          </p:nvGrpSpPr>
          <p:grpSpPr>
            <a:xfrm flipH="1">
              <a:off x="-203750" y="2784863"/>
              <a:ext cx="609600" cy="1117540"/>
              <a:chOff x="7453338" y="715125"/>
              <a:chExt cx="609600" cy="1117540"/>
            </a:xfrm>
          </p:grpSpPr>
          <p:cxnSp>
            <p:nvCxnSpPr>
              <p:cNvPr id="74" name="Google Shape;74;p13"/>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13"/>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13"/>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77" name="Google Shape;77;p13"/>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78" name="Google Shape;78;p13"/>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13"/>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0" name="Google Shape;80;p13"/>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1" name="Google Shape;81;p13"/>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2" name="Google Shape;82;p13"/>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3" name="Google Shape;83;p13"/>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4" name="Google Shape;84;p13"/>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85" name="Google Shape;85;p13"/>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86" name="Google Shape;86;p13"/>
          <p:cNvGrpSpPr/>
          <p:nvPr/>
        </p:nvGrpSpPr>
        <p:grpSpPr>
          <a:xfrm>
            <a:off x="-403362" y="4931551"/>
            <a:ext cx="877888" cy="469900"/>
            <a:chOff x="2079875" y="3121151"/>
            <a:chExt cx="877888" cy="469900"/>
          </a:xfrm>
        </p:grpSpPr>
        <p:sp>
          <p:nvSpPr>
            <p:cNvPr id="87" name="Google Shape;87;p13"/>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8" name="Google Shape;88;p13"/>
            <p:cNvGrpSpPr/>
            <p:nvPr/>
          </p:nvGrpSpPr>
          <p:grpSpPr>
            <a:xfrm>
              <a:off x="2181689" y="3241906"/>
              <a:ext cx="674400" cy="203189"/>
              <a:chOff x="2181677" y="2165344"/>
              <a:chExt cx="674400" cy="203189"/>
            </a:xfrm>
          </p:grpSpPr>
          <p:cxnSp>
            <p:nvCxnSpPr>
              <p:cNvPr id="89" name="Google Shape;89;p13"/>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0" name="Google Shape;90;p13"/>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1" name="Google Shape;91;p13"/>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92" name="Google Shape;92;p13"/>
          <p:cNvGrpSpPr/>
          <p:nvPr/>
        </p:nvGrpSpPr>
        <p:grpSpPr>
          <a:xfrm>
            <a:off x="237492" y="4402900"/>
            <a:ext cx="303300" cy="311400"/>
            <a:chOff x="1663317" y="971900"/>
            <a:chExt cx="303300" cy="311400"/>
          </a:xfrm>
        </p:grpSpPr>
        <p:sp>
          <p:nvSpPr>
            <p:cNvPr id="93" name="Google Shape;93;p13"/>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 name="Google Shape;94;p13"/>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spTree>
      <p:nvGrpSpPr>
        <p:cNvPr id="95" name="Shape 95"/>
        <p:cNvGrpSpPr/>
        <p:nvPr/>
      </p:nvGrpSpPr>
      <p:grpSpPr>
        <a:xfrm>
          <a:off x="0" y="0"/>
          <a:ext cx="0" cy="0"/>
          <a:chOff x="0" y="0"/>
          <a:chExt cx="0" cy="0"/>
        </a:xfrm>
      </p:grpSpPr>
      <p:sp>
        <p:nvSpPr>
          <p:cNvPr id="96" name="Google Shape;96;p14"/>
          <p:cNvSpPr txBox="1"/>
          <p:nvPr>
            <p:ph type="title"/>
          </p:nvPr>
        </p:nvSpPr>
        <p:spPr>
          <a:xfrm>
            <a:off x="713225" y="1073175"/>
            <a:ext cx="4294800" cy="572700"/>
          </a:xfrm>
          <a:prstGeom prst="rect">
            <a:avLst/>
          </a:prstGeom>
        </p:spPr>
        <p:txBody>
          <a:bodyPr anchorCtr="0" anchor="b"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 name="Google Shape;97;p14"/>
          <p:cNvSpPr txBox="1"/>
          <p:nvPr>
            <p:ph idx="1" type="subTitle"/>
          </p:nvPr>
        </p:nvSpPr>
        <p:spPr>
          <a:xfrm>
            <a:off x="1273675" y="1695175"/>
            <a:ext cx="3419400" cy="2468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800"/>
              <a:buFont typeface="Nunito Light"/>
              <a:buChar char="●"/>
              <a:defRPr>
                <a:latin typeface="Barlow"/>
                <a:ea typeface="Barlow"/>
                <a:cs typeface="Barlow"/>
                <a:sym typeface="Barlow"/>
              </a:defRPr>
            </a:lvl1pPr>
            <a:lvl2pPr lvl="1" rtl="0" algn="ctr">
              <a:lnSpc>
                <a:spcPct val="100000"/>
              </a:lnSpc>
              <a:spcBef>
                <a:spcPts val="0"/>
              </a:spcBef>
              <a:spcAft>
                <a:spcPts val="0"/>
              </a:spcAft>
              <a:buClr>
                <a:srgbClr val="E76A28"/>
              </a:buClr>
              <a:buSzPts val="1400"/>
              <a:buFont typeface="Nunito Light"/>
              <a:buChar char="○"/>
              <a:defRPr/>
            </a:lvl2pPr>
            <a:lvl3pPr lvl="2" rtl="0" algn="ctr">
              <a:lnSpc>
                <a:spcPct val="100000"/>
              </a:lnSpc>
              <a:spcBef>
                <a:spcPts val="0"/>
              </a:spcBef>
              <a:spcAft>
                <a:spcPts val="0"/>
              </a:spcAft>
              <a:buClr>
                <a:srgbClr val="E76A28"/>
              </a:buClr>
              <a:buSzPts val="1400"/>
              <a:buFont typeface="Nunito Light"/>
              <a:buChar char="■"/>
              <a:defRPr/>
            </a:lvl3pPr>
            <a:lvl4pPr lvl="3" rtl="0" algn="ctr">
              <a:lnSpc>
                <a:spcPct val="100000"/>
              </a:lnSpc>
              <a:spcBef>
                <a:spcPts val="0"/>
              </a:spcBef>
              <a:spcAft>
                <a:spcPts val="0"/>
              </a:spcAft>
              <a:buClr>
                <a:srgbClr val="E76A28"/>
              </a:buClr>
              <a:buSzPts val="14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400"/>
              <a:buFont typeface="Nunito Light"/>
              <a:buChar char="●"/>
              <a:defRPr/>
            </a:lvl7pPr>
            <a:lvl8pPr lvl="7" rtl="0" algn="ctr">
              <a:lnSpc>
                <a:spcPct val="100000"/>
              </a:lnSpc>
              <a:spcBef>
                <a:spcPts val="0"/>
              </a:spcBef>
              <a:spcAft>
                <a:spcPts val="0"/>
              </a:spcAft>
              <a:buClr>
                <a:srgbClr val="999999"/>
              </a:buClr>
              <a:buSzPts val="14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98" name="Google Shape;98;p14"/>
          <p:cNvSpPr/>
          <p:nvPr>
            <p:ph idx="2" type="pic"/>
          </p:nvPr>
        </p:nvSpPr>
        <p:spPr>
          <a:xfrm>
            <a:off x="5227750" y="624375"/>
            <a:ext cx="2511000" cy="3661800"/>
          </a:xfrm>
          <a:prstGeom prst="roundRect">
            <a:avLst>
              <a:gd fmla="val 16667" name="adj"/>
            </a:avLst>
          </a:prstGeom>
          <a:noFill/>
          <a:ln>
            <a:noFill/>
          </a:ln>
        </p:spPr>
      </p:sp>
      <p:grpSp>
        <p:nvGrpSpPr>
          <p:cNvPr id="99" name="Google Shape;99;p14"/>
          <p:cNvGrpSpPr/>
          <p:nvPr/>
        </p:nvGrpSpPr>
        <p:grpSpPr>
          <a:xfrm>
            <a:off x="7055913" y="1909863"/>
            <a:ext cx="2424113" cy="3080763"/>
            <a:chOff x="7055913" y="1909863"/>
            <a:chExt cx="2424113" cy="3080763"/>
          </a:xfrm>
        </p:grpSpPr>
        <p:grpSp>
          <p:nvGrpSpPr>
            <p:cNvPr id="100" name="Google Shape;100;p14"/>
            <p:cNvGrpSpPr/>
            <p:nvPr/>
          </p:nvGrpSpPr>
          <p:grpSpPr>
            <a:xfrm flipH="1">
              <a:off x="7055913" y="4461988"/>
              <a:ext cx="1544638" cy="528638"/>
              <a:chOff x="5728088" y="2646488"/>
              <a:chExt cx="1544638" cy="528638"/>
            </a:xfrm>
          </p:grpSpPr>
          <p:sp>
            <p:nvSpPr>
              <p:cNvPr id="101" name="Google Shape;101;p14"/>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2" name="Google Shape;102;p14"/>
              <p:cNvGrpSpPr/>
              <p:nvPr/>
            </p:nvGrpSpPr>
            <p:grpSpPr>
              <a:xfrm>
                <a:off x="5857513" y="2784594"/>
                <a:ext cx="1285800" cy="204775"/>
                <a:chOff x="5848350" y="2788450"/>
                <a:chExt cx="1285800" cy="204775"/>
              </a:xfrm>
            </p:grpSpPr>
            <p:cxnSp>
              <p:nvCxnSpPr>
                <p:cNvPr id="103" name="Google Shape;103;p14"/>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14"/>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05" name="Google Shape;105;p14"/>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6" name="Google Shape;106;p14"/>
            <p:cNvGrpSpPr/>
            <p:nvPr/>
          </p:nvGrpSpPr>
          <p:grpSpPr>
            <a:xfrm>
              <a:off x="8600550" y="1909863"/>
              <a:ext cx="879475" cy="1439864"/>
              <a:chOff x="8600550" y="1909863"/>
              <a:chExt cx="879475" cy="1439864"/>
            </a:xfrm>
          </p:grpSpPr>
          <p:sp>
            <p:nvSpPr>
              <p:cNvPr id="107" name="Google Shape;107;p14"/>
              <p:cNvSpPr/>
              <p:nvPr/>
            </p:nvSpPr>
            <p:spPr>
              <a:xfrm flipH="1">
                <a:off x="8600551" y="190986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08" name="Google Shape;108;p14"/>
              <p:cNvGrpSpPr/>
              <p:nvPr/>
            </p:nvGrpSpPr>
            <p:grpSpPr>
              <a:xfrm>
                <a:off x="8735488" y="2048188"/>
                <a:ext cx="609600" cy="1117540"/>
                <a:chOff x="7453338" y="715125"/>
                <a:chExt cx="609600" cy="1117540"/>
              </a:xfrm>
            </p:grpSpPr>
            <p:cxnSp>
              <p:nvCxnSpPr>
                <p:cNvPr id="109" name="Google Shape;109;p14"/>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0" name="Google Shape;110;p14"/>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14"/>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14"/>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3" name="Google Shape;113;p14"/>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4" name="Google Shape;114;p14"/>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14"/>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6" name="Google Shape;116;p14"/>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7" name="Google Shape;117;p14"/>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8" name="Google Shape;118;p14"/>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19" name="Google Shape;119;p14"/>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20" name="Google Shape;120;p14"/>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cxnSp>
        <p:nvCxnSpPr>
          <p:cNvPr id="121" name="Google Shape;121;p14"/>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122" name="Google Shape;122;p14"/>
          <p:cNvGrpSpPr/>
          <p:nvPr/>
        </p:nvGrpSpPr>
        <p:grpSpPr>
          <a:xfrm>
            <a:off x="8127463" y="3757538"/>
            <a:ext cx="1544638" cy="528638"/>
            <a:chOff x="5728088" y="2646488"/>
            <a:chExt cx="1544638" cy="528638"/>
          </a:xfrm>
        </p:grpSpPr>
        <p:sp>
          <p:nvSpPr>
            <p:cNvPr id="123" name="Google Shape;123;p14"/>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4" name="Google Shape;124;p14"/>
            <p:cNvGrpSpPr/>
            <p:nvPr/>
          </p:nvGrpSpPr>
          <p:grpSpPr>
            <a:xfrm>
              <a:off x="5857513" y="2784594"/>
              <a:ext cx="1285800" cy="204775"/>
              <a:chOff x="5848350" y="2788450"/>
              <a:chExt cx="1285800" cy="204775"/>
            </a:xfrm>
          </p:grpSpPr>
          <p:cxnSp>
            <p:nvCxnSpPr>
              <p:cNvPr id="125" name="Google Shape;125;p14"/>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14"/>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14"/>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28" name="Shape 128"/>
        <p:cNvGrpSpPr/>
        <p:nvPr/>
      </p:nvGrpSpPr>
      <p:grpSpPr>
        <a:xfrm>
          <a:off x="0" y="0"/>
          <a:ext cx="0" cy="0"/>
          <a:chOff x="0" y="0"/>
          <a:chExt cx="0" cy="0"/>
        </a:xfrm>
      </p:grpSpPr>
      <p:sp>
        <p:nvSpPr>
          <p:cNvPr id="129" name="Google Shape;129;p15"/>
          <p:cNvSpPr txBox="1"/>
          <p:nvPr>
            <p:ph type="title"/>
          </p:nvPr>
        </p:nvSpPr>
        <p:spPr>
          <a:xfrm>
            <a:off x="4047175" y="2724653"/>
            <a:ext cx="4383600" cy="1031100"/>
          </a:xfrm>
          <a:prstGeom prst="rect">
            <a:avLst/>
          </a:prstGeom>
        </p:spPr>
        <p:txBody>
          <a:bodyPr anchorCtr="0" anchor="ctr" bIns="91425" lIns="91425" spcFirstLastPara="1" rIns="91425" wrap="square" tIns="91425">
            <a:normAutofit/>
          </a:bodyPr>
          <a:lstStyle>
            <a:lvl1pPr lvl="0" algn="r">
              <a:spcBef>
                <a:spcPts val="0"/>
              </a:spcBef>
              <a:spcAft>
                <a:spcPts val="0"/>
              </a:spcAft>
              <a:buSzPts val="3600"/>
              <a:buNone/>
              <a:defRPr b="0" sz="4200">
                <a:latin typeface="Dela Gothic One"/>
                <a:ea typeface="Dela Gothic One"/>
                <a:cs typeface="Dela Gothic One"/>
                <a:sym typeface="Dela Gothic 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0" name="Google Shape;130;p15"/>
          <p:cNvSpPr txBox="1"/>
          <p:nvPr>
            <p:ph hasCustomPrompt="1" idx="2" type="title"/>
          </p:nvPr>
        </p:nvSpPr>
        <p:spPr>
          <a:xfrm>
            <a:off x="7195075" y="1806613"/>
            <a:ext cx="1235700" cy="841800"/>
          </a:xfrm>
          <a:prstGeom prst="rect">
            <a:avLst/>
          </a:prstGeom>
          <a:noFill/>
        </p:spPr>
        <p:txBody>
          <a:bodyPr anchorCtr="0" anchor="b" bIns="91425" lIns="91425" spcFirstLastPara="1" rIns="91425" wrap="square" tIns="91425">
            <a:normAutofit/>
          </a:bodyPr>
          <a:lstStyle>
            <a:lvl1pPr lvl="0" rtl="0" algn="r">
              <a:spcBef>
                <a:spcPts val="0"/>
              </a:spcBef>
              <a:spcAft>
                <a:spcPts val="0"/>
              </a:spcAft>
              <a:buClr>
                <a:schemeClr val="lt1"/>
              </a:buClr>
              <a:buSzPts val="6000"/>
              <a:buNone/>
              <a:defRPr b="0" sz="4200">
                <a:solidFill>
                  <a:schemeClr val="lt1"/>
                </a:solidFill>
                <a:latin typeface="Dela Gothic One"/>
                <a:ea typeface="Dela Gothic One"/>
                <a:cs typeface="Dela Gothic One"/>
                <a:sym typeface="Dela Gothic One"/>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131" name="Google Shape;131;p15"/>
          <p:cNvGrpSpPr/>
          <p:nvPr/>
        </p:nvGrpSpPr>
        <p:grpSpPr>
          <a:xfrm>
            <a:off x="7661600" y="228100"/>
            <a:ext cx="1156134" cy="311400"/>
            <a:chOff x="7661600" y="228100"/>
            <a:chExt cx="1156134" cy="311400"/>
          </a:xfrm>
        </p:grpSpPr>
        <p:sp>
          <p:nvSpPr>
            <p:cNvPr id="132" name="Google Shape;132;p15"/>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 name="Google Shape;133;p15"/>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 name="Google Shape;134;p15"/>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5" name="Google Shape;135;p15"/>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6" name="Google Shape;136;p15"/>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37" name="Google Shape;137;p15"/>
            <p:cNvGrpSpPr/>
            <p:nvPr/>
          </p:nvGrpSpPr>
          <p:grpSpPr>
            <a:xfrm>
              <a:off x="7717068" y="305376"/>
              <a:ext cx="192347" cy="156850"/>
              <a:chOff x="2244725" y="192088"/>
              <a:chExt cx="7724774" cy="6299200"/>
            </a:xfrm>
          </p:grpSpPr>
          <p:sp>
            <p:nvSpPr>
              <p:cNvPr id="138" name="Google Shape;138;p15"/>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15"/>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15"/>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15"/>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2" name="Google Shape;142;p15"/>
          <p:cNvGrpSpPr/>
          <p:nvPr/>
        </p:nvGrpSpPr>
        <p:grpSpPr>
          <a:xfrm>
            <a:off x="326250" y="4505375"/>
            <a:ext cx="8491500" cy="318625"/>
            <a:chOff x="326250" y="4505375"/>
            <a:chExt cx="8491500" cy="318625"/>
          </a:xfrm>
        </p:grpSpPr>
        <p:sp>
          <p:nvSpPr>
            <p:cNvPr id="143" name="Google Shape;143;p15"/>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44" name="Google Shape;144;p15"/>
            <p:cNvGrpSpPr/>
            <p:nvPr/>
          </p:nvGrpSpPr>
          <p:grpSpPr>
            <a:xfrm>
              <a:off x="8361877" y="4505375"/>
              <a:ext cx="455613" cy="318598"/>
              <a:chOff x="8362100" y="4505388"/>
              <a:chExt cx="455613" cy="315913"/>
            </a:xfrm>
          </p:grpSpPr>
          <p:sp>
            <p:nvSpPr>
              <p:cNvPr id="145" name="Google Shape;145;p15"/>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6" name="Google Shape;146;p15"/>
              <p:cNvGrpSpPr/>
              <p:nvPr/>
            </p:nvGrpSpPr>
            <p:grpSpPr>
              <a:xfrm>
                <a:off x="8477349" y="4595021"/>
                <a:ext cx="161419" cy="156795"/>
                <a:chOff x="10138900" y="2314588"/>
                <a:chExt cx="165101" cy="160338"/>
              </a:xfrm>
            </p:grpSpPr>
            <p:sp>
              <p:nvSpPr>
                <p:cNvPr id="147" name="Google Shape;147;p15"/>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15"/>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spTree>
      <p:nvGrpSpPr>
        <p:cNvPr id="149" name="Shape 149"/>
        <p:cNvGrpSpPr/>
        <p:nvPr/>
      </p:nvGrpSpPr>
      <p:grpSpPr>
        <a:xfrm>
          <a:off x="0" y="0"/>
          <a:ext cx="0" cy="0"/>
          <a:chOff x="0" y="0"/>
          <a:chExt cx="0" cy="0"/>
        </a:xfrm>
      </p:grpSpPr>
      <p:sp>
        <p:nvSpPr>
          <p:cNvPr id="150" name="Google Shape;150;p16"/>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1" name="Google Shape;151;p16"/>
          <p:cNvSpPr txBox="1"/>
          <p:nvPr>
            <p:ph idx="1" type="subTitle"/>
          </p:nvPr>
        </p:nvSpPr>
        <p:spPr>
          <a:xfrm>
            <a:off x="4923249" y="2630674"/>
            <a:ext cx="2505600" cy="1755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6"/>
          <p:cNvSpPr txBox="1"/>
          <p:nvPr>
            <p:ph idx="2" type="subTitle"/>
          </p:nvPr>
        </p:nvSpPr>
        <p:spPr>
          <a:xfrm>
            <a:off x="1715375" y="2630674"/>
            <a:ext cx="2505600" cy="1755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16"/>
          <p:cNvSpPr txBox="1"/>
          <p:nvPr>
            <p:ph idx="3" type="subTitle"/>
          </p:nvPr>
        </p:nvSpPr>
        <p:spPr>
          <a:xfrm>
            <a:off x="1715375" y="2227853"/>
            <a:ext cx="2505600" cy="4821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154" name="Google Shape;154;p16"/>
          <p:cNvSpPr txBox="1"/>
          <p:nvPr>
            <p:ph idx="4" type="subTitle"/>
          </p:nvPr>
        </p:nvSpPr>
        <p:spPr>
          <a:xfrm>
            <a:off x="4923250" y="2227853"/>
            <a:ext cx="2505600" cy="4821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155" name="Google Shape;155;p16"/>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156" name="Google Shape;156;p16"/>
          <p:cNvGrpSpPr/>
          <p:nvPr/>
        </p:nvGrpSpPr>
        <p:grpSpPr>
          <a:xfrm>
            <a:off x="7273500" y="2478263"/>
            <a:ext cx="2036750" cy="2560812"/>
            <a:chOff x="7273500" y="2478263"/>
            <a:chExt cx="2036750" cy="2560812"/>
          </a:xfrm>
        </p:grpSpPr>
        <p:grpSp>
          <p:nvGrpSpPr>
            <p:cNvPr id="157" name="Google Shape;157;p16"/>
            <p:cNvGrpSpPr/>
            <p:nvPr/>
          </p:nvGrpSpPr>
          <p:grpSpPr>
            <a:xfrm>
              <a:off x="7273500" y="4720475"/>
              <a:ext cx="1544651" cy="318600"/>
              <a:chOff x="6043400" y="3591300"/>
              <a:chExt cx="1544651" cy="318600"/>
            </a:xfrm>
          </p:grpSpPr>
          <p:sp>
            <p:nvSpPr>
              <p:cNvPr id="158" name="Google Shape;158;p16"/>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9" name="Google Shape;159;p16"/>
              <p:cNvGrpSpPr/>
              <p:nvPr/>
            </p:nvGrpSpPr>
            <p:grpSpPr>
              <a:xfrm>
                <a:off x="6141952" y="3680050"/>
                <a:ext cx="1369506" cy="102388"/>
                <a:chOff x="5848350" y="2788450"/>
                <a:chExt cx="1285800" cy="102388"/>
              </a:xfrm>
            </p:grpSpPr>
            <p:cxnSp>
              <p:nvCxnSpPr>
                <p:cNvPr id="160" name="Google Shape;160;p1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61" name="Google Shape;161;p1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62" name="Google Shape;162;p16"/>
            <p:cNvGrpSpPr/>
            <p:nvPr/>
          </p:nvGrpSpPr>
          <p:grpSpPr>
            <a:xfrm>
              <a:off x="8430776" y="2478263"/>
              <a:ext cx="879475" cy="1439864"/>
              <a:chOff x="704550" y="2022613"/>
              <a:chExt cx="879475" cy="1439864"/>
            </a:xfrm>
          </p:grpSpPr>
          <p:sp>
            <p:nvSpPr>
              <p:cNvPr id="163" name="Google Shape;163;p16"/>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64" name="Google Shape;164;p16"/>
              <p:cNvGrpSpPr/>
              <p:nvPr/>
            </p:nvGrpSpPr>
            <p:grpSpPr>
              <a:xfrm>
                <a:off x="839488" y="2182413"/>
                <a:ext cx="609600" cy="1117540"/>
                <a:chOff x="7453338" y="715125"/>
                <a:chExt cx="609600" cy="1117540"/>
              </a:xfrm>
            </p:grpSpPr>
            <p:cxnSp>
              <p:nvCxnSpPr>
                <p:cNvPr id="165" name="Google Shape;165;p1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66" name="Google Shape;166;p1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68" name="Google Shape;168;p1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69" name="Google Shape;169;p1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1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1" name="Google Shape;171;p1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2" name="Google Shape;172;p1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1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4" name="Google Shape;174;p1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5" name="Google Shape;175;p1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76" name="Google Shape;176;p16"/>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77" name="Google Shape;177;p16"/>
            <p:cNvGrpSpPr/>
            <p:nvPr/>
          </p:nvGrpSpPr>
          <p:grpSpPr>
            <a:xfrm>
              <a:off x="7940250" y="4134088"/>
              <a:ext cx="877888" cy="469900"/>
              <a:chOff x="7327075" y="3825188"/>
              <a:chExt cx="877888" cy="469900"/>
            </a:xfrm>
          </p:grpSpPr>
          <p:sp>
            <p:nvSpPr>
              <p:cNvPr id="178" name="Google Shape;178;p16"/>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9" name="Google Shape;179;p16"/>
              <p:cNvGrpSpPr/>
              <p:nvPr/>
            </p:nvGrpSpPr>
            <p:grpSpPr>
              <a:xfrm>
                <a:off x="7435371" y="3940000"/>
                <a:ext cx="667073" cy="204775"/>
                <a:chOff x="5848350" y="2788450"/>
                <a:chExt cx="1285800" cy="204775"/>
              </a:xfrm>
            </p:grpSpPr>
            <p:cxnSp>
              <p:nvCxnSpPr>
                <p:cNvPr id="180" name="Google Shape;180;p16"/>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16"/>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16"/>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183" name="Google Shape;183;p16"/>
          <p:cNvGrpSpPr/>
          <p:nvPr/>
        </p:nvGrpSpPr>
        <p:grpSpPr>
          <a:xfrm>
            <a:off x="7989842" y="3606725"/>
            <a:ext cx="303300" cy="311400"/>
            <a:chOff x="1663317" y="971900"/>
            <a:chExt cx="303300" cy="311400"/>
          </a:xfrm>
        </p:grpSpPr>
        <p:sp>
          <p:nvSpPr>
            <p:cNvPr id="184" name="Google Shape;184;p16"/>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5" name="Google Shape;185;p16"/>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86" name="Shape 186"/>
        <p:cNvGrpSpPr/>
        <p:nvPr/>
      </p:nvGrpSpPr>
      <p:grpSpPr>
        <a:xfrm>
          <a:off x="0" y="0"/>
          <a:ext cx="0" cy="0"/>
          <a:chOff x="0" y="0"/>
          <a:chExt cx="0" cy="0"/>
        </a:xfrm>
      </p:grpSpPr>
      <p:sp>
        <p:nvSpPr>
          <p:cNvPr id="187" name="Google Shape;187;p17"/>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8" name="Google Shape;188;p17"/>
          <p:cNvSpPr txBox="1"/>
          <p:nvPr>
            <p:ph idx="1" type="subTitle"/>
          </p:nvPr>
        </p:nvSpPr>
        <p:spPr>
          <a:xfrm>
            <a:off x="937625" y="2631048"/>
            <a:ext cx="2175300" cy="1501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 name="Google Shape;189;p17"/>
          <p:cNvSpPr txBox="1"/>
          <p:nvPr>
            <p:ph idx="2" type="subTitle"/>
          </p:nvPr>
        </p:nvSpPr>
        <p:spPr>
          <a:xfrm>
            <a:off x="3484347" y="2631048"/>
            <a:ext cx="2175300" cy="1501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 name="Google Shape;190;p17"/>
          <p:cNvSpPr txBox="1"/>
          <p:nvPr>
            <p:ph idx="3" type="subTitle"/>
          </p:nvPr>
        </p:nvSpPr>
        <p:spPr>
          <a:xfrm>
            <a:off x="6031075" y="2631048"/>
            <a:ext cx="2175300" cy="1501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 name="Google Shape;191;p17"/>
          <p:cNvSpPr txBox="1"/>
          <p:nvPr>
            <p:ph idx="4" type="subTitle"/>
          </p:nvPr>
        </p:nvSpPr>
        <p:spPr>
          <a:xfrm>
            <a:off x="937625" y="2186851"/>
            <a:ext cx="2175300" cy="5040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192" name="Google Shape;192;p17"/>
          <p:cNvSpPr txBox="1"/>
          <p:nvPr>
            <p:ph idx="5" type="subTitle"/>
          </p:nvPr>
        </p:nvSpPr>
        <p:spPr>
          <a:xfrm>
            <a:off x="3484350" y="2186851"/>
            <a:ext cx="2175300" cy="5040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193" name="Google Shape;193;p17"/>
          <p:cNvSpPr txBox="1"/>
          <p:nvPr>
            <p:ph idx="6" type="subTitle"/>
          </p:nvPr>
        </p:nvSpPr>
        <p:spPr>
          <a:xfrm>
            <a:off x="6031075" y="2186851"/>
            <a:ext cx="2175300" cy="5040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194" name="Google Shape;194;p17"/>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195" name="Google Shape;195;p17"/>
          <p:cNvGrpSpPr/>
          <p:nvPr/>
        </p:nvGrpSpPr>
        <p:grpSpPr>
          <a:xfrm>
            <a:off x="7316963" y="-172350"/>
            <a:ext cx="2140313" cy="3147226"/>
            <a:chOff x="7316963" y="-120400"/>
            <a:chExt cx="2140313" cy="3147226"/>
          </a:xfrm>
        </p:grpSpPr>
        <p:grpSp>
          <p:nvGrpSpPr>
            <p:cNvPr id="196" name="Google Shape;196;p17"/>
            <p:cNvGrpSpPr/>
            <p:nvPr/>
          </p:nvGrpSpPr>
          <p:grpSpPr>
            <a:xfrm>
              <a:off x="8090725" y="938542"/>
              <a:ext cx="1094925" cy="430550"/>
              <a:chOff x="1862850" y="1718717"/>
              <a:chExt cx="1094925" cy="430550"/>
            </a:xfrm>
          </p:grpSpPr>
          <p:sp>
            <p:nvSpPr>
              <p:cNvPr id="197" name="Google Shape;197;p17"/>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98" name="Google Shape;198;p17"/>
              <p:cNvGrpSpPr/>
              <p:nvPr/>
            </p:nvGrpSpPr>
            <p:grpSpPr>
              <a:xfrm>
                <a:off x="1978095" y="1808221"/>
                <a:ext cx="877866" cy="203169"/>
                <a:chOff x="2181677" y="2165344"/>
                <a:chExt cx="674400" cy="203189"/>
              </a:xfrm>
            </p:grpSpPr>
            <p:cxnSp>
              <p:nvCxnSpPr>
                <p:cNvPr id="199" name="Google Shape;199;p17"/>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00" name="Google Shape;200;p17"/>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17"/>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02" name="Google Shape;202;p17"/>
            <p:cNvGrpSpPr/>
            <p:nvPr/>
          </p:nvGrpSpPr>
          <p:grpSpPr>
            <a:xfrm>
              <a:off x="7316963" y="-120400"/>
              <a:ext cx="1544638" cy="528638"/>
              <a:chOff x="5728088" y="2646488"/>
              <a:chExt cx="1544638" cy="528638"/>
            </a:xfrm>
          </p:grpSpPr>
          <p:sp>
            <p:nvSpPr>
              <p:cNvPr id="203" name="Google Shape;203;p17"/>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4" name="Google Shape;204;p17"/>
              <p:cNvGrpSpPr/>
              <p:nvPr/>
            </p:nvGrpSpPr>
            <p:grpSpPr>
              <a:xfrm>
                <a:off x="5857513" y="2784594"/>
                <a:ext cx="1285800" cy="204775"/>
                <a:chOff x="5848350" y="2788450"/>
                <a:chExt cx="1285800" cy="204775"/>
              </a:xfrm>
            </p:grpSpPr>
            <p:cxnSp>
              <p:nvCxnSpPr>
                <p:cNvPr id="205" name="Google Shape;205;p17"/>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17"/>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17"/>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208" name="Google Shape;208;p17"/>
            <p:cNvGrpSpPr/>
            <p:nvPr/>
          </p:nvGrpSpPr>
          <p:grpSpPr>
            <a:xfrm>
              <a:off x="8577801" y="1586963"/>
              <a:ext cx="879475" cy="1439864"/>
              <a:chOff x="704550" y="2022613"/>
              <a:chExt cx="879475" cy="1439864"/>
            </a:xfrm>
          </p:grpSpPr>
          <p:sp>
            <p:nvSpPr>
              <p:cNvPr id="209" name="Google Shape;209;p17"/>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10" name="Google Shape;210;p17"/>
              <p:cNvGrpSpPr/>
              <p:nvPr/>
            </p:nvGrpSpPr>
            <p:grpSpPr>
              <a:xfrm>
                <a:off x="839488" y="2182413"/>
                <a:ext cx="609600" cy="1117540"/>
                <a:chOff x="7453338" y="715125"/>
                <a:chExt cx="609600" cy="1117540"/>
              </a:xfrm>
            </p:grpSpPr>
            <p:cxnSp>
              <p:nvCxnSpPr>
                <p:cNvPr id="211" name="Google Shape;211;p17"/>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2" name="Google Shape;212;p17"/>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3" name="Google Shape;213;p17"/>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4" name="Google Shape;214;p17"/>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5" name="Google Shape;215;p17"/>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6" name="Google Shape;216;p17"/>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7" name="Google Shape;217;p17"/>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8" name="Google Shape;218;p17"/>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9" name="Google Shape;219;p17"/>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0" name="Google Shape;220;p17"/>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1" name="Google Shape;221;p17"/>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2" name="Google Shape;222;p17"/>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223" name="Google Shape;223;p17"/>
          <p:cNvGrpSpPr/>
          <p:nvPr/>
        </p:nvGrpSpPr>
        <p:grpSpPr>
          <a:xfrm>
            <a:off x="8424009" y="539500"/>
            <a:ext cx="303300" cy="311400"/>
            <a:chOff x="2089734" y="971900"/>
            <a:chExt cx="303300" cy="311400"/>
          </a:xfrm>
        </p:grpSpPr>
        <p:sp>
          <p:nvSpPr>
            <p:cNvPr id="224" name="Google Shape;224;p17"/>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5" name="Google Shape;225;p17"/>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6" name="Shape 226"/>
        <p:cNvGrpSpPr/>
        <p:nvPr/>
      </p:nvGrpSpPr>
      <p:grpSpPr>
        <a:xfrm>
          <a:off x="0" y="0"/>
          <a:ext cx="0" cy="0"/>
          <a:chOff x="0" y="0"/>
          <a:chExt cx="0" cy="0"/>
        </a:xfrm>
      </p:grpSpPr>
      <p:sp>
        <p:nvSpPr>
          <p:cNvPr id="227" name="Google Shape;227;p18"/>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8" name="Google Shape;228;p18"/>
          <p:cNvSpPr txBox="1"/>
          <p:nvPr>
            <p:ph idx="1" type="subTitle"/>
          </p:nvPr>
        </p:nvSpPr>
        <p:spPr>
          <a:xfrm>
            <a:off x="1356425" y="1920225"/>
            <a:ext cx="3059700" cy="954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9" name="Google Shape;229;p18"/>
          <p:cNvSpPr txBox="1"/>
          <p:nvPr>
            <p:ph idx="2" type="subTitle"/>
          </p:nvPr>
        </p:nvSpPr>
        <p:spPr>
          <a:xfrm>
            <a:off x="5174804" y="1920225"/>
            <a:ext cx="3059700" cy="954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0" name="Google Shape;230;p18"/>
          <p:cNvSpPr txBox="1"/>
          <p:nvPr>
            <p:ph idx="3" type="subTitle"/>
          </p:nvPr>
        </p:nvSpPr>
        <p:spPr>
          <a:xfrm>
            <a:off x="1356425" y="3423400"/>
            <a:ext cx="3059700" cy="954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1" name="Google Shape;231;p18"/>
          <p:cNvSpPr txBox="1"/>
          <p:nvPr>
            <p:ph idx="4" type="subTitle"/>
          </p:nvPr>
        </p:nvSpPr>
        <p:spPr>
          <a:xfrm>
            <a:off x="5174804" y="3423400"/>
            <a:ext cx="3059700" cy="954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 name="Google Shape;232;p18"/>
          <p:cNvSpPr txBox="1"/>
          <p:nvPr>
            <p:ph idx="5" type="subTitle"/>
          </p:nvPr>
        </p:nvSpPr>
        <p:spPr>
          <a:xfrm>
            <a:off x="1356425" y="1523625"/>
            <a:ext cx="3059700" cy="4698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33" name="Google Shape;233;p18"/>
          <p:cNvSpPr txBox="1"/>
          <p:nvPr>
            <p:ph idx="6" type="subTitle"/>
          </p:nvPr>
        </p:nvSpPr>
        <p:spPr>
          <a:xfrm>
            <a:off x="1356425" y="3001425"/>
            <a:ext cx="3059700" cy="4953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34" name="Google Shape;234;p18"/>
          <p:cNvSpPr txBox="1"/>
          <p:nvPr>
            <p:ph idx="7" type="subTitle"/>
          </p:nvPr>
        </p:nvSpPr>
        <p:spPr>
          <a:xfrm>
            <a:off x="5174775" y="1523625"/>
            <a:ext cx="3059700" cy="4698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35" name="Google Shape;235;p18"/>
          <p:cNvSpPr txBox="1"/>
          <p:nvPr>
            <p:ph idx="8" type="subTitle"/>
          </p:nvPr>
        </p:nvSpPr>
        <p:spPr>
          <a:xfrm>
            <a:off x="5174775" y="3001425"/>
            <a:ext cx="3059700" cy="4953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236" name="Google Shape;236;p18"/>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237" name="Google Shape;237;p18"/>
          <p:cNvGrpSpPr/>
          <p:nvPr/>
        </p:nvGrpSpPr>
        <p:grpSpPr>
          <a:xfrm>
            <a:off x="7546100" y="2975104"/>
            <a:ext cx="1979599" cy="2421696"/>
            <a:chOff x="7546100" y="2975104"/>
            <a:chExt cx="1979599" cy="2421696"/>
          </a:xfrm>
        </p:grpSpPr>
        <p:grpSp>
          <p:nvGrpSpPr>
            <p:cNvPr id="238" name="Google Shape;238;p18"/>
            <p:cNvGrpSpPr/>
            <p:nvPr/>
          </p:nvGrpSpPr>
          <p:grpSpPr>
            <a:xfrm>
              <a:off x="8589226" y="3572925"/>
              <a:ext cx="879475" cy="1439864"/>
              <a:chOff x="704550" y="2022613"/>
              <a:chExt cx="879475" cy="1439864"/>
            </a:xfrm>
          </p:grpSpPr>
          <p:sp>
            <p:nvSpPr>
              <p:cNvPr id="239" name="Google Shape;239;p18"/>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40" name="Google Shape;240;p18"/>
              <p:cNvGrpSpPr/>
              <p:nvPr/>
            </p:nvGrpSpPr>
            <p:grpSpPr>
              <a:xfrm>
                <a:off x="839488" y="2182413"/>
                <a:ext cx="609600" cy="1117540"/>
                <a:chOff x="7453338" y="715125"/>
                <a:chExt cx="609600" cy="1117540"/>
              </a:xfrm>
            </p:grpSpPr>
            <p:cxnSp>
              <p:nvCxnSpPr>
                <p:cNvPr id="241" name="Google Shape;241;p18"/>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2" name="Google Shape;242;p18"/>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3" name="Google Shape;243;p18"/>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4" name="Google Shape;244;p18"/>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5" name="Google Shape;245;p18"/>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6" name="Google Shape;246;p18"/>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7" name="Google Shape;247;p18"/>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8" name="Google Shape;248;p18"/>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49" name="Google Shape;249;p18"/>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50" name="Google Shape;250;p18"/>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51" name="Google Shape;251;p18"/>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52" name="Google Shape;252;p18"/>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53" name="Google Shape;253;p18"/>
            <p:cNvGrpSpPr/>
            <p:nvPr/>
          </p:nvGrpSpPr>
          <p:grpSpPr>
            <a:xfrm flipH="1">
              <a:off x="7546100" y="4926901"/>
              <a:ext cx="877888" cy="469900"/>
              <a:chOff x="2079875" y="3121151"/>
              <a:chExt cx="877888" cy="469900"/>
            </a:xfrm>
          </p:grpSpPr>
          <p:sp>
            <p:nvSpPr>
              <p:cNvPr id="254" name="Google Shape;254;p18"/>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5" name="Google Shape;255;p18"/>
              <p:cNvGrpSpPr/>
              <p:nvPr/>
            </p:nvGrpSpPr>
            <p:grpSpPr>
              <a:xfrm>
                <a:off x="2181689" y="3241906"/>
                <a:ext cx="674400" cy="203189"/>
                <a:chOff x="2181677" y="2165344"/>
                <a:chExt cx="674400" cy="203189"/>
              </a:xfrm>
            </p:grpSpPr>
            <p:cxnSp>
              <p:nvCxnSpPr>
                <p:cNvPr id="256" name="Google Shape;256;p18"/>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57" name="Google Shape;257;p18"/>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58" name="Google Shape;258;p18"/>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59" name="Google Shape;259;p18"/>
            <p:cNvGrpSpPr/>
            <p:nvPr/>
          </p:nvGrpSpPr>
          <p:grpSpPr>
            <a:xfrm flipH="1">
              <a:off x="8430775" y="2975104"/>
              <a:ext cx="1094925" cy="430550"/>
              <a:chOff x="1862850" y="1718717"/>
              <a:chExt cx="1094925" cy="430550"/>
            </a:xfrm>
          </p:grpSpPr>
          <p:sp>
            <p:nvSpPr>
              <p:cNvPr id="260" name="Google Shape;260;p18"/>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61" name="Google Shape;261;p18"/>
              <p:cNvGrpSpPr/>
              <p:nvPr/>
            </p:nvGrpSpPr>
            <p:grpSpPr>
              <a:xfrm>
                <a:off x="1978095" y="1808221"/>
                <a:ext cx="877866" cy="203169"/>
                <a:chOff x="2181677" y="2165344"/>
                <a:chExt cx="674400" cy="203189"/>
              </a:xfrm>
            </p:grpSpPr>
            <p:cxnSp>
              <p:nvCxnSpPr>
                <p:cNvPr id="262" name="Google Shape;262;p18"/>
                <p:cNvCxnSpPr/>
                <p:nvPr/>
              </p:nvCxnSpPr>
              <p:spPr>
                <a:xfrm>
                  <a:off x="2181677" y="2165344"/>
                  <a:ext cx="674400" cy="0"/>
                </a:xfrm>
                <a:prstGeom prst="straightConnector1">
                  <a:avLst/>
                </a:prstGeom>
                <a:noFill/>
                <a:ln cap="flat" cmpd="sng" w="9525">
                  <a:solidFill>
                    <a:schemeClr val="dk2"/>
                  </a:solidFill>
                  <a:prstDash val="solid"/>
                  <a:round/>
                  <a:headEnd len="med" w="med" type="none"/>
                  <a:tailEnd len="med" w="med" type="none"/>
                </a:ln>
              </p:spPr>
            </p:cxnSp>
            <p:cxnSp>
              <p:nvCxnSpPr>
                <p:cNvPr id="263" name="Google Shape;263;p18"/>
                <p:cNvCxnSpPr/>
                <p:nvPr/>
              </p:nvCxnSpPr>
              <p:spPr>
                <a:xfrm>
                  <a:off x="2181677" y="2266938"/>
                  <a:ext cx="674400" cy="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18"/>
                <p:cNvCxnSpPr/>
                <p:nvPr/>
              </p:nvCxnSpPr>
              <p:spPr>
                <a:xfrm>
                  <a:off x="2181677" y="2368533"/>
                  <a:ext cx="2052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265" name="Google Shape;265;p18"/>
          <p:cNvGrpSpPr/>
          <p:nvPr/>
        </p:nvGrpSpPr>
        <p:grpSpPr>
          <a:xfrm>
            <a:off x="8127467" y="4292600"/>
            <a:ext cx="303300" cy="311400"/>
            <a:chOff x="1663317" y="971900"/>
            <a:chExt cx="303300" cy="311400"/>
          </a:xfrm>
        </p:grpSpPr>
        <p:sp>
          <p:nvSpPr>
            <p:cNvPr id="266" name="Google Shape;266;p18"/>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7" name="Google Shape;267;p18"/>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8" name="Shape 268"/>
        <p:cNvGrpSpPr/>
        <p:nvPr/>
      </p:nvGrpSpPr>
      <p:grpSpPr>
        <a:xfrm>
          <a:off x="0" y="0"/>
          <a:ext cx="0" cy="0"/>
          <a:chOff x="0" y="0"/>
          <a:chExt cx="0" cy="0"/>
        </a:xfrm>
      </p:grpSpPr>
      <p:sp>
        <p:nvSpPr>
          <p:cNvPr id="269" name="Google Shape;269;p19"/>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0" name="Google Shape;270;p19"/>
          <p:cNvSpPr txBox="1"/>
          <p:nvPr>
            <p:ph idx="1" type="subTitle"/>
          </p:nvPr>
        </p:nvSpPr>
        <p:spPr>
          <a:xfrm>
            <a:off x="723900" y="2099000"/>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1" name="Google Shape;271;p19"/>
          <p:cNvSpPr txBox="1"/>
          <p:nvPr>
            <p:ph idx="2" type="subTitle"/>
          </p:nvPr>
        </p:nvSpPr>
        <p:spPr>
          <a:xfrm>
            <a:off x="3400788" y="2099007"/>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19"/>
          <p:cNvSpPr txBox="1"/>
          <p:nvPr>
            <p:ph idx="3" type="subTitle"/>
          </p:nvPr>
        </p:nvSpPr>
        <p:spPr>
          <a:xfrm>
            <a:off x="723900" y="3836125"/>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19"/>
          <p:cNvSpPr txBox="1"/>
          <p:nvPr>
            <p:ph idx="4" type="subTitle"/>
          </p:nvPr>
        </p:nvSpPr>
        <p:spPr>
          <a:xfrm>
            <a:off x="3400799" y="3836125"/>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19"/>
          <p:cNvSpPr txBox="1"/>
          <p:nvPr>
            <p:ph idx="5" type="subTitle"/>
          </p:nvPr>
        </p:nvSpPr>
        <p:spPr>
          <a:xfrm>
            <a:off x="6077676" y="2099007"/>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19"/>
          <p:cNvSpPr txBox="1"/>
          <p:nvPr>
            <p:ph idx="6" type="subTitle"/>
          </p:nvPr>
        </p:nvSpPr>
        <p:spPr>
          <a:xfrm>
            <a:off x="6077699" y="3836125"/>
            <a:ext cx="2350200" cy="8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6" name="Google Shape;276;p19"/>
          <p:cNvSpPr txBox="1"/>
          <p:nvPr>
            <p:ph idx="7" type="subTitle"/>
          </p:nvPr>
        </p:nvSpPr>
        <p:spPr>
          <a:xfrm>
            <a:off x="733125" y="1667952"/>
            <a:ext cx="2341200" cy="4911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77" name="Google Shape;277;p19"/>
          <p:cNvSpPr txBox="1"/>
          <p:nvPr>
            <p:ph idx="8" type="subTitle"/>
          </p:nvPr>
        </p:nvSpPr>
        <p:spPr>
          <a:xfrm>
            <a:off x="3407712" y="1667959"/>
            <a:ext cx="2341200" cy="4911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78" name="Google Shape;278;p19"/>
          <p:cNvSpPr txBox="1"/>
          <p:nvPr>
            <p:ph idx="9" type="subTitle"/>
          </p:nvPr>
        </p:nvSpPr>
        <p:spPr>
          <a:xfrm>
            <a:off x="6082299" y="1667959"/>
            <a:ext cx="2341200" cy="4911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79" name="Google Shape;279;p19"/>
          <p:cNvSpPr txBox="1"/>
          <p:nvPr>
            <p:ph idx="13" type="subTitle"/>
          </p:nvPr>
        </p:nvSpPr>
        <p:spPr>
          <a:xfrm>
            <a:off x="723900" y="3401875"/>
            <a:ext cx="2350200" cy="4911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80" name="Google Shape;280;p19"/>
          <p:cNvSpPr txBox="1"/>
          <p:nvPr>
            <p:ph idx="14" type="subTitle"/>
          </p:nvPr>
        </p:nvSpPr>
        <p:spPr>
          <a:xfrm>
            <a:off x="3407716" y="3401875"/>
            <a:ext cx="2341200" cy="4911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281" name="Google Shape;281;p19"/>
          <p:cNvSpPr txBox="1"/>
          <p:nvPr>
            <p:ph idx="15" type="subTitle"/>
          </p:nvPr>
        </p:nvSpPr>
        <p:spPr>
          <a:xfrm>
            <a:off x="6082302" y="3401875"/>
            <a:ext cx="2341200" cy="4911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282" name="Google Shape;282;p19"/>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283" name="Google Shape;283;p19"/>
          <p:cNvGrpSpPr/>
          <p:nvPr/>
        </p:nvGrpSpPr>
        <p:grpSpPr>
          <a:xfrm>
            <a:off x="7211075" y="-135949"/>
            <a:ext cx="2300200" cy="2268201"/>
            <a:chOff x="7211075" y="-135949"/>
            <a:chExt cx="2300200" cy="2268201"/>
          </a:xfrm>
        </p:grpSpPr>
        <p:grpSp>
          <p:nvGrpSpPr>
            <p:cNvPr id="284" name="Google Shape;284;p19"/>
            <p:cNvGrpSpPr/>
            <p:nvPr/>
          </p:nvGrpSpPr>
          <p:grpSpPr>
            <a:xfrm>
              <a:off x="7211075" y="-135950"/>
              <a:ext cx="877888" cy="469900"/>
              <a:chOff x="2079875" y="3121151"/>
              <a:chExt cx="877888" cy="469900"/>
            </a:xfrm>
          </p:grpSpPr>
          <p:sp>
            <p:nvSpPr>
              <p:cNvPr id="285" name="Google Shape;285;p19"/>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6" name="Google Shape;286;p19"/>
              <p:cNvGrpSpPr/>
              <p:nvPr/>
            </p:nvGrpSpPr>
            <p:grpSpPr>
              <a:xfrm>
                <a:off x="2181689" y="3241906"/>
                <a:ext cx="674400" cy="203189"/>
                <a:chOff x="2181677" y="2165344"/>
                <a:chExt cx="674400" cy="203189"/>
              </a:xfrm>
            </p:grpSpPr>
            <p:cxnSp>
              <p:nvCxnSpPr>
                <p:cNvPr id="287" name="Google Shape;287;p19"/>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88" name="Google Shape;288;p19"/>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289" name="Google Shape;289;p19"/>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90" name="Google Shape;290;p19"/>
            <p:cNvGrpSpPr/>
            <p:nvPr/>
          </p:nvGrpSpPr>
          <p:grpSpPr>
            <a:xfrm flipH="1">
              <a:off x="8324350" y="69588"/>
              <a:ext cx="877888" cy="469900"/>
              <a:chOff x="7327075" y="3825188"/>
              <a:chExt cx="877888" cy="469900"/>
            </a:xfrm>
          </p:grpSpPr>
          <p:sp>
            <p:nvSpPr>
              <p:cNvPr id="291" name="Google Shape;291;p19"/>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2" name="Google Shape;292;p19"/>
              <p:cNvGrpSpPr/>
              <p:nvPr/>
            </p:nvGrpSpPr>
            <p:grpSpPr>
              <a:xfrm>
                <a:off x="7435371" y="3940000"/>
                <a:ext cx="667073" cy="204775"/>
                <a:chOff x="5848350" y="2788450"/>
                <a:chExt cx="1285800" cy="204775"/>
              </a:xfrm>
            </p:grpSpPr>
            <p:cxnSp>
              <p:nvCxnSpPr>
                <p:cNvPr id="293" name="Google Shape;293;p19"/>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19"/>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19"/>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296" name="Google Shape;296;p19"/>
            <p:cNvGrpSpPr/>
            <p:nvPr/>
          </p:nvGrpSpPr>
          <p:grpSpPr>
            <a:xfrm>
              <a:off x="8631801" y="692388"/>
              <a:ext cx="879475" cy="1439864"/>
              <a:chOff x="704550" y="2022613"/>
              <a:chExt cx="879475" cy="1439864"/>
            </a:xfrm>
          </p:grpSpPr>
          <p:sp>
            <p:nvSpPr>
              <p:cNvPr id="297" name="Google Shape;297;p19"/>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98" name="Google Shape;298;p19"/>
              <p:cNvGrpSpPr/>
              <p:nvPr/>
            </p:nvGrpSpPr>
            <p:grpSpPr>
              <a:xfrm>
                <a:off x="839488" y="2182413"/>
                <a:ext cx="609600" cy="1117540"/>
                <a:chOff x="7453338" y="715125"/>
                <a:chExt cx="609600" cy="1117540"/>
              </a:xfrm>
            </p:grpSpPr>
            <p:cxnSp>
              <p:nvCxnSpPr>
                <p:cNvPr id="299" name="Google Shape;299;p19"/>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0" name="Google Shape;300;p19"/>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1" name="Google Shape;301;p19"/>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2" name="Google Shape;302;p19"/>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3" name="Google Shape;303;p19"/>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4" name="Google Shape;304;p19"/>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5" name="Google Shape;305;p19"/>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6" name="Google Shape;306;p19"/>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19"/>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19"/>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19"/>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19"/>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311" name="Google Shape;311;p19"/>
          <p:cNvGrpSpPr/>
          <p:nvPr/>
        </p:nvGrpSpPr>
        <p:grpSpPr>
          <a:xfrm>
            <a:off x="8127475" y="817425"/>
            <a:ext cx="303300" cy="311400"/>
            <a:chOff x="2472975" y="971900"/>
            <a:chExt cx="303300" cy="311400"/>
          </a:xfrm>
        </p:grpSpPr>
        <p:sp>
          <p:nvSpPr>
            <p:cNvPr id="312" name="Google Shape;312;p19"/>
            <p:cNvSpPr/>
            <p:nvPr/>
          </p:nvSpPr>
          <p:spPr>
            <a:xfrm>
              <a:off x="2472975"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3" name="Google Shape;313;p19"/>
            <p:cNvSpPr/>
            <p:nvPr/>
          </p:nvSpPr>
          <p:spPr>
            <a:xfrm rot="5400000">
              <a:off x="2576925" y="1076500"/>
              <a:ext cx="118500" cy="102300"/>
            </a:xfrm>
            <a:prstGeom prst="triangle">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14" name="Shape 314"/>
        <p:cNvGrpSpPr/>
        <p:nvPr/>
      </p:nvGrpSpPr>
      <p:grpSpPr>
        <a:xfrm>
          <a:off x="0" y="0"/>
          <a:ext cx="0" cy="0"/>
          <a:chOff x="0" y="0"/>
          <a:chExt cx="0" cy="0"/>
        </a:xfrm>
      </p:grpSpPr>
      <p:grpSp>
        <p:nvGrpSpPr>
          <p:cNvPr id="315" name="Google Shape;315;p20"/>
          <p:cNvGrpSpPr/>
          <p:nvPr/>
        </p:nvGrpSpPr>
        <p:grpSpPr>
          <a:xfrm>
            <a:off x="326250" y="4505375"/>
            <a:ext cx="8491500" cy="318625"/>
            <a:chOff x="326250" y="4505375"/>
            <a:chExt cx="8491500" cy="318625"/>
          </a:xfrm>
        </p:grpSpPr>
        <p:sp>
          <p:nvSpPr>
            <p:cNvPr id="316" name="Google Shape;316;p20"/>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17" name="Google Shape;317;p20"/>
            <p:cNvGrpSpPr/>
            <p:nvPr/>
          </p:nvGrpSpPr>
          <p:grpSpPr>
            <a:xfrm>
              <a:off x="8361877" y="4505375"/>
              <a:ext cx="455613" cy="318598"/>
              <a:chOff x="8362100" y="4505388"/>
              <a:chExt cx="455613" cy="315913"/>
            </a:xfrm>
          </p:grpSpPr>
          <p:sp>
            <p:nvSpPr>
              <p:cNvPr id="318" name="Google Shape;318;p20"/>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9" name="Google Shape;319;p20"/>
              <p:cNvGrpSpPr/>
              <p:nvPr/>
            </p:nvGrpSpPr>
            <p:grpSpPr>
              <a:xfrm>
                <a:off x="8477349" y="4595021"/>
                <a:ext cx="161419" cy="156795"/>
                <a:chOff x="10138900" y="2314588"/>
                <a:chExt cx="165101" cy="160338"/>
              </a:xfrm>
            </p:grpSpPr>
            <p:sp>
              <p:nvSpPr>
                <p:cNvPr id="320" name="Google Shape;320;p20"/>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20"/>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322" name="Google Shape;322;p20"/>
          <p:cNvSpPr txBox="1"/>
          <p:nvPr>
            <p:ph hasCustomPrompt="1" type="title"/>
          </p:nvPr>
        </p:nvSpPr>
        <p:spPr>
          <a:xfrm>
            <a:off x="4323175" y="2056275"/>
            <a:ext cx="3345600" cy="656400"/>
          </a:xfrm>
          <a:prstGeom prst="rect">
            <a:avLst/>
          </a:prstGeom>
          <a:noFill/>
        </p:spPr>
        <p:txBody>
          <a:bodyPr anchorCtr="0" anchor="ctr" bIns="91425" lIns="91425" spcFirstLastPara="1" rIns="91425" wrap="square" tIns="91425">
            <a:norm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3" name="Google Shape;323;p20"/>
          <p:cNvSpPr txBox="1"/>
          <p:nvPr>
            <p:ph idx="1" type="subTitle"/>
          </p:nvPr>
        </p:nvSpPr>
        <p:spPr>
          <a:xfrm>
            <a:off x="4323175" y="2716825"/>
            <a:ext cx="3345600" cy="282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324" name="Google Shape;324;p20"/>
          <p:cNvSpPr txBox="1"/>
          <p:nvPr>
            <p:ph hasCustomPrompt="1" idx="2" type="title"/>
          </p:nvPr>
        </p:nvSpPr>
        <p:spPr>
          <a:xfrm>
            <a:off x="3789775" y="791000"/>
            <a:ext cx="3345600" cy="656400"/>
          </a:xfrm>
          <a:prstGeom prst="rect">
            <a:avLst/>
          </a:prstGeom>
          <a:noFill/>
        </p:spPr>
        <p:txBody>
          <a:bodyPr anchorCtr="0" anchor="ctr" bIns="91425" lIns="91425" spcFirstLastPara="1" rIns="91425" wrap="square" tIns="91425">
            <a:norm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5" name="Google Shape;325;p20"/>
          <p:cNvSpPr txBox="1"/>
          <p:nvPr>
            <p:ph idx="3" type="subTitle"/>
          </p:nvPr>
        </p:nvSpPr>
        <p:spPr>
          <a:xfrm>
            <a:off x="3789775" y="1452000"/>
            <a:ext cx="3345600" cy="282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326" name="Google Shape;326;p20"/>
          <p:cNvSpPr txBox="1"/>
          <p:nvPr>
            <p:ph hasCustomPrompt="1" idx="4" type="title"/>
          </p:nvPr>
        </p:nvSpPr>
        <p:spPr>
          <a:xfrm>
            <a:off x="4856575" y="3321550"/>
            <a:ext cx="3345600" cy="656400"/>
          </a:xfrm>
          <a:prstGeom prst="rect">
            <a:avLst/>
          </a:prstGeom>
          <a:noFill/>
        </p:spPr>
        <p:txBody>
          <a:bodyPr anchorCtr="0" anchor="ctr" bIns="91425" lIns="91425" spcFirstLastPara="1" rIns="91425" wrap="square" tIns="91425">
            <a:norm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7" name="Google Shape;327;p20"/>
          <p:cNvSpPr txBox="1"/>
          <p:nvPr>
            <p:ph idx="5" type="subTitle"/>
          </p:nvPr>
        </p:nvSpPr>
        <p:spPr>
          <a:xfrm>
            <a:off x="4856575" y="3981650"/>
            <a:ext cx="3345600" cy="282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328" name="Google Shape;328;p20"/>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9" name="Google Shape;329;p20"/>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0" name="Google Shape;330;p20"/>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1" name="Google Shape;331;p20"/>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2" name="Google Shape;332;p20"/>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33" name="Google Shape;333;p20"/>
          <p:cNvGrpSpPr/>
          <p:nvPr/>
        </p:nvGrpSpPr>
        <p:grpSpPr>
          <a:xfrm>
            <a:off x="8477349" y="4595021"/>
            <a:ext cx="161419" cy="156795"/>
            <a:chOff x="10138900" y="2314588"/>
            <a:chExt cx="165101" cy="160338"/>
          </a:xfrm>
        </p:grpSpPr>
        <p:sp>
          <p:nvSpPr>
            <p:cNvPr id="334" name="Google Shape;334;p20"/>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20"/>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6" name="Google Shape;336;p20"/>
          <p:cNvGrpSpPr/>
          <p:nvPr/>
        </p:nvGrpSpPr>
        <p:grpSpPr>
          <a:xfrm>
            <a:off x="7717077" y="305376"/>
            <a:ext cx="192347" cy="156850"/>
            <a:chOff x="2244725" y="192088"/>
            <a:chExt cx="7724774" cy="6299200"/>
          </a:xfrm>
        </p:grpSpPr>
        <p:sp>
          <p:nvSpPr>
            <p:cNvPr id="337" name="Google Shape;337;p20"/>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20"/>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20"/>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20"/>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_1">
  <p:cSld name="BIG_NUMBER_1">
    <p:spTree>
      <p:nvGrpSpPr>
        <p:cNvPr id="341" name="Shape 341"/>
        <p:cNvGrpSpPr/>
        <p:nvPr/>
      </p:nvGrpSpPr>
      <p:grpSpPr>
        <a:xfrm>
          <a:off x="0" y="0"/>
          <a:ext cx="0" cy="0"/>
          <a:chOff x="0" y="0"/>
          <a:chExt cx="0" cy="0"/>
        </a:xfrm>
      </p:grpSpPr>
      <p:grpSp>
        <p:nvGrpSpPr>
          <p:cNvPr id="342" name="Google Shape;342;p21"/>
          <p:cNvGrpSpPr/>
          <p:nvPr/>
        </p:nvGrpSpPr>
        <p:grpSpPr>
          <a:xfrm>
            <a:off x="326250" y="4505375"/>
            <a:ext cx="8491500" cy="318625"/>
            <a:chOff x="326250" y="4505375"/>
            <a:chExt cx="8491500" cy="318625"/>
          </a:xfrm>
        </p:grpSpPr>
        <p:sp>
          <p:nvSpPr>
            <p:cNvPr id="343" name="Google Shape;343;p21"/>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44" name="Google Shape;344;p21"/>
            <p:cNvGrpSpPr/>
            <p:nvPr/>
          </p:nvGrpSpPr>
          <p:grpSpPr>
            <a:xfrm>
              <a:off x="8361877" y="4505375"/>
              <a:ext cx="455613" cy="318598"/>
              <a:chOff x="8362100" y="4505388"/>
              <a:chExt cx="455613" cy="315913"/>
            </a:xfrm>
          </p:grpSpPr>
          <p:sp>
            <p:nvSpPr>
              <p:cNvPr id="345" name="Google Shape;345;p21"/>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46" name="Google Shape;346;p21"/>
              <p:cNvGrpSpPr/>
              <p:nvPr/>
            </p:nvGrpSpPr>
            <p:grpSpPr>
              <a:xfrm>
                <a:off x="8477349" y="4595021"/>
                <a:ext cx="161419" cy="156795"/>
                <a:chOff x="10138900" y="2314588"/>
                <a:chExt cx="165101" cy="160338"/>
              </a:xfrm>
            </p:grpSpPr>
            <p:sp>
              <p:nvSpPr>
                <p:cNvPr id="347" name="Google Shape;347;p21"/>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21"/>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349" name="Google Shape;349;p21"/>
          <p:cNvSpPr txBox="1"/>
          <p:nvPr>
            <p:ph hasCustomPrompt="1" type="title"/>
          </p:nvPr>
        </p:nvSpPr>
        <p:spPr>
          <a:xfrm>
            <a:off x="713225" y="1282375"/>
            <a:ext cx="4320300" cy="7365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9600"/>
              <a:buNone/>
              <a:defRPr sz="3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0" name="Google Shape;350;p21"/>
          <p:cNvSpPr txBox="1"/>
          <p:nvPr>
            <p:ph idx="1" type="subTitle"/>
          </p:nvPr>
        </p:nvSpPr>
        <p:spPr>
          <a:xfrm>
            <a:off x="713225" y="2080400"/>
            <a:ext cx="4320300" cy="3723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51" name="Google Shape;351;p21"/>
          <p:cNvGrpSpPr/>
          <p:nvPr/>
        </p:nvGrpSpPr>
        <p:grpSpPr>
          <a:xfrm>
            <a:off x="327275" y="228100"/>
            <a:ext cx="1156134" cy="311400"/>
            <a:chOff x="327275" y="228100"/>
            <a:chExt cx="1156134" cy="311400"/>
          </a:xfrm>
        </p:grpSpPr>
        <p:sp>
          <p:nvSpPr>
            <p:cNvPr id="352" name="Google Shape;352;p21"/>
            <p:cNvSpPr/>
            <p:nvPr/>
          </p:nvSpPr>
          <p:spPr>
            <a:xfrm>
              <a:off x="327275"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3" name="Google Shape;353;p21"/>
            <p:cNvSpPr/>
            <p:nvPr/>
          </p:nvSpPr>
          <p:spPr>
            <a:xfrm>
              <a:off x="753692"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4" name="Google Shape;354;p21"/>
            <p:cNvSpPr/>
            <p:nvPr/>
          </p:nvSpPr>
          <p:spPr>
            <a:xfrm>
              <a:off x="1180109"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5" name="Google Shape;355;p21"/>
            <p:cNvSpPr/>
            <p:nvPr/>
          </p:nvSpPr>
          <p:spPr>
            <a:xfrm>
              <a:off x="802892"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6" name="Google Shape;356;p21"/>
            <p:cNvSpPr/>
            <p:nvPr/>
          </p:nvSpPr>
          <p:spPr>
            <a:xfrm>
              <a:off x="1247009"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57" name="Google Shape;357;p21"/>
            <p:cNvGrpSpPr/>
            <p:nvPr/>
          </p:nvGrpSpPr>
          <p:grpSpPr>
            <a:xfrm>
              <a:off x="382752" y="299201"/>
              <a:ext cx="192347" cy="156850"/>
              <a:chOff x="2244725" y="192088"/>
              <a:chExt cx="7724774" cy="6299200"/>
            </a:xfrm>
          </p:grpSpPr>
          <p:sp>
            <p:nvSpPr>
              <p:cNvPr id="358" name="Google Shape;358;p21"/>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21"/>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21"/>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21"/>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62" name="Shape 362"/>
        <p:cNvGrpSpPr/>
        <p:nvPr/>
      </p:nvGrpSpPr>
      <p:grpSpPr>
        <a:xfrm>
          <a:off x="0" y="0"/>
          <a:ext cx="0" cy="0"/>
          <a:chOff x="0" y="0"/>
          <a:chExt cx="0" cy="0"/>
        </a:xfrm>
      </p:grpSpPr>
      <p:sp>
        <p:nvSpPr>
          <p:cNvPr id="363" name="Google Shape;363;p22"/>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4" name="Google Shape;364;p22"/>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365" name="Google Shape;365;p22"/>
          <p:cNvGrpSpPr/>
          <p:nvPr/>
        </p:nvGrpSpPr>
        <p:grpSpPr>
          <a:xfrm>
            <a:off x="6634800" y="-102987"/>
            <a:ext cx="2927650" cy="2146426"/>
            <a:chOff x="6634800" y="-102987"/>
            <a:chExt cx="2927650" cy="2146426"/>
          </a:xfrm>
        </p:grpSpPr>
        <p:grpSp>
          <p:nvGrpSpPr>
            <p:cNvPr id="366" name="Google Shape;366;p22"/>
            <p:cNvGrpSpPr/>
            <p:nvPr/>
          </p:nvGrpSpPr>
          <p:grpSpPr>
            <a:xfrm>
              <a:off x="8424001" y="-102987"/>
              <a:ext cx="879475" cy="1439864"/>
              <a:chOff x="704550" y="2022613"/>
              <a:chExt cx="879475" cy="1439864"/>
            </a:xfrm>
          </p:grpSpPr>
          <p:sp>
            <p:nvSpPr>
              <p:cNvPr id="367" name="Google Shape;367;p22"/>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368" name="Google Shape;368;p22"/>
              <p:cNvGrpSpPr/>
              <p:nvPr/>
            </p:nvGrpSpPr>
            <p:grpSpPr>
              <a:xfrm>
                <a:off x="839488" y="2182413"/>
                <a:ext cx="609600" cy="1117540"/>
                <a:chOff x="7453338" y="715125"/>
                <a:chExt cx="609600" cy="1117540"/>
              </a:xfrm>
            </p:grpSpPr>
            <p:cxnSp>
              <p:nvCxnSpPr>
                <p:cNvPr id="369" name="Google Shape;369;p22"/>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0" name="Google Shape;370;p22"/>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1" name="Google Shape;371;p22"/>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2" name="Google Shape;372;p22"/>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3" name="Google Shape;373;p22"/>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4" name="Google Shape;374;p22"/>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22"/>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6" name="Google Shape;376;p22"/>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7" name="Google Shape;377;p22"/>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8" name="Google Shape;378;p22"/>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79" name="Google Shape;379;p22"/>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80" name="Google Shape;380;p22"/>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381" name="Google Shape;381;p22"/>
            <p:cNvGrpSpPr/>
            <p:nvPr/>
          </p:nvGrpSpPr>
          <p:grpSpPr>
            <a:xfrm flipH="1">
              <a:off x="8684563" y="1573538"/>
              <a:ext cx="877888" cy="469900"/>
              <a:chOff x="7327075" y="3825188"/>
              <a:chExt cx="877888" cy="469900"/>
            </a:xfrm>
          </p:grpSpPr>
          <p:sp>
            <p:nvSpPr>
              <p:cNvPr id="382" name="Google Shape;382;p22"/>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83" name="Google Shape;383;p22"/>
              <p:cNvGrpSpPr/>
              <p:nvPr/>
            </p:nvGrpSpPr>
            <p:grpSpPr>
              <a:xfrm>
                <a:off x="7435371" y="3940000"/>
                <a:ext cx="667073" cy="204775"/>
                <a:chOff x="5848350" y="2788450"/>
                <a:chExt cx="1285800" cy="204775"/>
              </a:xfrm>
            </p:grpSpPr>
            <p:cxnSp>
              <p:nvCxnSpPr>
                <p:cNvPr id="384" name="Google Shape;384;p22"/>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22"/>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22"/>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387" name="Google Shape;387;p22"/>
            <p:cNvGrpSpPr/>
            <p:nvPr/>
          </p:nvGrpSpPr>
          <p:grpSpPr>
            <a:xfrm flipH="1">
              <a:off x="6634800" y="-102975"/>
              <a:ext cx="1544638" cy="528638"/>
              <a:chOff x="5728088" y="2646488"/>
              <a:chExt cx="1544638" cy="528638"/>
            </a:xfrm>
          </p:grpSpPr>
          <p:sp>
            <p:nvSpPr>
              <p:cNvPr id="388" name="Google Shape;388;p22"/>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89" name="Google Shape;389;p22"/>
              <p:cNvGrpSpPr/>
              <p:nvPr/>
            </p:nvGrpSpPr>
            <p:grpSpPr>
              <a:xfrm>
                <a:off x="5857513" y="2784594"/>
                <a:ext cx="1285800" cy="204775"/>
                <a:chOff x="5848350" y="2788450"/>
                <a:chExt cx="1285800" cy="204775"/>
              </a:xfrm>
            </p:grpSpPr>
            <p:cxnSp>
              <p:nvCxnSpPr>
                <p:cNvPr id="390" name="Google Shape;390;p22"/>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391" name="Google Shape;391;p22"/>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392" name="Google Shape;392;p22"/>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393" name="Google Shape;393;p22"/>
          <p:cNvGrpSpPr/>
          <p:nvPr/>
        </p:nvGrpSpPr>
        <p:grpSpPr>
          <a:xfrm>
            <a:off x="8684567" y="2187600"/>
            <a:ext cx="303300" cy="311400"/>
            <a:chOff x="1663317" y="971900"/>
            <a:chExt cx="303300" cy="311400"/>
          </a:xfrm>
        </p:grpSpPr>
        <p:sp>
          <p:nvSpPr>
            <p:cNvPr id="394" name="Google Shape;394;p22"/>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5" name="Google Shape;395;p22"/>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96" name="Shape 396"/>
        <p:cNvGrpSpPr/>
        <p:nvPr/>
      </p:nvGrpSpPr>
      <p:grpSpPr>
        <a:xfrm>
          <a:off x="0" y="0"/>
          <a:ext cx="0" cy="0"/>
          <a:chOff x="0" y="0"/>
          <a:chExt cx="0" cy="0"/>
        </a:xfrm>
      </p:grpSpPr>
      <p:sp>
        <p:nvSpPr>
          <p:cNvPr id="397" name="Google Shape;397;p23"/>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98" name="Google Shape;398;p23"/>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399" name="Google Shape;399;p23"/>
          <p:cNvGrpSpPr/>
          <p:nvPr/>
        </p:nvGrpSpPr>
        <p:grpSpPr>
          <a:xfrm>
            <a:off x="7213600" y="3104713"/>
            <a:ext cx="2653151" cy="2228951"/>
            <a:chOff x="7213600" y="3104713"/>
            <a:chExt cx="2653151" cy="2228951"/>
          </a:xfrm>
        </p:grpSpPr>
        <p:grpSp>
          <p:nvGrpSpPr>
            <p:cNvPr id="400" name="Google Shape;400;p23"/>
            <p:cNvGrpSpPr/>
            <p:nvPr/>
          </p:nvGrpSpPr>
          <p:grpSpPr>
            <a:xfrm>
              <a:off x="7213600" y="4863763"/>
              <a:ext cx="877888" cy="469900"/>
              <a:chOff x="6736325" y="4051538"/>
              <a:chExt cx="877888" cy="469900"/>
            </a:xfrm>
          </p:grpSpPr>
          <p:sp>
            <p:nvSpPr>
              <p:cNvPr id="401" name="Google Shape;401;p23"/>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2" name="Google Shape;402;p23"/>
              <p:cNvGrpSpPr/>
              <p:nvPr/>
            </p:nvGrpSpPr>
            <p:grpSpPr>
              <a:xfrm>
                <a:off x="6844621" y="4166350"/>
                <a:ext cx="667073" cy="204775"/>
                <a:chOff x="5848350" y="2788450"/>
                <a:chExt cx="1285800" cy="204775"/>
              </a:xfrm>
            </p:grpSpPr>
            <p:cxnSp>
              <p:nvCxnSpPr>
                <p:cNvPr id="403" name="Google Shape;403;p23"/>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404" name="Google Shape;404;p23"/>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405" name="Google Shape;405;p23"/>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06" name="Google Shape;406;p23"/>
            <p:cNvGrpSpPr/>
            <p:nvPr/>
          </p:nvGrpSpPr>
          <p:grpSpPr>
            <a:xfrm flipH="1">
              <a:off x="8697338" y="3104713"/>
              <a:ext cx="879475" cy="1439864"/>
              <a:chOff x="4645038" y="3703638"/>
              <a:chExt cx="879475" cy="1439864"/>
            </a:xfrm>
          </p:grpSpPr>
          <p:sp>
            <p:nvSpPr>
              <p:cNvPr id="407" name="Google Shape;407;p23"/>
              <p:cNvSpPr/>
              <p:nvPr/>
            </p:nvSpPr>
            <p:spPr>
              <a:xfrm>
                <a:off x="4645038" y="3703638"/>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08" name="Google Shape;408;p23"/>
              <p:cNvGrpSpPr/>
              <p:nvPr/>
            </p:nvGrpSpPr>
            <p:grpSpPr>
              <a:xfrm flipH="1">
                <a:off x="4779975" y="3863438"/>
                <a:ext cx="609600" cy="1117540"/>
                <a:chOff x="7453338" y="715125"/>
                <a:chExt cx="609600" cy="1117540"/>
              </a:xfrm>
            </p:grpSpPr>
            <p:cxnSp>
              <p:nvCxnSpPr>
                <p:cNvPr id="409" name="Google Shape;409;p23"/>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23"/>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23"/>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23"/>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23"/>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23"/>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23"/>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23"/>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23"/>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23"/>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23"/>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23"/>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421" name="Google Shape;421;p23"/>
            <p:cNvGrpSpPr/>
            <p:nvPr/>
          </p:nvGrpSpPr>
          <p:grpSpPr>
            <a:xfrm flipH="1">
              <a:off x="8322100" y="4742425"/>
              <a:ext cx="1544651" cy="318600"/>
              <a:chOff x="6043400" y="3591300"/>
              <a:chExt cx="1544651" cy="318600"/>
            </a:xfrm>
          </p:grpSpPr>
          <p:sp>
            <p:nvSpPr>
              <p:cNvPr id="422" name="Google Shape;422;p23"/>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23" name="Google Shape;423;p23"/>
              <p:cNvGrpSpPr/>
              <p:nvPr/>
            </p:nvGrpSpPr>
            <p:grpSpPr>
              <a:xfrm>
                <a:off x="6141952" y="3680050"/>
                <a:ext cx="1369506" cy="102388"/>
                <a:chOff x="5848350" y="2788450"/>
                <a:chExt cx="1285800" cy="102388"/>
              </a:xfrm>
            </p:grpSpPr>
            <p:cxnSp>
              <p:nvCxnSpPr>
                <p:cNvPr id="424" name="Google Shape;424;p23"/>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425" name="Google Shape;425;p23"/>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426" name="Google Shape;426;p23"/>
          <p:cNvGrpSpPr/>
          <p:nvPr/>
        </p:nvGrpSpPr>
        <p:grpSpPr>
          <a:xfrm>
            <a:off x="8697350" y="2640913"/>
            <a:ext cx="303300" cy="311400"/>
            <a:chOff x="1236900" y="971900"/>
            <a:chExt cx="303300" cy="311400"/>
          </a:xfrm>
        </p:grpSpPr>
        <p:sp>
          <p:nvSpPr>
            <p:cNvPr id="427" name="Google Shape;427;p23"/>
            <p:cNvSpPr/>
            <p:nvPr/>
          </p:nvSpPr>
          <p:spPr>
            <a:xfrm>
              <a:off x="1236900"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28" name="Google Shape;428;p23"/>
            <p:cNvGrpSpPr/>
            <p:nvPr/>
          </p:nvGrpSpPr>
          <p:grpSpPr>
            <a:xfrm>
              <a:off x="1292368" y="1049176"/>
              <a:ext cx="192347" cy="156850"/>
              <a:chOff x="2244725" y="192088"/>
              <a:chExt cx="7724774" cy="6299200"/>
            </a:xfrm>
          </p:grpSpPr>
          <p:sp>
            <p:nvSpPr>
              <p:cNvPr id="429" name="Google Shape;429;p23"/>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23"/>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23"/>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23"/>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433" name="Shape 433"/>
        <p:cNvGrpSpPr/>
        <p:nvPr/>
      </p:nvGrpSpPr>
      <p:grpSpPr>
        <a:xfrm>
          <a:off x="0" y="0"/>
          <a:ext cx="0" cy="0"/>
          <a:chOff x="0" y="0"/>
          <a:chExt cx="0" cy="0"/>
        </a:xfrm>
      </p:grpSpPr>
      <p:sp>
        <p:nvSpPr>
          <p:cNvPr id="434" name="Google Shape;434;p24"/>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5" name="Google Shape;435;p24"/>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436" name="Google Shape;436;p24"/>
          <p:cNvGrpSpPr/>
          <p:nvPr/>
        </p:nvGrpSpPr>
        <p:grpSpPr>
          <a:xfrm>
            <a:off x="7408025" y="-164337"/>
            <a:ext cx="2128538" cy="2922713"/>
            <a:chOff x="7408025" y="-164337"/>
            <a:chExt cx="2128538" cy="2922713"/>
          </a:xfrm>
        </p:grpSpPr>
        <p:grpSp>
          <p:nvGrpSpPr>
            <p:cNvPr id="437" name="Google Shape;437;p24"/>
            <p:cNvGrpSpPr/>
            <p:nvPr/>
          </p:nvGrpSpPr>
          <p:grpSpPr>
            <a:xfrm>
              <a:off x="8657088" y="696213"/>
              <a:ext cx="879475" cy="1439864"/>
              <a:chOff x="704550" y="2022613"/>
              <a:chExt cx="879475" cy="1439864"/>
            </a:xfrm>
          </p:grpSpPr>
          <p:sp>
            <p:nvSpPr>
              <p:cNvPr id="438" name="Google Shape;438;p24"/>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39" name="Google Shape;439;p24"/>
              <p:cNvGrpSpPr/>
              <p:nvPr/>
            </p:nvGrpSpPr>
            <p:grpSpPr>
              <a:xfrm>
                <a:off x="839488" y="2182413"/>
                <a:ext cx="609600" cy="1117540"/>
                <a:chOff x="7453338" y="715125"/>
                <a:chExt cx="609600" cy="1117540"/>
              </a:xfrm>
            </p:grpSpPr>
            <p:cxnSp>
              <p:nvCxnSpPr>
                <p:cNvPr id="440" name="Google Shape;440;p24"/>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1" name="Google Shape;441;p24"/>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2" name="Google Shape;442;p24"/>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3" name="Google Shape;443;p24"/>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4" name="Google Shape;444;p24"/>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5" name="Google Shape;445;p24"/>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6" name="Google Shape;446;p24"/>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7" name="Google Shape;447;p24"/>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8" name="Google Shape;448;p24"/>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49" name="Google Shape;449;p24"/>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24"/>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51" name="Google Shape;451;p24"/>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52" name="Google Shape;452;p24"/>
            <p:cNvGrpSpPr/>
            <p:nvPr/>
          </p:nvGrpSpPr>
          <p:grpSpPr>
            <a:xfrm flipH="1">
              <a:off x="8657875" y="2288475"/>
              <a:ext cx="877888" cy="469900"/>
              <a:chOff x="2079875" y="3121151"/>
              <a:chExt cx="877888" cy="469900"/>
            </a:xfrm>
          </p:grpSpPr>
          <p:sp>
            <p:nvSpPr>
              <p:cNvPr id="453" name="Google Shape;453;p24"/>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4" name="Google Shape;454;p24"/>
              <p:cNvGrpSpPr/>
              <p:nvPr/>
            </p:nvGrpSpPr>
            <p:grpSpPr>
              <a:xfrm>
                <a:off x="2181689" y="3241906"/>
                <a:ext cx="674400" cy="203189"/>
                <a:chOff x="2181677" y="2165344"/>
                <a:chExt cx="674400" cy="203189"/>
              </a:xfrm>
            </p:grpSpPr>
            <p:cxnSp>
              <p:nvCxnSpPr>
                <p:cNvPr id="455" name="Google Shape;455;p24"/>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456" name="Google Shape;456;p24"/>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457" name="Google Shape;457;p24"/>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58" name="Google Shape;458;p24"/>
            <p:cNvGrpSpPr/>
            <p:nvPr/>
          </p:nvGrpSpPr>
          <p:grpSpPr>
            <a:xfrm>
              <a:off x="7408025" y="-164337"/>
              <a:ext cx="877888" cy="469900"/>
              <a:chOff x="7327075" y="3825188"/>
              <a:chExt cx="877888" cy="469900"/>
            </a:xfrm>
          </p:grpSpPr>
          <p:sp>
            <p:nvSpPr>
              <p:cNvPr id="459" name="Google Shape;459;p24"/>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0" name="Google Shape;460;p24"/>
              <p:cNvGrpSpPr/>
              <p:nvPr/>
            </p:nvGrpSpPr>
            <p:grpSpPr>
              <a:xfrm>
                <a:off x="7435371" y="3940000"/>
                <a:ext cx="667073" cy="204775"/>
                <a:chOff x="5848350" y="2788450"/>
                <a:chExt cx="1285800" cy="204775"/>
              </a:xfrm>
            </p:grpSpPr>
            <p:cxnSp>
              <p:nvCxnSpPr>
                <p:cNvPr id="461" name="Google Shape;461;p24"/>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24"/>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24"/>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464" name="Google Shape;464;p24"/>
          <p:cNvGrpSpPr/>
          <p:nvPr/>
        </p:nvGrpSpPr>
        <p:grpSpPr>
          <a:xfrm>
            <a:off x="8430784" y="232425"/>
            <a:ext cx="303300" cy="311400"/>
            <a:chOff x="2089734" y="971900"/>
            <a:chExt cx="303300" cy="311400"/>
          </a:xfrm>
        </p:grpSpPr>
        <p:sp>
          <p:nvSpPr>
            <p:cNvPr id="465" name="Google Shape;465;p24"/>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6" name="Google Shape;466;p24"/>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67" name="Shape 467"/>
        <p:cNvGrpSpPr/>
        <p:nvPr/>
      </p:nvGrpSpPr>
      <p:grpSpPr>
        <a:xfrm>
          <a:off x="0" y="0"/>
          <a:ext cx="0" cy="0"/>
          <a:chOff x="0" y="0"/>
          <a:chExt cx="0" cy="0"/>
        </a:xfrm>
      </p:grpSpPr>
      <p:grpSp>
        <p:nvGrpSpPr>
          <p:cNvPr id="468" name="Google Shape;468;p25"/>
          <p:cNvGrpSpPr/>
          <p:nvPr/>
        </p:nvGrpSpPr>
        <p:grpSpPr>
          <a:xfrm>
            <a:off x="326250" y="4505375"/>
            <a:ext cx="8491500" cy="318625"/>
            <a:chOff x="326250" y="4505375"/>
            <a:chExt cx="8491500" cy="318625"/>
          </a:xfrm>
        </p:grpSpPr>
        <p:sp>
          <p:nvSpPr>
            <p:cNvPr id="469" name="Google Shape;469;p25"/>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70" name="Google Shape;470;p25"/>
            <p:cNvGrpSpPr/>
            <p:nvPr/>
          </p:nvGrpSpPr>
          <p:grpSpPr>
            <a:xfrm>
              <a:off x="8361877" y="4505375"/>
              <a:ext cx="455613" cy="318598"/>
              <a:chOff x="8362100" y="4505388"/>
              <a:chExt cx="455613" cy="315913"/>
            </a:xfrm>
          </p:grpSpPr>
          <p:sp>
            <p:nvSpPr>
              <p:cNvPr id="471" name="Google Shape;471;p25"/>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2" name="Google Shape;472;p25"/>
              <p:cNvGrpSpPr/>
              <p:nvPr/>
            </p:nvGrpSpPr>
            <p:grpSpPr>
              <a:xfrm>
                <a:off x="8477349" y="4595021"/>
                <a:ext cx="161419" cy="156795"/>
                <a:chOff x="10138900" y="2314588"/>
                <a:chExt cx="165101" cy="160338"/>
              </a:xfrm>
            </p:grpSpPr>
            <p:sp>
              <p:nvSpPr>
                <p:cNvPr id="473" name="Google Shape;473;p25"/>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25"/>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475" name="Google Shape;475;p25"/>
          <p:cNvSpPr txBox="1"/>
          <p:nvPr>
            <p:ph type="title"/>
          </p:nvPr>
        </p:nvSpPr>
        <p:spPr>
          <a:xfrm>
            <a:off x="3752275" y="641900"/>
            <a:ext cx="3950700" cy="9924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sz="5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6" name="Google Shape;476;p25"/>
          <p:cNvSpPr txBox="1"/>
          <p:nvPr>
            <p:ph idx="1" type="subTitle"/>
          </p:nvPr>
        </p:nvSpPr>
        <p:spPr>
          <a:xfrm>
            <a:off x="3752275" y="1694513"/>
            <a:ext cx="3950700" cy="9924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7" name="Google Shape;477;p25"/>
          <p:cNvSpPr txBox="1"/>
          <p:nvPr/>
        </p:nvSpPr>
        <p:spPr>
          <a:xfrm>
            <a:off x="3752275" y="3459550"/>
            <a:ext cx="4678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a:ea typeface="Barlow"/>
                <a:cs typeface="Barlow"/>
                <a:sym typeface="Barlow"/>
              </a:rPr>
              <a:t> This presentation template was created by </a:t>
            </a:r>
            <a:r>
              <a:rPr b="1" lang="en" sz="1200" u="sng">
                <a:solidFill>
                  <a:schemeClr val="hlink"/>
                </a:solidFill>
                <a:latin typeface="Barlow"/>
                <a:ea typeface="Barlow"/>
                <a:cs typeface="Barlow"/>
                <a:sym typeface="Barlow"/>
                <a:hlinkClick r:id="rId2"/>
              </a:rPr>
              <a:t>Slidesgo</a:t>
            </a:r>
            <a:r>
              <a:rPr lang="en" sz="1200">
                <a:solidFill>
                  <a:schemeClr val="dk1"/>
                </a:solidFill>
                <a:latin typeface="Barlow"/>
                <a:ea typeface="Barlow"/>
                <a:cs typeface="Barlow"/>
                <a:sym typeface="Barlow"/>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a:ea typeface="Barlow"/>
                <a:cs typeface="Barlow"/>
                <a:sym typeface="Barlow"/>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
        <p:nvSpPr>
          <p:cNvPr id="478" name="Google Shape;478;p25"/>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9" name="Google Shape;479;p25"/>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0" name="Google Shape;480;p25"/>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1" name="Google Shape;481;p25"/>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2" name="Google Shape;482;p25"/>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83" name="Google Shape;483;p25"/>
          <p:cNvGrpSpPr/>
          <p:nvPr/>
        </p:nvGrpSpPr>
        <p:grpSpPr>
          <a:xfrm>
            <a:off x="7717068" y="305376"/>
            <a:ext cx="192347" cy="156850"/>
            <a:chOff x="2244725" y="192088"/>
            <a:chExt cx="7724774" cy="6299200"/>
          </a:xfrm>
        </p:grpSpPr>
        <p:sp>
          <p:nvSpPr>
            <p:cNvPr id="484" name="Google Shape;484;p25"/>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25"/>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25"/>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25"/>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1">
    <p:spTree>
      <p:nvGrpSpPr>
        <p:cNvPr id="488" name="Shape 488"/>
        <p:cNvGrpSpPr/>
        <p:nvPr/>
      </p:nvGrpSpPr>
      <p:grpSpPr>
        <a:xfrm>
          <a:off x="0" y="0"/>
          <a:ext cx="0" cy="0"/>
          <a:chOff x="0" y="0"/>
          <a:chExt cx="0" cy="0"/>
        </a:xfrm>
      </p:grpSpPr>
      <p:sp>
        <p:nvSpPr>
          <p:cNvPr id="489" name="Google Shape;489;p26"/>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0" name="Google Shape;490;p26"/>
          <p:cNvSpPr txBox="1"/>
          <p:nvPr>
            <p:ph idx="1" type="subTitle"/>
          </p:nvPr>
        </p:nvSpPr>
        <p:spPr>
          <a:xfrm>
            <a:off x="720000" y="1017713"/>
            <a:ext cx="7704000" cy="873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8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cxnSp>
        <p:nvCxnSpPr>
          <p:cNvPr id="491" name="Google Shape;491;p26"/>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492" name="Google Shape;492;p26"/>
          <p:cNvGrpSpPr/>
          <p:nvPr/>
        </p:nvGrpSpPr>
        <p:grpSpPr>
          <a:xfrm>
            <a:off x="7335850" y="-602537"/>
            <a:ext cx="2521701" cy="2181137"/>
            <a:chOff x="7335850" y="-602537"/>
            <a:chExt cx="2521701" cy="2181137"/>
          </a:xfrm>
        </p:grpSpPr>
        <p:grpSp>
          <p:nvGrpSpPr>
            <p:cNvPr id="493" name="Google Shape;493;p26"/>
            <p:cNvGrpSpPr/>
            <p:nvPr/>
          </p:nvGrpSpPr>
          <p:grpSpPr>
            <a:xfrm>
              <a:off x="8574551" y="-602537"/>
              <a:ext cx="879475" cy="1439864"/>
              <a:chOff x="704550" y="2022613"/>
              <a:chExt cx="879475" cy="1439864"/>
            </a:xfrm>
          </p:grpSpPr>
          <p:sp>
            <p:nvSpPr>
              <p:cNvPr id="494" name="Google Shape;494;p26"/>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95" name="Google Shape;495;p26"/>
              <p:cNvGrpSpPr/>
              <p:nvPr/>
            </p:nvGrpSpPr>
            <p:grpSpPr>
              <a:xfrm>
                <a:off x="839488" y="2182413"/>
                <a:ext cx="609600" cy="1117540"/>
                <a:chOff x="7453338" y="715125"/>
                <a:chExt cx="609600" cy="1117540"/>
              </a:xfrm>
            </p:grpSpPr>
            <p:cxnSp>
              <p:nvCxnSpPr>
                <p:cNvPr id="496" name="Google Shape;496;p2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97" name="Google Shape;497;p2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98" name="Google Shape;498;p2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99" name="Google Shape;499;p2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0" name="Google Shape;500;p2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1" name="Google Shape;501;p2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2" name="Google Shape;502;p2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3" name="Google Shape;503;p2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4" name="Google Shape;504;p2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2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6" name="Google Shape;506;p2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7" name="Google Shape;507;p26"/>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08" name="Google Shape;508;p26"/>
            <p:cNvGrpSpPr/>
            <p:nvPr/>
          </p:nvGrpSpPr>
          <p:grpSpPr>
            <a:xfrm>
              <a:off x="7335850" y="-153933"/>
              <a:ext cx="1094925" cy="430550"/>
              <a:chOff x="1862850" y="1718717"/>
              <a:chExt cx="1094925" cy="430550"/>
            </a:xfrm>
          </p:grpSpPr>
          <p:sp>
            <p:nvSpPr>
              <p:cNvPr id="509" name="Google Shape;509;p26"/>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510" name="Google Shape;510;p26"/>
              <p:cNvGrpSpPr/>
              <p:nvPr/>
            </p:nvGrpSpPr>
            <p:grpSpPr>
              <a:xfrm>
                <a:off x="1978095" y="1808221"/>
                <a:ext cx="877866" cy="203169"/>
                <a:chOff x="2181677" y="2165344"/>
                <a:chExt cx="674400" cy="203189"/>
              </a:xfrm>
            </p:grpSpPr>
            <p:cxnSp>
              <p:nvCxnSpPr>
                <p:cNvPr id="511" name="Google Shape;511;p26"/>
                <p:cNvCxnSpPr/>
                <p:nvPr/>
              </p:nvCxnSpPr>
              <p:spPr>
                <a:xfrm>
                  <a:off x="2181677" y="2165344"/>
                  <a:ext cx="674400" cy="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26"/>
                <p:cNvCxnSpPr/>
                <p:nvPr/>
              </p:nvCxnSpPr>
              <p:spPr>
                <a:xfrm>
                  <a:off x="2181677" y="2266938"/>
                  <a:ext cx="674400" cy="0"/>
                </a:xfrm>
                <a:prstGeom prst="straightConnector1">
                  <a:avLst/>
                </a:prstGeom>
                <a:noFill/>
                <a:ln cap="flat" cmpd="sng" w="9525">
                  <a:solidFill>
                    <a:schemeClr val="dk2"/>
                  </a:solidFill>
                  <a:prstDash val="solid"/>
                  <a:round/>
                  <a:headEnd len="med" w="med" type="none"/>
                  <a:tailEnd len="med" w="med" type="none"/>
                </a:ln>
              </p:spPr>
            </p:cxnSp>
            <p:cxnSp>
              <p:nvCxnSpPr>
                <p:cNvPr id="513" name="Google Shape;513;p26"/>
                <p:cNvCxnSpPr/>
                <p:nvPr/>
              </p:nvCxnSpPr>
              <p:spPr>
                <a:xfrm>
                  <a:off x="2181677" y="2368533"/>
                  <a:ext cx="205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514" name="Google Shape;514;p26"/>
            <p:cNvGrpSpPr/>
            <p:nvPr/>
          </p:nvGrpSpPr>
          <p:grpSpPr>
            <a:xfrm flipH="1">
              <a:off x="8312900" y="1260000"/>
              <a:ext cx="1544651" cy="318600"/>
              <a:chOff x="6043400" y="3591300"/>
              <a:chExt cx="1544651" cy="318600"/>
            </a:xfrm>
          </p:grpSpPr>
          <p:sp>
            <p:nvSpPr>
              <p:cNvPr id="515" name="Google Shape;515;p26"/>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16" name="Google Shape;516;p26"/>
              <p:cNvGrpSpPr/>
              <p:nvPr/>
            </p:nvGrpSpPr>
            <p:grpSpPr>
              <a:xfrm>
                <a:off x="6141952" y="3680050"/>
                <a:ext cx="1369506" cy="102388"/>
                <a:chOff x="5848350" y="2788450"/>
                <a:chExt cx="1285800" cy="102388"/>
              </a:xfrm>
            </p:grpSpPr>
            <p:cxnSp>
              <p:nvCxnSpPr>
                <p:cNvPr id="517" name="Google Shape;517;p2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518" name="Google Shape;518;p2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519" name="Google Shape;519;p26"/>
          <p:cNvGrpSpPr/>
          <p:nvPr/>
        </p:nvGrpSpPr>
        <p:grpSpPr>
          <a:xfrm>
            <a:off x="8574559" y="1725825"/>
            <a:ext cx="303300" cy="311400"/>
            <a:chOff x="2089734" y="971900"/>
            <a:chExt cx="303300" cy="311400"/>
          </a:xfrm>
        </p:grpSpPr>
        <p:sp>
          <p:nvSpPr>
            <p:cNvPr id="520" name="Google Shape;520;p26"/>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1" name="Google Shape;521;p26"/>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522" name="Shape 522"/>
        <p:cNvGrpSpPr/>
        <p:nvPr/>
      </p:nvGrpSpPr>
      <p:grpSpPr>
        <a:xfrm>
          <a:off x="0" y="0"/>
          <a:ext cx="0" cy="0"/>
          <a:chOff x="0" y="0"/>
          <a:chExt cx="0" cy="0"/>
        </a:xfrm>
      </p:grpSpPr>
      <p:sp>
        <p:nvSpPr>
          <p:cNvPr id="523" name="Google Shape;523;p27"/>
          <p:cNvSpPr txBox="1"/>
          <p:nvPr>
            <p:ph type="title"/>
          </p:nvPr>
        </p:nvSpPr>
        <p:spPr>
          <a:xfrm>
            <a:off x="720000" y="445025"/>
            <a:ext cx="77040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b="0" sz="2600">
                <a:latin typeface="Dela Gothic One"/>
                <a:ea typeface="Dela Gothic One"/>
                <a:cs typeface="Dela Gothic One"/>
                <a:sym typeface="Dela Gothic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4" name="Google Shape;524;p27"/>
          <p:cNvSpPr txBox="1"/>
          <p:nvPr>
            <p:ph idx="1" type="subTitle"/>
          </p:nvPr>
        </p:nvSpPr>
        <p:spPr>
          <a:xfrm>
            <a:off x="720000" y="1017725"/>
            <a:ext cx="5073600" cy="2238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8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cxnSp>
        <p:nvCxnSpPr>
          <p:cNvPr id="525" name="Google Shape;525;p27"/>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526" name="Google Shape;526;p27"/>
          <p:cNvGrpSpPr/>
          <p:nvPr/>
        </p:nvGrpSpPr>
        <p:grpSpPr>
          <a:xfrm>
            <a:off x="8491213" y="2056638"/>
            <a:ext cx="879475" cy="3252201"/>
            <a:chOff x="8491213" y="2056638"/>
            <a:chExt cx="879475" cy="3252201"/>
          </a:xfrm>
        </p:grpSpPr>
        <p:grpSp>
          <p:nvGrpSpPr>
            <p:cNvPr id="527" name="Google Shape;527;p27"/>
            <p:cNvGrpSpPr/>
            <p:nvPr/>
          </p:nvGrpSpPr>
          <p:grpSpPr>
            <a:xfrm>
              <a:off x="8491213" y="2056638"/>
              <a:ext cx="879475" cy="1439864"/>
              <a:chOff x="704550" y="2022613"/>
              <a:chExt cx="879475" cy="1439864"/>
            </a:xfrm>
          </p:grpSpPr>
          <p:sp>
            <p:nvSpPr>
              <p:cNvPr id="528" name="Google Shape;528;p27"/>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529" name="Google Shape;529;p27"/>
              <p:cNvGrpSpPr/>
              <p:nvPr/>
            </p:nvGrpSpPr>
            <p:grpSpPr>
              <a:xfrm>
                <a:off x="839488" y="2182413"/>
                <a:ext cx="609600" cy="1117540"/>
                <a:chOff x="7453338" y="715125"/>
                <a:chExt cx="609600" cy="1117540"/>
              </a:xfrm>
            </p:grpSpPr>
            <p:cxnSp>
              <p:nvCxnSpPr>
                <p:cNvPr id="530" name="Google Shape;530;p27"/>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1" name="Google Shape;531;p27"/>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2" name="Google Shape;532;p27"/>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3" name="Google Shape;533;p27"/>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4" name="Google Shape;534;p27"/>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5" name="Google Shape;535;p27"/>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6" name="Google Shape;536;p27"/>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7" name="Google Shape;537;p27"/>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8" name="Google Shape;538;p27"/>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39" name="Google Shape;539;p27"/>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40" name="Google Shape;540;p27"/>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41" name="Google Shape;541;p27"/>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42" name="Google Shape;542;p27"/>
            <p:cNvGrpSpPr/>
            <p:nvPr/>
          </p:nvGrpSpPr>
          <p:grpSpPr>
            <a:xfrm flipH="1">
              <a:off x="8491213" y="4838938"/>
              <a:ext cx="877888" cy="469900"/>
              <a:chOff x="6736325" y="4051538"/>
              <a:chExt cx="877888" cy="469900"/>
            </a:xfrm>
          </p:grpSpPr>
          <p:sp>
            <p:nvSpPr>
              <p:cNvPr id="543" name="Google Shape;543;p27"/>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44" name="Google Shape;544;p27"/>
              <p:cNvGrpSpPr/>
              <p:nvPr/>
            </p:nvGrpSpPr>
            <p:grpSpPr>
              <a:xfrm>
                <a:off x="6844621" y="4166350"/>
                <a:ext cx="667073" cy="204775"/>
                <a:chOff x="5848350" y="2788450"/>
                <a:chExt cx="1285800" cy="204775"/>
              </a:xfrm>
            </p:grpSpPr>
            <p:cxnSp>
              <p:nvCxnSpPr>
                <p:cNvPr id="545" name="Google Shape;545;p27"/>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27"/>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27"/>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548" name="Google Shape;548;p27"/>
          <p:cNvGrpSpPr/>
          <p:nvPr/>
        </p:nvGrpSpPr>
        <p:grpSpPr>
          <a:xfrm>
            <a:off x="8491222" y="1576000"/>
            <a:ext cx="303300" cy="311400"/>
            <a:chOff x="2089734" y="971900"/>
            <a:chExt cx="303300" cy="311400"/>
          </a:xfrm>
        </p:grpSpPr>
        <p:sp>
          <p:nvSpPr>
            <p:cNvPr id="549" name="Google Shape;549;p27"/>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0" name="Google Shape;550;p27"/>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551" name="Shape 551"/>
        <p:cNvGrpSpPr/>
        <p:nvPr/>
      </p:nvGrpSpPr>
      <p:grpSpPr>
        <a:xfrm>
          <a:off x="0" y="0"/>
          <a:ext cx="0" cy="0"/>
          <a:chOff x="0" y="0"/>
          <a:chExt cx="0" cy="0"/>
        </a:xfrm>
      </p:grpSpPr>
      <p:sp>
        <p:nvSpPr>
          <p:cNvPr id="552" name="Google Shape;552;p28"/>
          <p:cNvSpPr txBox="1"/>
          <p:nvPr>
            <p:ph type="title"/>
          </p:nvPr>
        </p:nvSpPr>
        <p:spPr>
          <a:xfrm>
            <a:off x="716700" y="511025"/>
            <a:ext cx="7710600" cy="482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6" name="Shape 556"/>
        <p:cNvGrpSpPr/>
        <p:nvPr/>
      </p:nvGrpSpPr>
      <p:grpSpPr>
        <a:xfrm>
          <a:off x="0" y="0"/>
          <a:ext cx="0" cy="0"/>
          <a:chOff x="0" y="0"/>
          <a:chExt cx="0" cy="0"/>
        </a:xfrm>
      </p:grpSpPr>
      <p:grpSp>
        <p:nvGrpSpPr>
          <p:cNvPr id="557" name="Google Shape;557;p30"/>
          <p:cNvGrpSpPr/>
          <p:nvPr/>
        </p:nvGrpSpPr>
        <p:grpSpPr>
          <a:xfrm>
            <a:off x="518850" y="392550"/>
            <a:ext cx="8106300" cy="4358400"/>
            <a:chOff x="518850" y="392550"/>
            <a:chExt cx="8106300" cy="4358400"/>
          </a:xfrm>
        </p:grpSpPr>
        <p:grpSp>
          <p:nvGrpSpPr>
            <p:cNvPr id="558" name="Google Shape;558;p30"/>
            <p:cNvGrpSpPr/>
            <p:nvPr/>
          </p:nvGrpSpPr>
          <p:grpSpPr>
            <a:xfrm>
              <a:off x="518850" y="392550"/>
              <a:ext cx="8106300" cy="396000"/>
              <a:chOff x="518850" y="385283"/>
              <a:chExt cx="8106300" cy="396000"/>
            </a:xfrm>
          </p:grpSpPr>
          <p:cxnSp>
            <p:nvCxnSpPr>
              <p:cNvPr id="559" name="Google Shape;559;p3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60" name="Google Shape;560;p3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61" name="Google Shape;561;p3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62" name="Google Shape;562;p30"/>
            <p:cNvGrpSpPr/>
            <p:nvPr/>
          </p:nvGrpSpPr>
          <p:grpSpPr>
            <a:xfrm rot="10800000">
              <a:off x="518850" y="4354950"/>
              <a:ext cx="8106300" cy="396000"/>
              <a:chOff x="518850" y="385283"/>
              <a:chExt cx="8106300" cy="396000"/>
            </a:xfrm>
          </p:grpSpPr>
          <p:cxnSp>
            <p:nvCxnSpPr>
              <p:cNvPr id="563" name="Google Shape;563;p3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64" name="Google Shape;564;p3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65" name="Google Shape;565;p3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566" name="Google Shape;566;p30"/>
          <p:cNvSpPr txBox="1"/>
          <p:nvPr>
            <p:ph type="ctrTitle"/>
          </p:nvPr>
        </p:nvSpPr>
        <p:spPr>
          <a:xfrm>
            <a:off x="713225" y="1252927"/>
            <a:ext cx="4370100" cy="2151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67" name="Google Shape;567;p30"/>
          <p:cNvSpPr txBox="1"/>
          <p:nvPr>
            <p:ph idx="1" type="subTitle"/>
          </p:nvPr>
        </p:nvSpPr>
        <p:spPr>
          <a:xfrm>
            <a:off x="713225" y="3414773"/>
            <a:ext cx="4370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8" name="Shape 568"/>
        <p:cNvGrpSpPr/>
        <p:nvPr/>
      </p:nvGrpSpPr>
      <p:grpSpPr>
        <a:xfrm>
          <a:off x="0" y="0"/>
          <a:ext cx="0" cy="0"/>
          <a:chOff x="0" y="0"/>
          <a:chExt cx="0" cy="0"/>
        </a:xfrm>
      </p:grpSpPr>
      <p:sp>
        <p:nvSpPr>
          <p:cNvPr id="569" name="Google Shape;569;p31"/>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0" name="Google Shape;570;p31"/>
          <p:cNvSpPr txBox="1"/>
          <p:nvPr>
            <p:ph hasCustomPrompt="1" idx="2" type="title"/>
          </p:nvPr>
        </p:nvSpPr>
        <p:spPr>
          <a:xfrm>
            <a:off x="4130550" y="1678250"/>
            <a:ext cx="4300200" cy="8418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571" name="Google Shape;571;p31"/>
          <p:cNvGrpSpPr/>
          <p:nvPr/>
        </p:nvGrpSpPr>
        <p:grpSpPr>
          <a:xfrm>
            <a:off x="518850" y="392550"/>
            <a:ext cx="8106300" cy="4358400"/>
            <a:chOff x="518850" y="392550"/>
            <a:chExt cx="8106300" cy="4358400"/>
          </a:xfrm>
        </p:grpSpPr>
        <p:grpSp>
          <p:nvGrpSpPr>
            <p:cNvPr id="572" name="Google Shape;572;p31"/>
            <p:cNvGrpSpPr/>
            <p:nvPr/>
          </p:nvGrpSpPr>
          <p:grpSpPr>
            <a:xfrm>
              <a:off x="518850" y="392550"/>
              <a:ext cx="8106300" cy="396000"/>
              <a:chOff x="518850" y="385283"/>
              <a:chExt cx="8106300" cy="396000"/>
            </a:xfrm>
          </p:grpSpPr>
          <p:cxnSp>
            <p:nvCxnSpPr>
              <p:cNvPr id="573" name="Google Shape;573;p3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74" name="Google Shape;574;p3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75" name="Google Shape;575;p3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76" name="Google Shape;576;p31"/>
            <p:cNvGrpSpPr/>
            <p:nvPr/>
          </p:nvGrpSpPr>
          <p:grpSpPr>
            <a:xfrm rot="10800000">
              <a:off x="518850" y="4354950"/>
              <a:ext cx="8106300" cy="396000"/>
              <a:chOff x="518850" y="385283"/>
              <a:chExt cx="8106300" cy="396000"/>
            </a:xfrm>
          </p:grpSpPr>
          <p:cxnSp>
            <p:nvCxnSpPr>
              <p:cNvPr id="577" name="Google Shape;577;p3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78" name="Google Shape;578;p3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79" name="Google Shape;579;p3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0" name="Shape 580"/>
        <p:cNvGrpSpPr/>
        <p:nvPr/>
      </p:nvGrpSpPr>
      <p:grpSpPr>
        <a:xfrm>
          <a:off x="0" y="0"/>
          <a:ext cx="0" cy="0"/>
          <a:chOff x="0" y="0"/>
          <a:chExt cx="0" cy="0"/>
        </a:xfrm>
      </p:grpSpPr>
      <p:sp>
        <p:nvSpPr>
          <p:cNvPr id="581" name="Google Shape;581;p32"/>
          <p:cNvSpPr txBox="1"/>
          <p:nvPr>
            <p:ph idx="1" type="body"/>
          </p:nvPr>
        </p:nvSpPr>
        <p:spPr>
          <a:xfrm>
            <a:off x="720000" y="1215750"/>
            <a:ext cx="7710900" cy="399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582" name="Google Shape;582;p32"/>
          <p:cNvGrpSpPr/>
          <p:nvPr/>
        </p:nvGrpSpPr>
        <p:grpSpPr>
          <a:xfrm>
            <a:off x="518850" y="392550"/>
            <a:ext cx="8106300" cy="4358400"/>
            <a:chOff x="518850" y="392550"/>
            <a:chExt cx="8106300" cy="4358400"/>
          </a:xfrm>
        </p:grpSpPr>
        <p:grpSp>
          <p:nvGrpSpPr>
            <p:cNvPr id="583" name="Google Shape;583;p32"/>
            <p:cNvGrpSpPr/>
            <p:nvPr/>
          </p:nvGrpSpPr>
          <p:grpSpPr>
            <a:xfrm>
              <a:off x="518850" y="392550"/>
              <a:ext cx="8106300" cy="396000"/>
              <a:chOff x="518850" y="385283"/>
              <a:chExt cx="8106300" cy="396000"/>
            </a:xfrm>
          </p:grpSpPr>
          <p:cxnSp>
            <p:nvCxnSpPr>
              <p:cNvPr id="584" name="Google Shape;584;p3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85" name="Google Shape;585;p3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86" name="Google Shape;586;p3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87" name="Google Shape;587;p32"/>
            <p:cNvGrpSpPr/>
            <p:nvPr/>
          </p:nvGrpSpPr>
          <p:grpSpPr>
            <a:xfrm rot="10800000">
              <a:off x="518850" y="4354950"/>
              <a:ext cx="8106300" cy="396000"/>
              <a:chOff x="518850" y="385283"/>
              <a:chExt cx="8106300" cy="396000"/>
            </a:xfrm>
          </p:grpSpPr>
          <p:cxnSp>
            <p:nvCxnSpPr>
              <p:cNvPr id="588" name="Google Shape;588;p3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89" name="Google Shape;589;p3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90" name="Google Shape;590;p3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591" name="Google Shape;591;p32"/>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2" name="Shape 592"/>
        <p:cNvGrpSpPr/>
        <p:nvPr/>
      </p:nvGrpSpPr>
      <p:grpSpPr>
        <a:xfrm>
          <a:off x="0" y="0"/>
          <a:ext cx="0" cy="0"/>
          <a:chOff x="0" y="0"/>
          <a:chExt cx="0" cy="0"/>
        </a:xfrm>
      </p:grpSpPr>
      <p:sp>
        <p:nvSpPr>
          <p:cNvPr id="593" name="Google Shape;593;p33"/>
          <p:cNvSpPr txBox="1"/>
          <p:nvPr>
            <p:ph idx="1" type="subTitle"/>
          </p:nvPr>
        </p:nvSpPr>
        <p:spPr>
          <a:xfrm>
            <a:off x="3672296"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4" name="Google Shape;594;p33"/>
          <p:cNvSpPr txBox="1"/>
          <p:nvPr>
            <p:ph idx="2" type="subTitle"/>
          </p:nvPr>
        </p:nvSpPr>
        <p:spPr>
          <a:xfrm>
            <a:off x="720000"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5" name="Google Shape;595;p33"/>
          <p:cNvSpPr txBox="1"/>
          <p:nvPr>
            <p:ph idx="3" type="subTitle"/>
          </p:nvPr>
        </p:nvSpPr>
        <p:spPr>
          <a:xfrm>
            <a:off x="720000"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596" name="Google Shape;596;p33"/>
          <p:cNvSpPr txBox="1"/>
          <p:nvPr>
            <p:ph idx="4" type="subTitle"/>
          </p:nvPr>
        </p:nvSpPr>
        <p:spPr>
          <a:xfrm>
            <a:off x="3672293"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597" name="Google Shape;597;p33"/>
          <p:cNvGrpSpPr/>
          <p:nvPr/>
        </p:nvGrpSpPr>
        <p:grpSpPr>
          <a:xfrm>
            <a:off x="518850" y="392550"/>
            <a:ext cx="8106300" cy="4358400"/>
            <a:chOff x="518850" y="392550"/>
            <a:chExt cx="8106300" cy="4358400"/>
          </a:xfrm>
        </p:grpSpPr>
        <p:grpSp>
          <p:nvGrpSpPr>
            <p:cNvPr id="598" name="Google Shape;598;p33"/>
            <p:cNvGrpSpPr/>
            <p:nvPr/>
          </p:nvGrpSpPr>
          <p:grpSpPr>
            <a:xfrm>
              <a:off x="518850" y="392550"/>
              <a:ext cx="8106300" cy="396000"/>
              <a:chOff x="518850" y="385283"/>
              <a:chExt cx="8106300" cy="396000"/>
            </a:xfrm>
          </p:grpSpPr>
          <p:cxnSp>
            <p:nvCxnSpPr>
              <p:cNvPr id="599" name="Google Shape;599;p3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00" name="Google Shape;600;p3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01" name="Google Shape;601;p3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02" name="Google Shape;602;p33"/>
            <p:cNvGrpSpPr/>
            <p:nvPr/>
          </p:nvGrpSpPr>
          <p:grpSpPr>
            <a:xfrm rot="10800000">
              <a:off x="518850" y="4354950"/>
              <a:ext cx="8106300" cy="396000"/>
              <a:chOff x="518850" y="385283"/>
              <a:chExt cx="8106300" cy="396000"/>
            </a:xfrm>
          </p:grpSpPr>
          <p:cxnSp>
            <p:nvCxnSpPr>
              <p:cNvPr id="603" name="Google Shape;603;p3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04" name="Google Shape;604;p3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05" name="Google Shape;605;p3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06" name="Google Shape;606;p33"/>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7" name="Shape 607"/>
        <p:cNvGrpSpPr/>
        <p:nvPr/>
      </p:nvGrpSpPr>
      <p:grpSpPr>
        <a:xfrm>
          <a:off x="0" y="0"/>
          <a:ext cx="0" cy="0"/>
          <a:chOff x="0" y="0"/>
          <a:chExt cx="0" cy="0"/>
        </a:xfrm>
      </p:grpSpPr>
      <p:grpSp>
        <p:nvGrpSpPr>
          <p:cNvPr id="608" name="Google Shape;608;p34"/>
          <p:cNvGrpSpPr/>
          <p:nvPr/>
        </p:nvGrpSpPr>
        <p:grpSpPr>
          <a:xfrm>
            <a:off x="518850" y="392550"/>
            <a:ext cx="8106300" cy="4358400"/>
            <a:chOff x="518850" y="392550"/>
            <a:chExt cx="8106300" cy="4358400"/>
          </a:xfrm>
        </p:grpSpPr>
        <p:grpSp>
          <p:nvGrpSpPr>
            <p:cNvPr id="609" name="Google Shape;609;p34"/>
            <p:cNvGrpSpPr/>
            <p:nvPr/>
          </p:nvGrpSpPr>
          <p:grpSpPr>
            <a:xfrm>
              <a:off x="518850" y="392550"/>
              <a:ext cx="8106300" cy="396000"/>
              <a:chOff x="518850" y="385283"/>
              <a:chExt cx="8106300" cy="396000"/>
            </a:xfrm>
          </p:grpSpPr>
          <p:cxnSp>
            <p:nvCxnSpPr>
              <p:cNvPr id="610" name="Google Shape;610;p3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11" name="Google Shape;611;p3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12" name="Google Shape;612;p3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13" name="Google Shape;613;p34"/>
            <p:cNvGrpSpPr/>
            <p:nvPr/>
          </p:nvGrpSpPr>
          <p:grpSpPr>
            <a:xfrm rot="10800000">
              <a:off x="518850" y="4354950"/>
              <a:ext cx="8106300" cy="396000"/>
              <a:chOff x="518850" y="385283"/>
              <a:chExt cx="8106300" cy="396000"/>
            </a:xfrm>
          </p:grpSpPr>
          <p:cxnSp>
            <p:nvCxnSpPr>
              <p:cNvPr id="614" name="Google Shape;614;p3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3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16" name="Google Shape;616;p3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17" name="Google Shape;617;p3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8" name="Shape 618"/>
        <p:cNvGrpSpPr/>
        <p:nvPr/>
      </p:nvGrpSpPr>
      <p:grpSpPr>
        <a:xfrm>
          <a:off x="0" y="0"/>
          <a:ext cx="0" cy="0"/>
          <a:chOff x="0" y="0"/>
          <a:chExt cx="0" cy="0"/>
        </a:xfrm>
      </p:grpSpPr>
      <p:sp>
        <p:nvSpPr>
          <p:cNvPr id="619" name="Google Shape;619;p35"/>
          <p:cNvSpPr txBox="1"/>
          <p:nvPr>
            <p:ph idx="1" type="subTitle"/>
          </p:nvPr>
        </p:nvSpPr>
        <p:spPr>
          <a:xfrm>
            <a:off x="713225" y="1900863"/>
            <a:ext cx="4306500" cy="19827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20" name="Google Shape;620;p35"/>
          <p:cNvSpPr txBox="1"/>
          <p:nvPr>
            <p:ph type="title"/>
          </p:nvPr>
        </p:nvSpPr>
        <p:spPr>
          <a:xfrm>
            <a:off x="713225" y="1259938"/>
            <a:ext cx="4306500" cy="64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1" name="Google Shape;621;p35"/>
          <p:cNvSpPr/>
          <p:nvPr>
            <p:ph idx="2" type="pic"/>
          </p:nvPr>
        </p:nvSpPr>
        <p:spPr>
          <a:xfrm>
            <a:off x="5019725" y="965076"/>
            <a:ext cx="2203500" cy="3213300"/>
          </a:xfrm>
          <a:prstGeom prst="rect">
            <a:avLst/>
          </a:prstGeom>
          <a:noFill/>
          <a:ln cap="flat" cmpd="sng" w="19050">
            <a:solidFill>
              <a:schemeClr val="dk1"/>
            </a:solidFill>
            <a:prstDash val="solid"/>
            <a:round/>
            <a:headEnd len="sm" w="sm" type="none"/>
            <a:tailEnd len="sm" w="sm" type="none"/>
          </a:ln>
        </p:spPr>
      </p:sp>
      <p:grpSp>
        <p:nvGrpSpPr>
          <p:cNvPr id="622" name="Google Shape;622;p35"/>
          <p:cNvGrpSpPr/>
          <p:nvPr/>
        </p:nvGrpSpPr>
        <p:grpSpPr>
          <a:xfrm>
            <a:off x="518850" y="392550"/>
            <a:ext cx="8106300" cy="4358400"/>
            <a:chOff x="518850" y="392550"/>
            <a:chExt cx="8106300" cy="4358400"/>
          </a:xfrm>
        </p:grpSpPr>
        <p:grpSp>
          <p:nvGrpSpPr>
            <p:cNvPr id="623" name="Google Shape;623;p35"/>
            <p:cNvGrpSpPr/>
            <p:nvPr/>
          </p:nvGrpSpPr>
          <p:grpSpPr>
            <a:xfrm>
              <a:off x="518850" y="392550"/>
              <a:ext cx="8106300" cy="396000"/>
              <a:chOff x="518850" y="385283"/>
              <a:chExt cx="8106300" cy="396000"/>
            </a:xfrm>
          </p:grpSpPr>
          <p:cxnSp>
            <p:nvCxnSpPr>
              <p:cNvPr id="624" name="Google Shape;624;p3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25" name="Google Shape;625;p3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26" name="Google Shape;626;p3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27" name="Google Shape;627;p35"/>
            <p:cNvGrpSpPr/>
            <p:nvPr/>
          </p:nvGrpSpPr>
          <p:grpSpPr>
            <a:xfrm rot="10800000">
              <a:off x="518850" y="4354950"/>
              <a:ext cx="8106300" cy="396000"/>
              <a:chOff x="518850" y="385283"/>
              <a:chExt cx="8106300" cy="396000"/>
            </a:xfrm>
          </p:grpSpPr>
          <p:cxnSp>
            <p:nvCxnSpPr>
              <p:cNvPr id="628" name="Google Shape;628;p3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29" name="Google Shape;629;p3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30" name="Google Shape;630;p3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31" name="Shape 631"/>
        <p:cNvGrpSpPr/>
        <p:nvPr/>
      </p:nvGrpSpPr>
      <p:grpSpPr>
        <a:xfrm>
          <a:off x="0" y="0"/>
          <a:ext cx="0" cy="0"/>
          <a:chOff x="0" y="0"/>
          <a:chExt cx="0" cy="0"/>
        </a:xfrm>
      </p:grpSpPr>
      <p:sp>
        <p:nvSpPr>
          <p:cNvPr id="632" name="Google Shape;632;p36"/>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33" name="Google Shape;633;p36"/>
          <p:cNvGrpSpPr/>
          <p:nvPr/>
        </p:nvGrpSpPr>
        <p:grpSpPr>
          <a:xfrm>
            <a:off x="518850" y="392550"/>
            <a:ext cx="8106300" cy="4358400"/>
            <a:chOff x="518850" y="392550"/>
            <a:chExt cx="8106300" cy="4358400"/>
          </a:xfrm>
        </p:grpSpPr>
        <p:grpSp>
          <p:nvGrpSpPr>
            <p:cNvPr id="634" name="Google Shape;634;p36"/>
            <p:cNvGrpSpPr/>
            <p:nvPr/>
          </p:nvGrpSpPr>
          <p:grpSpPr>
            <a:xfrm>
              <a:off x="518850" y="392550"/>
              <a:ext cx="8106300" cy="396000"/>
              <a:chOff x="518850" y="385283"/>
              <a:chExt cx="8106300" cy="396000"/>
            </a:xfrm>
          </p:grpSpPr>
          <p:cxnSp>
            <p:nvCxnSpPr>
              <p:cNvPr id="635" name="Google Shape;635;p3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36" name="Google Shape;636;p3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37" name="Google Shape;637;p3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38" name="Google Shape;638;p36"/>
            <p:cNvGrpSpPr/>
            <p:nvPr/>
          </p:nvGrpSpPr>
          <p:grpSpPr>
            <a:xfrm rot="10800000">
              <a:off x="518850" y="4354950"/>
              <a:ext cx="8106300" cy="396000"/>
              <a:chOff x="518850" y="385283"/>
              <a:chExt cx="8106300" cy="396000"/>
            </a:xfrm>
          </p:grpSpPr>
          <p:cxnSp>
            <p:nvCxnSpPr>
              <p:cNvPr id="639" name="Google Shape;639;p3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3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41" name="Google Shape;641;p3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42" name="Shape 642"/>
        <p:cNvGrpSpPr/>
        <p:nvPr/>
      </p:nvGrpSpPr>
      <p:grpSpPr>
        <a:xfrm>
          <a:off x="0" y="0"/>
          <a:ext cx="0" cy="0"/>
          <a:chOff x="0" y="0"/>
          <a:chExt cx="0" cy="0"/>
        </a:xfrm>
      </p:grpSpPr>
      <p:sp>
        <p:nvSpPr>
          <p:cNvPr id="643" name="Google Shape;643;p37"/>
          <p:cNvSpPr txBox="1"/>
          <p:nvPr>
            <p:ph type="title"/>
          </p:nvPr>
        </p:nvSpPr>
        <p:spPr>
          <a:xfrm>
            <a:off x="2135550" y="1222639"/>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44" name="Google Shape;644;p37"/>
          <p:cNvSpPr txBox="1"/>
          <p:nvPr>
            <p:ph idx="1" type="subTitle"/>
          </p:nvPr>
        </p:nvSpPr>
        <p:spPr>
          <a:xfrm>
            <a:off x="2135550" y="3339439"/>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645" name="Google Shape;645;p37"/>
          <p:cNvGrpSpPr/>
          <p:nvPr/>
        </p:nvGrpSpPr>
        <p:grpSpPr>
          <a:xfrm>
            <a:off x="518850" y="392550"/>
            <a:ext cx="8106300" cy="4358400"/>
            <a:chOff x="518850" y="392550"/>
            <a:chExt cx="8106300" cy="4358400"/>
          </a:xfrm>
        </p:grpSpPr>
        <p:grpSp>
          <p:nvGrpSpPr>
            <p:cNvPr id="646" name="Google Shape;646;p37"/>
            <p:cNvGrpSpPr/>
            <p:nvPr/>
          </p:nvGrpSpPr>
          <p:grpSpPr>
            <a:xfrm>
              <a:off x="518850" y="392550"/>
              <a:ext cx="8106300" cy="396000"/>
              <a:chOff x="518850" y="385283"/>
              <a:chExt cx="8106300" cy="396000"/>
            </a:xfrm>
          </p:grpSpPr>
          <p:cxnSp>
            <p:nvCxnSpPr>
              <p:cNvPr id="647" name="Google Shape;647;p3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48" name="Google Shape;648;p3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49" name="Google Shape;649;p3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50" name="Google Shape;650;p37"/>
            <p:cNvGrpSpPr/>
            <p:nvPr/>
          </p:nvGrpSpPr>
          <p:grpSpPr>
            <a:xfrm rot="10800000">
              <a:off x="518850" y="4354950"/>
              <a:ext cx="8106300" cy="396000"/>
              <a:chOff x="518850" y="385283"/>
              <a:chExt cx="8106300" cy="396000"/>
            </a:xfrm>
          </p:grpSpPr>
          <p:cxnSp>
            <p:nvCxnSpPr>
              <p:cNvPr id="651" name="Google Shape;651;p3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52" name="Google Shape;652;p3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53" name="Google Shape;653;p3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4" name="Shape 654"/>
        <p:cNvGrpSpPr/>
        <p:nvPr/>
      </p:nvGrpSpPr>
      <p:grpSpPr>
        <a:xfrm>
          <a:off x="0" y="0"/>
          <a:ext cx="0" cy="0"/>
          <a:chOff x="0" y="0"/>
          <a:chExt cx="0" cy="0"/>
        </a:xfrm>
      </p:grpSpPr>
      <p:sp>
        <p:nvSpPr>
          <p:cNvPr id="655" name="Google Shape;655;p38"/>
          <p:cNvSpPr/>
          <p:nvPr>
            <p:ph idx="2" type="pic"/>
          </p:nvPr>
        </p:nvSpPr>
        <p:spPr>
          <a:xfrm>
            <a:off x="0" y="0"/>
            <a:ext cx="9144000" cy="5143500"/>
          </a:xfrm>
          <a:prstGeom prst="rect">
            <a:avLst/>
          </a:prstGeom>
          <a:noFill/>
          <a:ln>
            <a:noFill/>
          </a:ln>
        </p:spPr>
      </p:sp>
      <p:sp>
        <p:nvSpPr>
          <p:cNvPr id="656" name="Google Shape;656;p38"/>
          <p:cNvSpPr txBox="1"/>
          <p:nvPr>
            <p:ph type="title"/>
          </p:nvPr>
        </p:nvSpPr>
        <p:spPr>
          <a:xfrm>
            <a:off x="720000" y="4014450"/>
            <a:ext cx="7704000" cy="5727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7" name="Shape 657"/>
        <p:cNvGrpSpPr/>
        <p:nvPr/>
      </p:nvGrpSpPr>
      <p:grpSpPr>
        <a:xfrm>
          <a:off x="0" y="0"/>
          <a:ext cx="0" cy="0"/>
          <a:chOff x="0" y="0"/>
          <a:chExt cx="0" cy="0"/>
        </a:xfrm>
      </p:grpSpPr>
      <p:sp>
        <p:nvSpPr>
          <p:cNvPr id="658" name="Google Shape;658;p39"/>
          <p:cNvSpPr txBox="1"/>
          <p:nvPr>
            <p:ph hasCustomPrompt="1" type="title"/>
          </p:nvPr>
        </p:nvSpPr>
        <p:spPr>
          <a:xfrm>
            <a:off x="3110500" y="1782613"/>
            <a:ext cx="5320200" cy="932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9" name="Google Shape;659;p39"/>
          <p:cNvSpPr txBox="1"/>
          <p:nvPr>
            <p:ph idx="1" type="subTitle"/>
          </p:nvPr>
        </p:nvSpPr>
        <p:spPr>
          <a:xfrm>
            <a:off x="3110500" y="2863787"/>
            <a:ext cx="53202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660" name="Google Shape;660;p39"/>
          <p:cNvGrpSpPr/>
          <p:nvPr/>
        </p:nvGrpSpPr>
        <p:grpSpPr>
          <a:xfrm>
            <a:off x="518850" y="392550"/>
            <a:ext cx="8106300" cy="4358400"/>
            <a:chOff x="518850" y="392550"/>
            <a:chExt cx="8106300" cy="4358400"/>
          </a:xfrm>
        </p:grpSpPr>
        <p:grpSp>
          <p:nvGrpSpPr>
            <p:cNvPr id="661" name="Google Shape;661;p39"/>
            <p:cNvGrpSpPr/>
            <p:nvPr/>
          </p:nvGrpSpPr>
          <p:grpSpPr>
            <a:xfrm>
              <a:off x="518850" y="392550"/>
              <a:ext cx="8106300" cy="396000"/>
              <a:chOff x="518850" y="385283"/>
              <a:chExt cx="8106300" cy="396000"/>
            </a:xfrm>
          </p:grpSpPr>
          <p:cxnSp>
            <p:nvCxnSpPr>
              <p:cNvPr id="662" name="Google Shape;662;p3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63" name="Google Shape;663;p3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64" name="Google Shape;664;p3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65" name="Google Shape;665;p39"/>
            <p:cNvGrpSpPr/>
            <p:nvPr/>
          </p:nvGrpSpPr>
          <p:grpSpPr>
            <a:xfrm rot="10800000">
              <a:off x="518850" y="4354950"/>
              <a:ext cx="8106300" cy="396000"/>
              <a:chOff x="518850" y="385283"/>
              <a:chExt cx="8106300" cy="396000"/>
            </a:xfrm>
          </p:grpSpPr>
          <p:cxnSp>
            <p:nvCxnSpPr>
              <p:cNvPr id="666" name="Google Shape;666;p3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67" name="Google Shape;667;p3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68" name="Google Shape;668;p3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69" name="Shape 669"/>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70" name="Shape 670"/>
        <p:cNvGrpSpPr/>
        <p:nvPr/>
      </p:nvGrpSpPr>
      <p:grpSpPr>
        <a:xfrm>
          <a:off x="0" y="0"/>
          <a:ext cx="0" cy="0"/>
          <a:chOff x="0" y="0"/>
          <a:chExt cx="0" cy="0"/>
        </a:xfrm>
      </p:grpSpPr>
      <p:sp>
        <p:nvSpPr>
          <p:cNvPr id="671" name="Google Shape;671;p41"/>
          <p:cNvSpPr txBox="1"/>
          <p:nvPr>
            <p:ph hasCustomPrompt="1" type="title"/>
          </p:nvPr>
        </p:nvSpPr>
        <p:spPr>
          <a:xfrm>
            <a:off x="720000"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2" name="Google Shape;672;p41"/>
          <p:cNvSpPr txBox="1"/>
          <p:nvPr>
            <p:ph hasCustomPrompt="1" idx="2" type="title"/>
          </p:nvPr>
        </p:nvSpPr>
        <p:spPr>
          <a:xfrm>
            <a:off x="720000"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3" name="Google Shape;673;p41"/>
          <p:cNvSpPr txBox="1"/>
          <p:nvPr>
            <p:ph hasCustomPrompt="1" idx="3" type="title"/>
          </p:nvPr>
        </p:nvSpPr>
        <p:spPr>
          <a:xfrm>
            <a:off x="2709178"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4" name="Google Shape;674;p41"/>
          <p:cNvSpPr txBox="1"/>
          <p:nvPr>
            <p:ph hasCustomPrompt="1" idx="4" type="title"/>
          </p:nvPr>
        </p:nvSpPr>
        <p:spPr>
          <a:xfrm>
            <a:off x="2709178"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5" name="Google Shape;675;p41"/>
          <p:cNvSpPr txBox="1"/>
          <p:nvPr>
            <p:ph hasCustomPrompt="1" idx="5" type="title"/>
          </p:nvPr>
        </p:nvSpPr>
        <p:spPr>
          <a:xfrm>
            <a:off x="4698355"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6" name="Google Shape;676;p41"/>
          <p:cNvSpPr txBox="1"/>
          <p:nvPr>
            <p:ph hasCustomPrompt="1" idx="6" type="title"/>
          </p:nvPr>
        </p:nvSpPr>
        <p:spPr>
          <a:xfrm>
            <a:off x="4698355"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7" name="Google Shape;677;p41"/>
          <p:cNvSpPr txBox="1"/>
          <p:nvPr>
            <p:ph idx="1" type="subTitle"/>
          </p:nvPr>
        </p:nvSpPr>
        <p:spPr>
          <a:xfrm>
            <a:off x="720000"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678" name="Google Shape;678;p41"/>
          <p:cNvSpPr txBox="1"/>
          <p:nvPr>
            <p:ph idx="7" type="subTitle"/>
          </p:nvPr>
        </p:nvSpPr>
        <p:spPr>
          <a:xfrm>
            <a:off x="2709178"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679" name="Google Shape;679;p41"/>
          <p:cNvSpPr txBox="1"/>
          <p:nvPr>
            <p:ph idx="8" type="subTitle"/>
          </p:nvPr>
        </p:nvSpPr>
        <p:spPr>
          <a:xfrm>
            <a:off x="4698355"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680" name="Google Shape;680;p41"/>
          <p:cNvSpPr txBox="1"/>
          <p:nvPr>
            <p:ph idx="9" type="subTitle"/>
          </p:nvPr>
        </p:nvSpPr>
        <p:spPr>
          <a:xfrm>
            <a:off x="720000"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681" name="Google Shape;681;p41"/>
          <p:cNvSpPr txBox="1"/>
          <p:nvPr>
            <p:ph idx="13" type="subTitle"/>
          </p:nvPr>
        </p:nvSpPr>
        <p:spPr>
          <a:xfrm>
            <a:off x="2709178"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682" name="Google Shape;682;p41"/>
          <p:cNvSpPr txBox="1"/>
          <p:nvPr>
            <p:ph idx="14" type="subTitle"/>
          </p:nvPr>
        </p:nvSpPr>
        <p:spPr>
          <a:xfrm>
            <a:off x="4698355"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683" name="Google Shape;683;p41"/>
          <p:cNvGrpSpPr/>
          <p:nvPr/>
        </p:nvGrpSpPr>
        <p:grpSpPr>
          <a:xfrm>
            <a:off x="518850" y="392550"/>
            <a:ext cx="8106300" cy="4358400"/>
            <a:chOff x="518850" y="392550"/>
            <a:chExt cx="8106300" cy="4358400"/>
          </a:xfrm>
        </p:grpSpPr>
        <p:grpSp>
          <p:nvGrpSpPr>
            <p:cNvPr id="684" name="Google Shape;684;p41"/>
            <p:cNvGrpSpPr/>
            <p:nvPr/>
          </p:nvGrpSpPr>
          <p:grpSpPr>
            <a:xfrm>
              <a:off x="518850" y="392550"/>
              <a:ext cx="8106300" cy="396000"/>
              <a:chOff x="518850" y="385283"/>
              <a:chExt cx="8106300" cy="396000"/>
            </a:xfrm>
          </p:grpSpPr>
          <p:cxnSp>
            <p:nvCxnSpPr>
              <p:cNvPr id="685" name="Google Shape;685;p4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86" name="Google Shape;686;p4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87" name="Google Shape;687;p4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88" name="Google Shape;688;p41"/>
            <p:cNvGrpSpPr/>
            <p:nvPr/>
          </p:nvGrpSpPr>
          <p:grpSpPr>
            <a:xfrm rot="10800000">
              <a:off x="518850" y="4354950"/>
              <a:ext cx="8106300" cy="396000"/>
              <a:chOff x="518850" y="385283"/>
              <a:chExt cx="8106300" cy="396000"/>
            </a:xfrm>
          </p:grpSpPr>
          <p:cxnSp>
            <p:nvCxnSpPr>
              <p:cNvPr id="689" name="Google Shape;689;p4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90" name="Google Shape;690;p4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91" name="Google Shape;691;p4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92" name="Google Shape;692;p41"/>
          <p:cNvSpPr txBox="1"/>
          <p:nvPr>
            <p:ph idx="15"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693" name="Shape 693"/>
        <p:cNvGrpSpPr/>
        <p:nvPr/>
      </p:nvGrpSpPr>
      <p:grpSpPr>
        <a:xfrm>
          <a:off x="0" y="0"/>
          <a:ext cx="0" cy="0"/>
          <a:chOff x="0" y="0"/>
          <a:chExt cx="0" cy="0"/>
        </a:xfrm>
      </p:grpSpPr>
      <p:sp>
        <p:nvSpPr>
          <p:cNvPr id="694" name="Google Shape;694;p42"/>
          <p:cNvSpPr txBox="1"/>
          <p:nvPr>
            <p:ph type="title"/>
          </p:nvPr>
        </p:nvSpPr>
        <p:spPr>
          <a:xfrm>
            <a:off x="3758050" y="1937075"/>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5" name="Google Shape;695;p42"/>
          <p:cNvSpPr txBox="1"/>
          <p:nvPr>
            <p:ph idx="1" type="subTitle"/>
          </p:nvPr>
        </p:nvSpPr>
        <p:spPr>
          <a:xfrm>
            <a:off x="3758050" y="2433575"/>
            <a:ext cx="3233100" cy="98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696" name="Google Shape;696;p42"/>
          <p:cNvGrpSpPr/>
          <p:nvPr/>
        </p:nvGrpSpPr>
        <p:grpSpPr>
          <a:xfrm>
            <a:off x="518850" y="392550"/>
            <a:ext cx="8106300" cy="4358400"/>
            <a:chOff x="518850" y="392550"/>
            <a:chExt cx="8106300" cy="4358400"/>
          </a:xfrm>
        </p:grpSpPr>
        <p:grpSp>
          <p:nvGrpSpPr>
            <p:cNvPr id="697" name="Google Shape;697;p42"/>
            <p:cNvGrpSpPr/>
            <p:nvPr/>
          </p:nvGrpSpPr>
          <p:grpSpPr>
            <a:xfrm>
              <a:off x="518850" y="392550"/>
              <a:ext cx="8106300" cy="396000"/>
              <a:chOff x="518850" y="385283"/>
              <a:chExt cx="8106300" cy="396000"/>
            </a:xfrm>
          </p:grpSpPr>
          <p:cxnSp>
            <p:nvCxnSpPr>
              <p:cNvPr id="698" name="Google Shape;698;p4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99" name="Google Shape;699;p4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00" name="Google Shape;700;p4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01" name="Google Shape;701;p42"/>
            <p:cNvGrpSpPr/>
            <p:nvPr/>
          </p:nvGrpSpPr>
          <p:grpSpPr>
            <a:xfrm rot="10800000">
              <a:off x="518850" y="4354950"/>
              <a:ext cx="8106300" cy="396000"/>
              <a:chOff x="518850" y="385283"/>
              <a:chExt cx="8106300" cy="396000"/>
            </a:xfrm>
          </p:grpSpPr>
          <p:cxnSp>
            <p:nvCxnSpPr>
              <p:cNvPr id="702" name="Google Shape;702;p4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03" name="Google Shape;703;p4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04" name="Google Shape;704;p4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05" name="Shape 705"/>
        <p:cNvGrpSpPr/>
        <p:nvPr/>
      </p:nvGrpSpPr>
      <p:grpSpPr>
        <a:xfrm>
          <a:off x="0" y="0"/>
          <a:ext cx="0" cy="0"/>
          <a:chOff x="0" y="0"/>
          <a:chExt cx="0" cy="0"/>
        </a:xfrm>
      </p:grpSpPr>
      <p:sp>
        <p:nvSpPr>
          <p:cNvPr id="706" name="Google Shape;706;p43"/>
          <p:cNvSpPr txBox="1"/>
          <p:nvPr>
            <p:ph idx="1" type="subTitle"/>
          </p:nvPr>
        </p:nvSpPr>
        <p:spPr>
          <a:xfrm>
            <a:off x="901850"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7" name="Google Shape;707;p43"/>
          <p:cNvSpPr txBox="1"/>
          <p:nvPr>
            <p:ph idx="2" type="subTitle"/>
          </p:nvPr>
        </p:nvSpPr>
        <p:spPr>
          <a:xfrm>
            <a:off x="3473632"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8" name="Google Shape;708;p43"/>
          <p:cNvSpPr txBox="1"/>
          <p:nvPr>
            <p:ph idx="3" type="subTitle"/>
          </p:nvPr>
        </p:nvSpPr>
        <p:spPr>
          <a:xfrm>
            <a:off x="6045421"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09" name="Google Shape;709;p43"/>
          <p:cNvSpPr txBox="1"/>
          <p:nvPr>
            <p:ph idx="4" type="subTitle"/>
          </p:nvPr>
        </p:nvSpPr>
        <p:spPr>
          <a:xfrm>
            <a:off x="901850"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10" name="Google Shape;710;p43"/>
          <p:cNvSpPr txBox="1"/>
          <p:nvPr>
            <p:ph idx="5" type="subTitle"/>
          </p:nvPr>
        </p:nvSpPr>
        <p:spPr>
          <a:xfrm>
            <a:off x="3473636"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11" name="Google Shape;711;p43"/>
          <p:cNvSpPr txBox="1"/>
          <p:nvPr>
            <p:ph idx="6" type="subTitle"/>
          </p:nvPr>
        </p:nvSpPr>
        <p:spPr>
          <a:xfrm>
            <a:off x="6045421"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712" name="Google Shape;712;p43"/>
          <p:cNvGrpSpPr/>
          <p:nvPr/>
        </p:nvGrpSpPr>
        <p:grpSpPr>
          <a:xfrm>
            <a:off x="518850" y="392550"/>
            <a:ext cx="8106300" cy="4358400"/>
            <a:chOff x="518850" y="392550"/>
            <a:chExt cx="8106300" cy="4358400"/>
          </a:xfrm>
        </p:grpSpPr>
        <p:grpSp>
          <p:nvGrpSpPr>
            <p:cNvPr id="713" name="Google Shape;713;p43"/>
            <p:cNvGrpSpPr/>
            <p:nvPr/>
          </p:nvGrpSpPr>
          <p:grpSpPr>
            <a:xfrm>
              <a:off x="518850" y="392550"/>
              <a:ext cx="8106300" cy="396000"/>
              <a:chOff x="518850" y="385283"/>
              <a:chExt cx="8106300" cy="396000"/>
            </a:xfrm>
          </p:grpSpPr>
          <p:cxnSp>
            <p:nvCxnSpPr>
              <p:cNvPr id="714" name="Google Shape;714;p4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15" name="Google Shape;715;p4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16" name="Google Shape;716;p4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17" name="Google Shape;717;p43"/>
            <p:cNvGrpSpPr/>
            <p:nvPr/>
          </p:nvGrpSpPr>
          <p:grpSpPr>
            <a:xfrm rot="10800000">
              <a:off x="518850" y="4354950"/>
              <a:ext cx="8106300" cy="396000"/>
              <a:chOff x="518850" y="385283"/>
              <a:chExt cx="8106300" cy="396000"/>
            </a:xfrm>
          </p:grpSpPr>
          <p:cxnSp>
            <p:nvCxnSpPr>
              <p:cNvPr id="718" name="Google Shape;718;p4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19" name="Google Shape;719;p4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20" name="Google Shape;720;p4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721" name="Google Shape;721;p43"/>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22" name="Shape 722"/>
        <p:cNvGrpSpPr/>
        <p:nvPr/>
      </p:nvGrpSpPr>
      <p:grpSpPr>
        <a:xfrm>
          <a:off x="0" y="0"/>
          <a:ext cx="0" cy="0"/>
          <a:chOff x="0" y="0"/>
          <a:chExt cx="0" cy="0"/>
        </a:xfrm>
      </p:grpSpPr>
      <p:sp>
        <p:nvSpPr>
          <p:cNvPr id="723" name="Google Shape;723;p44"/>
          <p:cNvSpPr txBox="1"/>
          <p:nvPr>
            <p:ph idx="1" type="subTitle"/>
          </p:nvPr>
        </p:nvSpPr>
        <p:spPr>
          <a:xfrm>
            <a:off x="2321755"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4" name="Google Shape;724;p44"/>
          <p:cNvSpPr txBox="1"/>
          <p:nvPr>
            <p:ph idx="2" type="subTitle"/>
          </p:nvPr>
        </p:nvSpPr>
        <p:spPr>
          <a:xfrm>
            <a:off x="5614906"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5" name="Google Shape;725;p44"/>
          <p:cNvSpPr txBox="1"/>
          <p:nvPr>
            <p:ph idx="3" type="subTitle"/>
          </p:nvPr>
        </p:nvSpPr>
        <p:spPr>
          <a:xfrm>
            <a:off x="2321754"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6" name="Google Shape;726;p44"/>
          <p:cNvSpPr txBox="1"/>
          <p:nvPr>
            <p:ph idx="4" type="subTitle"/>
          </p:nvPr>
        </p:nvSpPr>
        <p:spPr>
          <a:xfrm>
            <a:off x="5614906"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7" name="Google Shape;727;p44"/>
          <p:cNvSpPr txBox="1"/>
          <p:nvPr>
            <p:ph idx="5" type="subTitle"/>
          </p:nvPr>
        </p:nvSpPr>
        <p:spPr>
          <a:xfrm>
            <a:off x="2321754"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28" name="Google Shape;728;p44"/>
          <p:cNvSpPr txBox="1"/>
          <p:nvPr>
            <p:ph idx="6" type="subTitle"/>
          </p:nvPr>
        </p:nvSpPr>
        <p:spPr>
          <a:xfrm>
            <a:off x="2321754"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29" name="Google Shape;729;p44"/>
          <p:cNvSpPr txBox="1"/>
          <p:nvPr>
            <p:ph idx="7" type="subTitle"/>
          </p:nvPr>
        </p:nvSpPr>
        <p:spPr>
          <a:xfrm>
            <a:off x="5614879"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30" name="Google Shape;730;p44"/>
          <p:cNvSpPr txBox="1"/>
          <p:nvPr>
            <p:ph idx="8" type="subTitle"/>
          </p:nvPr>
        </p:nvSpPr>
        <p:spPr>
          <a:xfrm>
            <a:off x="5614879"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731" name="Google Shape;731;p44"/>
          <p:cNvGrpSpPr/>
          <p:nvPr/>
        </p:nvGrpSpPr>
        <p:grpSpPr>
          <a:xfrm>
            <a:off x="518850" y="392550"/>
            <a:ext cx="8106300" cy="4358400"/>
            <a:chOff x="518850" y="392550"/>
            <a:chExt cx="8106300" cy="4358400"/>
          </a:xfrm>
        </p:grpSpPr>
        <p:grpSp>
          <p:nvGrpSpPr>
            <p:cNvPr id="732" name="Google Shape;732;p44"/>
            <p:cNvGrpSpPr/>
            <p:nvPr/>
          </p:nvGrpSpPr>
          <p:grpSpPr>
            <a:xfrm>
              <a:off x="518850" y="392550"/>
              <a:ext cx="8106300" cy="396000"/>
              <a:chOff x="518850" y="385283"/>
              <a:chExt cx="8106300" cy="396000"/>
            </a:xfrm>
          </p:grpSpPr>
          <p:cxnSp>
            <p:nvCxnSpPr>
              <p:cNvPr id="733" name="Google Shape;733;p4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34" name="Google Shape;734;p4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35" name="Google Shape;735;p4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36" name="Google Shape;736;p44"/>
            <p:cNvGrpSpPr/>
            <p:nvPr/>
          </p:nvGrpSpPr>
          <p:grpSpPr>
            <a:xfrm rot="10800000">
              <a:off x="518850" y="4354950"/>
              <a:ext cx="8106300" cy="396000"/>
              <a:chOff x="518850" y="385283"/>
              <a:chExt cx="8106300" cy="396000"/>
            </a:xfrm>
          </p:grpSpPr>
          <p:cxnSp>
            <p:nvCxnSpPr>
              <p:cNvPr id="737" name="Google Shape;737;p4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38" name="Google Shape;738;p4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39" name="Google Shape;739;p4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740" name="Google Shape;740;p4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41" name="Shape 741"/>
        <p:cNvGrpSpPr/>
        <p:nvPr/>
      </p:nvGrpSpPr>
      <p:grpSpPr>
        <a:xfrm>
          <a:off x="0" y="0"/>
          <a:ext cx="0" cy="0"/>
          <a:chOff x="0" y="0"/>
          <a:chExt cx="0" cy="0"/>
        </a:xfrm>
      </p:grpSpPr>
      <p:sp>
        <p:nvSpPr>
          <p:cNvPr id="742" name="Google Shape;742;p45"/>
          <p:cNvSpPr txBox="1"/>
          <p:nvPr>
            <p:ph idx="1" type="subTitle"/>
          </p:nvPr>
        </p:nvSpPr>
        <p:spPr>
          <a:xfrm>
            <a:off x="720000" y="1710171"/>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3" name="Google Shape;743;p45"/>
          <p:cNvSpPr txBox="1"/>
          <p:nvPr>
            <p:ph idx="2" type="subTitle"/>
          </p:nvPr>
        </p:nvSpPr>
        <p:spPr>
          <a:xfrm>
            <a:off x="3490950"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4" name="Google Shape;744;p45"/>
          <p:cNvSpPr txBox="1"/>
          <p:nvPr>
            <p:ph idx="3" type="subTitle"/>
          </p:nvPr>
        </p:nvSpPr>
        <p:spPr>
          <a:xfrm>
            <a:off x="720000" y="3498800"/>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5" name="Google Shape;745;p45"/>
          <p:cNvSpPr txBox="1"/>
          <p:nvPr>
            <p:ph idx="4" type="subTitle"/>
          </p:nvPr>
        </p:nvSpPr>
        <p:spPr>
          <a:xfrm>
            <a:off x="3490950"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6" name="Google Shape;746;p45"/>
          <p:cNvSpPr txBox="1"/>
          <p:nvPr>
            <p:ph idx="5" type="subTitle"/>
          </p:nvPr>
        </p:nvSpPr>
        <p:spPr>
          <a:xfrm>
            <a:off x="6268669"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7" name="Google Shape;747;p45"/>
          <p:cNvSpPr txBox="1"/>
          <p:nvPr>
            <p:ph idx="6" type="subTitle"/>
          </p:nvPr>
        </p:nvSpPr>
        <p:spPr>
          <a:xfrm>
            <a:off x="6268669"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48" name="Google Shape;748;p45"/>
          <p:cNvSpPr txBox="1"/>
          <p:nvPr>
            <p:ph idx="7" type="subTitle"/>
          </p:nvPr>
        </p:nvSpPr>
        <p:spPr>
          <a:xfrm>
            <a:off x="72000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49" name="Google Shape;749;p45"/>
          <p:cNvSpPr txBox="1"/>
          <p:nvPr>
            <p:ph idx="8" type="subTitle"/>
          </p:nvPr>
        </p:nvSpPr>
        <p:spPr>
          <a:xfrm>
            <a:off x="349095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50" name="Google Shape;750;p45"/>
          <p:cNvSpPr txBox="1"/>
          <p:nvPr>
            <p:ph idx="9" type="subTitle"/>
          </p:nvPr>
        </p:nvSpPr>
        <p:spPr>
          <a:xfrm>
            <a:off x="6268669"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51" name="Google Shape;751;p45"/>
          <p:cNvSpPr txBox="1"/>
          <p:nvPr>
            <p:ph idx="13" type="subTitle"/>
          </p:nvPr>
        </p:nvSpPr>
        <p:spPr>
          <a:xfrm>
            <a:off x="72000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52" name="Google Shape;752;p45"/>
          <p:cNvSpPr txBox="1"/>
          <p:nvPr>
            <p:ph idx="14" type="subTitle"/>
          </p:nvPr>
        </p:nvSpPr>
        <p:spPr>
          <a:xfrm>
            <a:off x="349095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753" name="Google Shape;753;p45"/>
          <p:cNvSpPr txBox="1"/>
          <p:nvPr>
            <p:ph idx="15" type="subTitle"/>
          </p:nvPr>
        </p:nvSpPr>
        <p:spPr>
          <a:xfrm>
            <a:off x="6268669"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754" name="Google Shape;754;p45"/>
          <p:cNvGrpSpPr/>
          <p:nvPr/>
        </p:nvGrpSpPr>
        <p:grpSpPr>
          <a:xfrm>
            <a:off x="518850" y="392550"/>
            <a:ext cx="8106300" cy="4358400"/>
            <a:chOff x="518850" y="392550"/>
            <a:chExt cx="8106300" cy="4358400"/>
          </a:xfrm>
        </p:grpSpPr>
        <p:grpSp>
          <p:nvGrpSpPr>
            <p:cNvPr id="755" name="Google Shape;755;p45"/>
            <p:cNvGrpSpPr/>
            <p:nvPr/>
          </p:nvGrpSpPr>
          <p:grpSpPr>
            <a:xfrm>
              <a:off x="518850" y="392550"/>
              <a:ext cx="8106300" cy="396000"/>
              <a:chOff x="518850" y="385283"/>
              <a:chExt cx="8106300" cy="396000"/>
            </a:xfrm>
          </p:grpSpPr>
          <p:cxnSp>
            <p:nvCxnSpPr>
              <p:cNvPr id="756" name="Google Shape;756;p4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57" name="Google Shape;757;p4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58" name="Google Shape;758;p4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59" name="Google Shape;759;p45"/>
            <p:cNvGrpSpPr/>
            <p:nvPr/>
          </p:nvGrpSpPr>
          <p:grpSpPr>
            <a:xfrm rot="10800000">
              <a:off x="518850" y="4354950"/>
              <a:ext cx="8106300" cy="396000"/>
              <a:chOff x="518850" y="385283"/>
              <a:chExt cx="8106300" cy="396000"/>
            </a:xfrm>
          </p:grpSpPr>
          <p:cxnSp>
            <p:nvCxnSpPr>
              <p:cNvPr id="760" name="Google Shape;760;p4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61" name="Google Shape;761;p4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62" name="Google Shape;762;p4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763" name="Google Shape;763;p4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64" name="Shape 764"/>
        <p:cNvGrpSpPr/>
        <p:nvPr/>
      </p:nvGrpSpPr>
      <p:grpSpPr>
        <a:xfrm>
          <a:off x="0" y="0"/>
          <a:ext cx="0" cy="0"/>
          <a:chOff x="0" y="0"/>
          <a:chExt cx="0" cy="0"/>
        </a:xfrm>
      </p:grpSpPr>
      <p:sp>
        <p:nvSpPr>
          <p:cNvPr id="765" name="Google Shape;765;p46"/>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6" name="Google Shape;766;p46"/>
          <p:cNvSpPr txBox="1"/>
          <p:nvPr>
            <p:ph idx="1" type="subTitle"/>
          </p:nvPr>
        </p:nvSpPr>
        <p:spPr>
          <a:xfrm>
            <a:off x="3982625" y="171992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67" name="Google Shape;767;p46"/>
          <p:cNvSpPr txBox="1"/>
          <p:nvPr/>
        </p:nvSpPr>
        <p:spPr>
          <a:xfrm>
            <a:off x="3982500" y="3611950"/>
            <a:ext cx="44481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2"/>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768" name="Google Shape;768;p46"/>
          <p:cNvGrpSpPr/>
          <p:nvPr/>
        </p:nvGrpSpPr>
        <p:grpSpPr>
          <a:xfrm>
            <a:off x="518850" y="392550"/>
            <a:ext cx="8106300" cy="4358400"/>
            <a:chOff x="518850" y="392550"/>
            <a:chExt cx="8106300" cy="4358400"/>
          </a:xfrm>
        </p:grpSpPr>
        <p:grpSp>
          <p:nvGrpSpPr>
            <p:cNvPr id="769" name="Google Shape;769;p46"/>
            <p:cNvGrpSpPr/>
            <p:nvPr/>
          </p:nvGrpSpPr>
          <p:grpSpPr>
            <a:xfrm>
              <a:off x="518850" y="392550"/>
              <a:ext cx="8106300" cy="396000"/>
              <a:chOff x="518850" y="385283"/>
              <a:chExt cx="8106300" cy="396000"/>
            </a:xfrm>
          </p:grpSpPr>
          <p:cxnSp>
            <p:nvCxnSpPr>
              <p:cNvPr id="770" name="Google Shape;770;p4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71" name="Google Shape;771;p4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72" name="Google Shape;772;p4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73" name="Google Shape;773;p46"/>
            <p:cNvGrpSpPr/>
            <p:nvPr/>
          </p:nvGrpSpPr>
          <p:grpSpPr>
            <a:xfrm rot="10800000">
              <a:off x="518850" y="4354950"/>
              <a:ext cx="8106300" cy="396000"/>
              <a:chOff x="518850" y="385283"/>
              <a:chExt cx="8106300" cy="396000"/>
            </a:xfrm>
          </p:grpSpPr>
          <p:cxnSp>
            <p:nvCxnSpPr>
              <p:cNvPr id="774" name="Google Shape;774;p4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75" name="Google Shape;775;p4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76" name="Google Shape;776;p4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77" name="Shape 777"/>
        <p:cNvGrpSpPr/>
        <p:nvPr/>
      </p:nvGrpSpPr>
      <p:grpSpPr>
        <a:xfrm>
          <a:off x="0" y="0"/>
          <a:ext cx="0" cy="0"/>
          <a:chOff x="0" y="0"/>
          <a:chExt cx="0" cy="0"/>
        </a:xfrm>
      </p:grpSpPr>
      <p:grpSp>
        <p:nvGrpSpPr>
          <p:cNvPr id="778" name="Google Shape;778;p47"/>
          <p:cNvGrpSpPr/>
          <p:nvPr/>
        </p:nvGrpSpPr>
        <p:grpSpPr>
          <a:xfrm>
            <a:off x="518850" y="392550"/>
            <a:ext cx="8106300" cy="4358400"/>
            <a:chOff x="518850" y="392550"/>
            <a:chExt cx="8106300" cy="4358400"/>
          </a:xfrm>
        </p:grpSpPr>
        <p:grpSp>
          <p:nvGrpSpPr>
            <p:cNvPr id="779" name="Google Shape;779;p47"/>
            <p:cNvGrpSpPr/>
            <p:nvPr/>
          </p:nvGrpSpPr>
          <p:grpSpPr>
            <a:xfrm>
              <a:off x="518850" y="392550"/>
              <a:ext cx="8106300" cy="396000"/>
              <a:chOff x="518850" y="385283"/>
              <a:chExt cx="8106300" cy="396000"/>
            </a:xfrm>
          </p:grpSpPr>
          <p:cxnSp>
            <p:nvCxnSpPr>
              <p:cNvPr id="780" name="Google Shape;780;p4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81" name="Google Shape;781;p4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82" name="Google Shape;782;p4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83" name="Google Shape;783;p47"/>
            <p:cNvGrpSpPr/>
            <p:nvPr/>
          </p:nvGrpSpPr>
          <p:grpSpPr>
            <a:xfrm rot="10800000">
              <a:off x="518850" y="4354950"/>
              <a:ext cx="8106300" cy="396000"/>
              <a:chOff x="518850" y="385283"/>
              <a:chExt cx="8106300" cy="396000"/>
            </a:xfrm>
          </p:grpSpPr>
          <p:cxnSp>
            <p:nvCxnSpPr>
              <p:cNvPr id="784" name="Google Shape;784;p4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85" name="Google Shape;785;p4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86" name="Google Shape;786;p4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787" name="Google Shape;787;p47"/>
          <p:cNvGrpSpPr/>
          <p:nvPr/>
        </p:nvGrpSpPr>
        <p:grpSpPr>
          <a:xfrm>
            <a:off x="518845" y="755087"/>
            <a:ext cx="3381109" cy="3633336"/>
            <a:chOff x="1742895" y="795775"/>
            <a:chExt cx="3381109" cy="3633336"/>
          </a:xfrm>
        </p:grpSpPr>
        <p:sp>
          <p:nvSpPr>
            <p:cNvPr id="788" name="Google Shape;788;p47"/>
            <p:cNvSpPr/>
            <p:nvPr/>
          </p:nvSpPr>
          <p:spPr>
            <a:xfrm>
              <a:off x="1913656" y="3200832"/>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7"/>
            <p:cNvSpPr/>
            <p:nvPr/>
          </p:nvSpPr>
          <p:spPr>
            <a:xfrm>
              <a:off x="1910411" y="3196997"/>
              <a:ext cx="46022" cy="46081"/>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47"/>
            <p:cNvGrpSpPr/>
            <p:nvPr/>
          </p:nvGrpSpPr>
          <p:grpSpPr>
            <a:xfrm>
              <a:off x="1742895" y="947116"/>
              <a:ext cx="1986215" cy="3269968"/>
              <a:chOff x="6934075" y="1778325"/>
              <a:chExt cx="689275" cy="1134775"/>
            </a:xfrm>
          </p:grpSpPr>
          <p:sp>
            <p:nvSpPr>
              <p:cNvPr id="791" name="Google Shape;791;p47"/>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7"/>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7"/>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7"/>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7"/>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7"/>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7"/>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7"/>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7"/>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7"/>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7"/>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7"/>
              <p:cNvSpPr/>
              <p:nvPr/>
            </p:nvSpPr>
            <p:spPr>
              <a:xfrm>
                <a:off x="7101050" y="2622025"/>
                <a:ext cx="349775" cy="229850"/>
              </a:xfrm>
              <a:custGeom>
                <a:rect b="b" l="l" r="r" t="t"/>
                <a:pathLst>
                  <a:path extrusionOk="0" h="9194" w="13991">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7"/>
              <p:cNvSpPr/>
              <p:nvPr/>
            </p:nvSpPr>
            <p:spPr>
              <a:xfrm>
                <a:off x="7448000" y="2694150"/>
                <a:ext cx="2825" cy="76100"/>
              </a:xfrm>
              <a:custGeom>
                <a:rect b="b" l="l" r="r" t="t"/>
                <a:pathLst>
                  <a:path extrusionOk="0" h="3044" w="113">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7"/>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7"/>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7"/>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7"/>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7"/>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7"/>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7"/>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7"/>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7"/>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7"/>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7"/>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7"/>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7"/>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7"/>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7"/>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7"/>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7"/>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7"/>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7"/>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7"/>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7"/>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7"/>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7"/>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7"/>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7"/>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7"/>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7"/>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7"/>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7"/>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7"/>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7"/>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7"/>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7"/>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7"/>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7"/>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7"/>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7"/>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7"/>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7"/>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7"/>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7"/>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7"/>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7"/>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7"/>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7"/>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7"/>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7"/>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7"/>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7"/>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7"/>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7"/>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7"/>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7"/>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7"/>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7"/>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7"/>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7"/>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7"/>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7"/>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7"/>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7"/>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7"/>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7"/>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7"/>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7"/>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7"/>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7"/>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7"/>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7"/>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7"/>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7"/>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7"/>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7"/>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7"/>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7"/>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7"/>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7"/>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7"/>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7"/>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7"/>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7"/>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7"/>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7"/>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7"/>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7"/>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7"/>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7"/>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7"/>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7"/>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7"/>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7"/>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7"/>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7"/>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7"/>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7"/>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7"/>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7"/>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7"/>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7"/>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7"/>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7"/>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7"/>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7"/>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7"/>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7"/>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7"/>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7"/>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7"/>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7"/>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7"/>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7"/>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7"/>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 name="Google Shape;916;p47"/>
            <p:cNvSpPr/>
            <p:nvPr/>
          </p:nvSpPr>
          <p:spPr>
            <a:xfrm>
              <a:off x="1925692" y="2196479"/>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7" name="Google Shape;917;p47"/>
            <p:cNvGrpSpPr/>
            <p:nvPr/>
          </p:nvGrpSpPr>
          <p:grpSpPr>
            <a:xfrm>
              <a:off x="3729110" y="795775"/>
              <a:ext cx="1239906" cy="584116"/>
              <a:chOff x="6947135" y="2460525"/>
              <a:chExt cx="1239906" cy="584116"/>
            </a:xfrm>
          </p:grpSpPr>
          <p:sp>
            <p:nvSpPr>
              <p:cNvPr id="918" name="Google Shape;918;p47"/>
              <p:cNvSpPr/>
              <p:nvPr/>
            </p:nvSpPr>
            <p:spPr>
              <a:xfrm>
                <a:off x="7878097" y="2638928"/>
                <a:ext cx="304483" cy="39265"/>
              </a:xfrm>
              <a:custGeom>
                <a:rect b="b" l="l" r="r" t="t"/>
                <a:pathLst>
                  <a:path extrusionOk="0" h="493" w="3823">
                    <a:moveTo>
                      <a:pt x="1" y="1"/>
                    </a:moveTo>
                    <a:lnTo>
                      <a:pt x="1" y="492"/>
                    </a:lnTo>
                    <a:lnTo>
                      <a:pt x="3823" y="492"/>
                    </a:lnTo>
                    <a:lnTo>
                      <a:pt x="38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7"/>
              <p:cNvSpPr/>
              <p:nvPr/>
            </p:nvSpPr>
            <p:spPr>
              <a:xfrm>
                <a:off x="7872920" y="2634468"/>
                <a:ext cx="314120" cy="48106"/>
              </a:xfrm>
              <a:custGeom>
                <a:rect b="b" l="l" r="r" t="t"/>
                <a:pathLst>
                  <a:path extrusionOk="0" h="604" w="3944">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7"/>
              <p:cNvSpPr/>
              <p:nvPr/>
            </p:nvSpPr>
            <p:spPr>
              <a:xfrm>
                <a:off x="7878097" y="2725342"/>
                <a:ext cx="174423" cy="25247"/>
              </a:xfrm>
              <a:custGeom>
                <a:rect b="b" l="l" r="r" t="t"/>
                <a:pathLst>
                  <a:path extrusionOk="0" h="317" w="2190">
                    <a:moveTo>
                      <a:pt x="1" y="1"/>
                    </a:moveTo>
                    <a:lnTo>
                      <a:pt x="1" y="316"/>
                    </a:lnTo>
                    <a:lnTo>
                      <a:pt x="2190" y="316"/>
                    </a:lnTo>
                    <a:lnTo>
                      <a:pt x="21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7"/>
              <p:cNvSpPr/>
              <p:nvPr/>
            </p:nvSpPr>
            <p:spPr>
              <a:xfrm>
                <a:off x="7872920" y="2720165"/>
                <a:ext cx="184060" cy="34805"/>
              </a:xfrm>
              <a:custGeom>
                <a:rect b="b" l="l" r="r" t="t"/>
                <a:pathLst>
                  <a:path extrusionOk="0" h="437" w="2311">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7"/>
              <p:cNvSpPr/>
              <p:nvPr/>
            </p:nvSpPr>
            <p:spPr>
              <a:xfrm>
                <a:off x="7878097" y="2797818"/>
                <a:ext cx="174423" cy="25168"/>
              </a:xfrm>
              <a:custGeom>
                <a:rect b="b" l="l" r="r" t="t"/>
                <a:pathLst>
                  <a:path extrusionOk="0" h="316" w="2190">
                    <a:moveTo>
                      <a:pt x="1" y="0"/>
                    </a:moveTo>
                    <a:lnTo>
                      <a:pt x="1" y="315"/>
                    </a:lnTo>
                    <a:lnTo>
                      <a:pt x="2190" y="315"/>
                    </a:lnTo>
                    <a:lnTo>
                      <a:pt x="21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7"/>
              <p:cNvSpPr/>
              <p:nvPr/>
            </p:nvSpPr>
            <p:spPr>
              <a:xfrm>
                <a:off x="7872920" y="2793358"/>
                <a:ext cx="184060" cy="34805"/>
              </a:xfrm>
              <a:custGeom>
                <a:rect b="b" l="l" r="r" t="t"/>
                <a:pathLst>
                  <a:path extrusionOk="0" h="437" w="2311">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7"/>
              <p:cNvSpPr/>
              <p:nvPr/>
            </p:nvSpPr>
            <p:spPr>
              <a:xfrm>
                <a:off x="6985603" y="2857631"/>
                <a:ext cx="295563" cy="127910"/>
              </a:xfrm>
              <a:custGeom>
                <a:rect b="b" l="l" r="r" t="t"/>
                <a:pathLst>
                  <a:path extrusionOk="0" h="1606" w="3711">
                    <a:moveTo>
                      <a:pt x="3711" y="0"/>
                    </a:moveTo>
                    <a:lnTo>
                      <a:pt x="0" y="1605"/>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7"/>
              <p:cNvSpPr/>
              <p:nvPr/>
            </p:nvSpPr>
            <p:spPr>
              <a:xfrm>
                <a:off x="6980426" y="2853330"/>
                <a:ext cx="305916" cy="136591"/>
              </a:xfrm>
              <a:custGeom>
                <a:rect b="b" l="l" r="r" t="t"/>
                <a:pathLst>
                  <a:path extrusionOk="0" h="1715" w="3841">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7"/>
              <p:cNvSpPr/>
              <p:nvPr/>
            </p:nvSpPr>
            <p:spPr>
              <a:xfrm>
                <a:off x="6951595" y="2965470"/>
                <a:ext cx="48822" cy="48106"/>
              </a:xfrm>
              <a:custGeom>
                <a:rect b="b" l="l" r="r" t="t"/>
                <a:pathLst>
                  <a:path extrusionOk="0" h="604" w="613">
                    <a:moveTo>
                      <a:pt x="168" y="1"/>
                    </a:moveTo>
                    <a:lnTo>
                      <a:pt x="1" y="446"/>
                    </a:lnTo>
                    <a:lnTo>
                      <a:pt x="446" y="604"/>
                    </a:lnTo>
                    <a:lnTo>
                      <a:pt x="613" y="159"/>
                    </a:lnTo>
                    <a:lnTo>
                      <a:pt x="1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7"/>
              <p:cNvSpPr/>
              <p:nvPr/>
            </p:nvSpPr>
            <p:spPr>
              <a:xfrm>
                <a:off x="6947135" y="2961487"/>
                <a:ext cx="57743" cy="57265"/>
              </a:xfrm>
              <a:custGeom>
                <a:rect b="b" l="l" r="r" t="t"/>
                <a:pathLst>
                  <a:path extrusionOk="0" h="719" w="725">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7"/>
              <p:cNvSpPr/>
              <p:nvPr/>
            </p:nvSpPr>
            <p:spPr>
              <a:xfrm>
                <a:off x="7264836" y="2488002"/>
                <a:ext cx="591922" cy="551701"/>
              </a:xfrm>
              <a:custGeom>
                <a:rect b="b" l="l" r="r" t="t"/>
                <a:pathLst>
                  <a:path extrusionOk="0" h="6927" w="7432">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7"/>
              <p:cNvSpPr/>
              <p:nvPr/>
            </p:nvSpPr>
            <p:spPr>
              <a:xfrm>
                <a:off x="7259659" y="2483223"/>
                <a:ext cx="589692" cy="561418"/>
              </a:xfrm>
              <a:custGeom>
                <a:rect b="b" l="l" r="r" t="t"/>
                <a:pathLst>
                  <a:path extrusionOk="0" h="7049" w="7404">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7"/>
              <p:cNvSpPr/>
              <p:nvPr/>
            </p:nvSpPr>
            <p:spPr>
              <a:xfrm>
                <a:off x="7219757" y="2465303"/>
                <a:ext cx="627364" cy="552019"/>
              </a:xfrm>
              <a:custGeom>
                <a:rect b="b" l="l" r="r" t="t"/>
                <a:pathLst>
                  <a:path extrusionOk="0" h="6931" w="7877">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7"/>
              <p:cNvSpPr/>
              <p:nvPr/>
            </p:nvSpPr>
            <p:spPr>
              <a:xfrm>
                <a:off x="7232341" y="2460525"/>
                <a:ext cx="601479" cy="561179"/>
              </a:xfrm>
              <a:custGeom>
                <a:rect b="b" l="l" r="r" t="t"/>
                <a:pathLst>
                  <a:path extrusionOk="0" h="7046" w="7552">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7"/>
              <p:cNvSpPr/>
              <p:nvPr/>
            </p:nvSpPr>
            <p:spPr>
              <a:xfrm>
                <a:off x="7615828" y="2510541"/>
                <a:ext cx="134520" cy="135158"/>
              </a:xfrm>
              <a:custGeom>
                <a:rect b="b" l="l" r="r" t="t"/>
                <a:pathLst>
                  <a:path extrusionOk="0" h="1697" w="1689">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7"/>
              <p:cNvSpPr/>
              <p:nvPr/>
            </p:nvSpPr>
            <p:spPr>
              <a:xfrm>
                <a:off x="7397842" y="2601973"/>
                <a:ext cx="261634" cy="300102"/>
              </a:xfrm>
              <a:custGeom>
                <a:rect b="b" l="l" r="r" t="t"/>
                <a:pathLst>
                  <a:path extrusionOk="0" h="3768" w="3285">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7"/>
              <p:cNvSpPr/>
              <p:nvPr/>
            </p:nvSpPr>
            <p:spPr>
              <a:xfrm>
                <a:off x="7393461" y="2597592"/>
                <a:ext cx="271191" cy="308863"/>
              </a:xfrm>
              <a:custGeom>
                <a:rect b="b" l="l" r="r" t="t"/>
                <a:pathLst>
                  <a:path extrusionOk="0" h="3878" w="3405">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7"/>
              <p:cNvSpPr/>
              <p:nvPr/>
            </p:nvSpPr>
            <p:spPr>
              <a:xfrm>
                <a:off x="7448814" y="2585725"/>
                <a:ext cx="159688" cy="31858"/>
              </a:xfrm>
              <a:custGeom>
                <a:rect b="b" l="l" r="r" t="t"/>
                <a:pathLst>
                  <a:path extrusionOk="0" h="400" w="2005">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7"/>
              <p:cNvSpPr/>
              <p:nvPr/>
            </p:nvSpPr>
            <p:spPr>
              <a:xfrm>
                <a:off x="7443637" y="2580549"/>
                <a:ext cx="169325" cy="41495"/>
              </a:xfrm>
              <a:custGeom>
                <a:rect b="b" l="l" r="r" t="t"/>
                <a:pathLst>
                  <a:path extrusionOk="0" h="521" w="2126">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7"/>
              <p:cNvSpPr/>
              <p:nvPr/>
            </p:nvSpPr>
            <p:spPr>
              <a:xfrm>
                <a:off x="7500583" y="2556894"/>
                <a:ext cx="55433" cy="55513"/>
              </a:xfrm>
              <a:custGeom>
                <a:rect b="b" l="l" r="r" t="t"/>
                <a:pathLst>
                  <a:path extrusionOk="0" h="697" w="696">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7"/>
              <p:cNvSpPr/>
              <p:nvPr/>
            </p:nvSpPr>
            <p:spPr>
              <a:xfrm>
                <a:off x="7496123" y="2552514"/>
                <a:ext cx="65070" cy="65070"/>
              </a:xfrm>
              <a:custGeom>
                <a:rect b="b" l="l" r="r" t="t"/>
                <a:pathLst>
                  <a:path extrusionOk="0" h="817" w="817">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7"/>
              <p:cNvSpPr/>
              <p:nvPr/>
            </p:nvSpPr>
            <p:spPr>
              <a:xfrm>
                <a:off x="7516830" y="2570195"/>
                <a:ext cx="22938" cy="22301"/>
              </a:xfrm>
              <a:custGeom>
                <a:rect b="b" l="l" r="r" t="t"/>
                <a:pathLst>
                  <a:path extrusionOk="0" h="280" w="288">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7"/>
              <p:cNvSpPr/>
              <p:nvPr/>
            </p:nvSpPr>
            <p:spPr>
              <a:xfrm>
                <a:off x="7512370" y="2565018"/>
                <a:ext cx="31858" cy="31858"/>
              </a:xfrm>
              <a:custGeom>
                <a:rect b="b" l="l" r="r" t="t"/>
                <a:pathLst>
                  <a:path extrusionOk="0" h="400" w="40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7"/>
              <p:cNvSpPr/>
              <p:nvPr/>
            </p:nvSpPr>
            <p:spPr>
              <a:xfrm>
                <a:off x="7442204" y="2676600"/>
                <a:ext cx="178086" cy="9717"/>
              </a:xfrm>
              <a:custGeom>
                <a:rect b="b" l="l" r="r" t="t"/>
                <a:pathLst>
                  <a:path extrusionOk="0" h="122" w="2236">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7"/>
              <p:cNvSpPr/>
              <p:nvPr/>
            </p:nvSpPr>
            <p:spPr>
              <a:xfrm>
                <a:off x="7496840" y="2655175"/>
                <a:ext cx="68096" cy="9717"/>
              </a:xfrm>
              <a:custGeom>
                <a:rect b="b" l="l" r="r" t="t"/>
                <a:pathLst>
                  <a:path extrusionOk="0" h="122" w="855">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7"/>
              <p:cNvSpPr/>
              <p:nvPr/>
            </p:nvSpPr>
            <p:spPr>
              <a:xfrm>
                <a:off x="7496840" y="2727572"/>
                <a:ext cx="68096" cy="9000"/>
              </a:xfrm>
              <a:custGeom>
                <a:rect b="b" l="l" r="r" t="t"/>
                <a:pathLst>
                  <a:path extrusionOk="0" h="113" w="855">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7"/>
              <p:cNvSpPr/>
              <p:nvPr/>
            </p:nvSpPr>
            <p:spPr>
              <a:xfrm>
                <a:off x="7496840" y="2802199"/>
                <a:ext cx="68096" cy="9000"/>
              </a:xfrm>
              <a:custGeom>
                <a:rect b="b" l="l" r="r" t="t"/>
                <a:pathLst>
                  <a:path extrusionOk="0" h="113" w="855">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7"/>
              <p:cNvSpPr/>
              <p:nvPr/>
            </p:nvSpPr>
            <p:spPr>
              <a:xfrm>
                <a:off x="7442204" y="2698741"/>
                <a:ext cx="178086" cy="9000"/>
              </a:xfrm>
              <a:custGeom>
                <a:rect b="b" l="l" r="r" t="t"/>
                <a:pathLst>
                  <a:path extrusionOk="0" h="113" w="2236">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7"/>
              <p:cNvSpPr/>
              <p:nvPr/>
            </p:nvSpPr>
            <p:spPr>
              <a:xfrm>
                <a:off x="7442204" y="2753456"/>
                <a:ext cx="178086" cy="8920"/>
              </a:xfrm>
              <a:custGeom>
                <a:rect b="b" l="l" r="r" t="t"/>
                <a:pathLst>
                  <a:path extrusionOk="0" h="112" w="2236">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7"/>
              <p:cNvSpPr/>
              <p:nvPr/>
            </p:nvSpPr>
            <p:spPr>
              <a:xfrm>
                <a:off x="7442204" y="2775598"/>
                <a:ext cx="178086" cy="9000"/>
              </a:xfrm>
              <a:custGeom>
                <a:rect b="b" l="l" r="r" t="t"/>
                <a:pathLst>
                  <a:path extrusionOk="0" h="113" w="2236">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7"/>
              <p:cNvSpPr/>
              <p:nvPr/>
            </p:nvSpPr>
            <p:spPr>
              <a:xfrm>
                <a:off x="7442204" y="2828800"/>
                <a:ext cx="178086" cy="9717"/>
              </a:xfrm>
              <a:custGeom>
                <a:rect b="b" l="l" r="r" t="t"/>
                <a:pathLst>
                  <a:path extrusionOk="0" h="122" w="2236">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47"/>
            <p:cNvGrpSpPr/>
            <p:nvPr/>
          </p:nvGrpSpPr>
          <p:grpSpPr>
            <a:xfrm>
              <a:off x="3657353" y="1571295"/>
              <a:ext cx="1466651" cy="1625718"/>
              <a:chOff x="6964178" y="2817557"/>
              <a:chExt cx="1466651" cy="1625718"/>
            </a:xfrm>
          </p:grpSpPr>
          <p:sp>
            <p:nvSpPr>
              <p:cNvPr id="950" name="Google Shape;950;p47"/>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47"/>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7"/>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7"/>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7"/>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7"/>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7"/>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7"/>
              <p:cNvSpPr/>
              <p:nvPr/>
            </p:nvSpPr>
            <p:spPr>
              <a:xfrm>
                <a:off x="8344335" y="3571324"/>
                <a:ext cx="36238" cy="35522"/>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7"/>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7"/>
              <p:cNvSpPr/>
              <p:nvPr/>
            </p:nvSpPr>
            <p:spPr>
              <a:xfrm>
                <a:off x="8251948" y="3571324"/>
                <a:ext cx="36318" cy="35522"/>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7"/>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7"/>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7"/>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7"/>
              <p:cNvSpPr/>
              <p:nvPr/>
            </p:nvSpPr>
            <p:spPr>
              <a:xfrm>
                <a:off x="8376830" y="3208544"/>
                <a:ext cx="53999" cy="54796"/>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7"/>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7"/>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7"/>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7"/>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7"/>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7"/>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7"/>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7"/>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7"/>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7"/>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7"/>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7"/>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7"/>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7"/>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7"/>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7"/>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7"/>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7"/>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7"/>
              <p:cNvSpPr/>
              <p:nvPr/>
            </p:nvSpPr>
            <p:spPr>
              <a:xfrm>
                <a:off x="7003284" y="3902326"/>
                <a:ext cx="295642" cy="127193"/>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7"/>
              <p:cNvSpPr/>
              <p:nvPr/>
            </p:nvSpPr>
            <p:spPr>
              <a:xfrm>
                <a:off x="6998107" y="3897627"/>
                <a:ext cx="305996" cy="136273"/>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7"/>
              <p:cNvSpPr/>
              <p:nvPr/>
            </p:nvSpPr>
            <p:spPr>
              <a:xfrm>
                <a:off x="6969355" y="3873495"/>
                <a:ext cx="48106" cy="48106"/>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7"/>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7"/>
              <p:cNvSpPr/>
              <p:nvPr/>
            </p:nvSpPr>
            <p:spPr>
              <a:xfrm>
                <a:off x="7282596" y="3887114"/>
                <a:ext cx="591125" cy="551940"/>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7"/>
              <p:cNvSpPr/>
              <p:nvPr/>
            </p:nvSpPr>
            <p:spPr>
              <a:xfrm>
                <a:off x="7277420" y="3882176"/>
                <a:ext cx="589692" cy="561099"/>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7"/>
              <p:cNvSpPr/>
              <p:nvPr/>
            </p:nvSpPr>
            <p:spPr>
              <a:xfrm>
                <a:off x="7236801" y="3869592"/>
                <a:ext cx="627364" cy="551781"/>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7"/>
              <p:cNvSpPr/>
              <p:nvPr/>
            </p:nvSpPr>
            <p:spPr>
              <a:xfrm>
                <a:off x="7250102" y="3865769"/>
                <a:ext cx="588895" cy="561258"/>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47"/>
              <p:cNvSpPr/>
              <p:nvPr/>
            </p:nvSpPr>
            <p:spPr>
              <a:xfrm>
                <a:off x="7643863" y="3925423"/>
                <a:ext cx="134600" cy="135078"/>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7"/>
              <p:cNvSpPr/>
              <p:nvPr/>
            </p:nvSpPr>
            <p:spPr>
              <a:xfrm>
                <a:off x="7895061" y="4209673"/>
                <a:ext cx="304483"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7"/>
              <p:cNvSpPr/>
              <p:nvPr/>
            </p:nvSpPr>
            <p:spPr>
              <a:xfrm>
                <a:off x="7890681" y="4205293"/>
                <a:ext cx="314040" cy="48106"/>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7"/>
              <p:cNvSpPr/>
              <p:nvPr/>
            </p:nvSpPr>
            <p:spPr>
              <a:xfrm>
                <a:off x="7895061" y="4136560"/>
                <a:ext cx="175219" cy="25885"/>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7"/>
              <p:cNvSpPr/>
              <p:nvPr/>
            </p:nvSpPr>
            <p:spPr>
              <a:xfrm>
                <a:off x="7890681" y="4132100"/>
                <a:ext cx="184060"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7"/>
              <p:cNvSpPr/>
              <p:nvPr/>
            </p:nvSpPr>
            <p:spPr>
              <a:xfrm>
                <a:off x="7895061" y="4064163"/>
                <a:ext cx="175219"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7"/>
              <p:cNvSpPr/>
              <p:nvPr/>
            </p:nvSpPr>
            <p:spPr>
              <a:xfrm>
                <a:off x="7890681" y="4059703"/>
                <a:ext cx="184060"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7"/>
              <p:cNvSpPr/>
              <p:nvPr/>
            </p:nvSpPr>
            <p:spPr>
              <a:xfrm>
                <a:off x="7475415" y="3969546"/>
                <a:ext cx="156025" cy="115326"/>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7"/>
              <p:cNvSpPr/>
              <p:nvPr/>
            </p:nvSpPr>
            <p:spPr>
              <a:xfrm>
                <a:off x="7471035" y="3964369"/>
                <a:ext cx="164786" cy="125680"/>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7"/>
              <p:cNvSpPr/>
              <p:nvPr/>
            </p:nvSpPr>
            <p:spPr>
              <a:xfrm>
                <a:off x="7437744" y="4085587"/>
                <a:ext cx="231369" cy="192900"/>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7"/>
              <p:cNvSpPr/>
              <p:nvPr/>
            </p:nvSpPr>
            <p:spPr>
              <a:xfrm>
                <a:off x="7433283" y="4080411"/>
                <a:ext cx="240209" cy="202537"/>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7"/>
              <p:cNvSpPr/>
              <p:nvPr/>
            </p:nvSpPr>
            <p:spPr>
              <a:xfrm>
                <a:off x="7532361" y="4141737"/>
                <a:ext cx="42132" cy="80601"/>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7"/>
              <p:cNvSpPr/>
              <p:nvPr/>
            </p:nvSpPr>
            <p:spPr>
              <a:xfrm>
                <a:off x="7527901" y="4137277"/>
                <a:ext cx="51769" cy="89521"/>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47"/>
            <p:cNvGrpSpPr/>
            <p:nvPr/>
          </p:nvGrpSpPr>
          <p:grpSpPr>
            <a:xfrm flipH="1">
              <a:off x="3725955" y="3512636"/>
              <a:ext cx="1329443" cy="916475"/>
              <a:chOff x="713230" y="2963286"/>
              <a:chExt cx="1329443" cy="916475"/>
            </a:xfrm>
          </p:grpSpPr>
          <p:sp>
            <p:nvSpPr>
              <p:cNvPr id="1020" name="Google Shape;1020;p47"/>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7"/>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7"/>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7"/>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7"/>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47"/>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7"/>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7"/>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7"/>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47"/>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7"/>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47"/>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7"/>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7"/>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7"/>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47"/>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7"/>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7"/>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47"/>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7"/>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47"/>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7"/>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7"/>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7"/>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7"/>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7"/>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47"/>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7"/>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7"/>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7"/>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47"/>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7"/>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7"/>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7"/>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7"/>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7"/>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47"/>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47"/>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47"/>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47"/>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60" name="Shape 1060"/>
        <p:cNvGrpSpPr/>
        <p:nvPr/>
      </p:nvGrpSpPr>
      <p:grpSpPr>
        <a:xfrm>
          <a:off x="0" y="0"/>
          <a:ext cx="0" cy="0"/>
          <a:chOff x="0" y="0"/>
          <a:chExt cx="0" cy="0"/>
        </a:xfrm>
      </p:grpSpPr>
      <p:grpSp>
        <p:nvGrpSpPr>
          <p:cNvPr id="1061" name="Google Shape;1061;p48"/>
          <p:cNvGrpSpPr/>
          <p:nvPr/>
        </p:nvGrpSpPr>
        <p:grpSpPr>
          <a:xfrm>
            <a:off x="518850" y="392550"/>
            <a:ext cx="8106300" cy="4358400"/>
            <a:chOff x="518850" y="392550"/>
            <a:chExt cx="8106300" cy="4358400"/>
          </a:xfrm>
        </p:grpSpPr>
        <p:grpSp>
          <p:nvGrpSpPr>
            <p:cNvPr id="1062" name="Google Shape;1062;p48"/>
            <p:cNvGrpSpPr/>
            <p:nvPr/>
          </p:nvGrpSpPr>
          <p:grpSpPr>
            <a:xfrm>
              <a:off x="518850" y="392550"/>
              <a:ext cx="8106300" cy="396000"/>
              <a:chOff x="518850" y="385283"/>
              <a:chExt cx="8106300" cy="396000"/>
            </a:xfrm>
          </p:grpSpPr>
          <p:cxnSp>
            <p:nvCxnSpPr>
              <p:cNvPr id="1063" name="Google Shape;1063;p4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64" name="Google Shape;1064;p4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65" name="Google Shape;1065;p4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066" name="Google Shape;1066;p48"/>
            <p:cNvGrpSpPr/>
            <p:nvPr/>
          </p:nvGrpSpPr>
          <p:grpSpPr>
            <a:xfrm rot="10800000">
              <a:off x="518850" y="4354950"/>
              <a:ext cx="8106300" cy="396000"/>
              <a:chOff x="518850" y="385283"/>
              <a:chExt cx="8106300" cy="396000"/>
            </a:xfrm>
          </p:grpSpPr>
          <p:cxnSp>
            <p:nvCxnSpPr>
              <p:cNvPr id="1067" name="Google Shape;1067;p4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68" name="Google Shape;1068;p4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69" name="Google Shape;1069;p4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1070" name="Google Shape;1070;p48"/>
          <p:cNvGrpSpPr/>
          <p:nvPr/>
        </p:nvGrpSpPr>
        <p:grpSpPr>
          <a:xfrm>
            <a:off x="5441862" y="1343334"/>
            <a:ext cx="2955370" cy="2456833"/>
            <a:chOff x="5475412" y="1860275"/>
            <a:chExt cx="2955370" cy="2456833"/>
          </a:xfrm>
        </p:grpSpPr>
        <p:sp>
          <p:nvSpPr>
            <p:cNvPr id="1071" name="Google Shape;1071;p48"/>
            <p:cNvSpPr/>
            <p:nvPr/>
          </p:nvSpPr>
          <p:spPr>
            <a:xfrm>
              <a:off x="5581433" y="2425462"/>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8"/>
            <p:cNvSpPr/>
            <p:nvPr/>
          </p:nvSpPr>
          <p:spPr>
            <a:xfrm>
              <a:off x="8233235" y="2755955"/>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8"/>
            <p:cNvSpPr/>
            <p:nvPr/>
          </p:nvSpPr>
          <p:spPr>
            <a:xfrm>
              <a:off x="5475412" y="3604065"/>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8"/>
            <p:cNvSpPr/>
            <p:nvPr/>
          </p:nvSpPr>
          <p:spPr>
            <a:xfrm>
              <a:off x="8311913" y="3834088"/>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8"/>
            <p:cNvSpPr/>
            <p:nvPr/>
          </p:nvSpPr>
          <p:spPr>
            <a:xfrm>
              <a:off x="8015063" y="1953753"/>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8"/>
            <p:cNvSpPr/>
            <p:nvPr/>
          </p:nvSpPr>
          <p:spPr>
            <a:xfrm>
              <a:off x="8015063" y="2047230"/>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8"/>
            <p:cNvSpPr/>
            <p:nvPr/>
          </p:nvSpPr>
          <p:spPr>
            <a:xfrm>
              <a:off x="8044097" y="2018709"/>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48"/>
            <p:cNvSpPr/>
            <p:nvPr/>
          </p:nvSpPr>
          <p:spPr>
            <a:xfrm>
              <a:off x="7950107" y="2018709"/>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8"/>
            <p:cNvSpPr/>
            <p:nvPr/>
          </p:nvSpPr>
          <p:spPr>
            <a:xfrm>
              <a:off x="7972309" y="2041936"/>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48"/>
            <p:cNvSpPr/>
            <p:nvPr/>
          </p:nvSpPr>
          <p:spPr>
            <a:xfrm>
              <a:off x="7969121" y="2039032"/>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48"/>
            <p:cNvSpPr/>
            <p:nvPr/>
          </p:nvSpPr>
          <p:spPr>
            <a:xfrm>
              <a:off x="8038859" y="1975898"/>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48"/>
            <p:cNvSpPr/>
            <p:nvPr/>
          </p:nvSpPr>
          <p:spPr>
            <a:xfrm>
              <a:off x="8035159" y="1972653"/>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8"/>
            <p:cNvSpPr/>
            <p:nvPr/>
          </p:nvSpPr>
          <p:spPr>
            <a:xfrm>
              <a:off x="7972309" y="1975898"/>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8"/>
            <p:cNvSpPr/>
            <p:nvPr/>
          </p:nvSpPr>
          <p:spPr>
            <a:xfrm>
              <a:off x="7969121" y="1972653"/>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8"/>
            <p:cNvSpPr/>
            <p:nvPr/>
          </p:nvSpPr>
          <p:spPr>
            <a:xfrm>
              <a:off x="8038859" y="2041936"/>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48"/>
            <p:cNvSpPr/>
            <p:nvPr/>
          </p:nvSpPr>
          <p:spPr>
            <a:xfrm>
              <a:off x="8035159" y="2039032"/>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48"/>
            <p:cNvSpPr/>
            <p:nvPr/>
          </p:nvSpPr>
          <p:spPr>
            <a:xfrm>
              <a:off x="8355158" y="2208282"/>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8"/>
            <p:cNvSpPr/>
            <p:nvPr/>
          </p:nvSpPr>
          <p:spPr>
            <a:xfrm>
              <a:off x="5739149" y="2773380"/>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8"/>
            <p:cNvSpPr/>
            <p:nvPr/>
          </p:nvSpPr>
          <p:spPr>
            <a:xfrm>
              <a:off x="6637773" y="1860275"/>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8"/>
            <p:cNvSpPr/>
            <p:nvPr/>
          </p:nvSpPr>
          <p:spPr>
            <a:xfrm>
              <a:off x="6622459" y="2287528"/>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48"/>
            <p:cNvSpPr/>
            <p:nvPr/>
          </p:nvSpPr>
          <p:spPr>
            <a:xfrm>
              <a:off x="6619783" y="2282746"/>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8"/>
            <p:cNvSpPr/>
            <p:nvPr/>
          </p:nvSpPr>
          <p:spPr>
            <a:xfrm>
              <a:off x="6175621" y="2313943"/>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48"/>
            <p:cNvSpPr/>
            <p:nvPr/>
          </p:nvSpPr>
          <p:spPr>
            <a:xfrm>
              <a:off x="6172490" y="2310755"/>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8"/>
            <p:cNvSpPr/>
            <p:nvPr/>
          </p:nvSpPr>
          <p:spPr>
            <a:xfrm>
              <a:off x="6359445" y="2342407"/>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48"/>
            <p:cNvSpPr/>
            <p:nvPr/>
          </p:nvSpPr>
          <p:spPr>
            <a:xfrm>
              <a:off x="6356257" y="2338764"/>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48"/>
            <p:cNvSpPr/>
            <p:nvPr/>
          </p:nvSpPr>
          <p:spPr>
            <a:xfrm>
              <a:off x="6631966" y="2285421"/>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48"/>
            <p:cNvSpPr/>
            <p:nvPr/>
          </p:nvSpPr>
          <p:spPr>
            <a:xfrm>
              <a:off x="6629290" y="2280127"/>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48"/>
            <p:cNvSpPr/>
            <p:nvPr/>
          </p:nvSpPr>
          <p:spPr>
            <a:xfrm>
              <a:off x="7338003" y="2218302"/>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48"/>
            <p:cNvSpPr/>
            <p:nvPr/>
          </p:nvSpPr>
          <p:spPr>
            <a:xfrm>
              <a:off x="7334359" y="2214658"/>
              <a:ext cx="88241"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48"/>
            <p:cNvSpPr/>
            <p:nvPr/>
          </p:nvSpPr>
          <p:spPr>
            <a:xfrm>
              <a:off x="7468997" y="2075239"/>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48"/>
            <p:cNvSpPr/>
            <p:nvPr/>
          </p:nvSpPr>
          <p:spPr>
            <a:xfrm>
              <a:off x="7465297" y="2072051"/>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8"/>
            <p:cNvSpPr/>
            <p:nvPr/>
          </p:nvSpPr>
          <p:spPr>
            <a:xfrm>
              <a:off x="7587296" y="2272214"/>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48"/>
            <p:cNvSpPr/>
            <p:nvPr/>
          </p:nvSpPr>
          <p:spPr>
            <a:xfrm>
              <a:off x="7583596" y="2269026"/>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8"/>
            <p:cNvSpPr/>
            <p:nvPr/>
          </p:nvSpPr>
          <p:spPr>
            <a:xfrm>
              <a:off x="6112258" y="2077573"/>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48"/>
            <p:cNvSpPr/>
            <p:nvPr/>
          </p:nvSpPr>
          <p:spPr>
            <a:xfrm>
              <a:off x="6086412" y="2051443"/>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8"/>
            <p:cNvSpPr/>
            <p:nvPr/>
          </p:nvSpPr>
          <p:spPr>
            <a:xfrm>
              <a:off x="6083224" y="2047742"/>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8"/>
            <p:cNvSpPr/>
            <p:nvPr/>
          </p:nvSpPr>
          <p:spPr>
            <a:xfrm>
              <a:off x="6314016" y="2051443"/>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8"/>
            <p:cNvSpPr/>
            <p:nvPr/>
          </p:nvSpPr>
          <p:spPr>
            <a:xfrm>
              <a:off x="6310315" y="2047742"/>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8"/>
            <p:cNvSpPr/>
            <p:nvPr/>
          </p:nvSpPr>
          <p:spPr>
            <a:xfrm>
              <a:off x="6194635" y="2159722"/>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8"/>
            <p:cNvSpPr/>
            <p:nvPr/>
          </p:nvSpPr>
          <p:spPr>
            <a:xfrm>
              <a:off x="6191504" y="2156022"/>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48"/>
            <p:cNvSpPr/>
            <p:nvPr/>
          </p:nvSpPr>
          <p:spPr>
            <a:xfrm>
              <a:off x="6449223" y="2065163"/>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48"/>
            <p:cNvSpPr/>
            <p:nvPr/>
          </p:nvSpPr>
          <p:spPr>
            <a:xfrm>
              <a:off x="6446035" y="2062032"/>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48"/>
            <p:cNvSpPr/>
            <p:nvPr/>
          </p:nvSpPr>
          <p:spPr>
            <a:xfrm>
              <a:off x="6930332" y="1988081"/>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48"/>
            <p:cNvSpPr/>
            <p:nvPr/>
          </p:nvSpPr>
          <p:spPr>
            <a:xfrm>
              <a:off x="6927144" y="1984893"/>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48"/>
            <p:cNvSpPr/>
            <p:nvPr/>
          </p:nvSpPr>
          <p:spPr>
            <a:xfrm>
              <a:off x="6987888" y="2066757"/>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8"/>
            <p:cNvSpPr/>
            <p:nvPr/>
          </p:nvSpPr>
          <p:spPr>
            <a:xfrm>
              <a:off x="7051250" y="2066757"/>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48"/>
            <p:cNvSpPr/>
            <p:nvPr/>
          </p:nvSpPr>
          <p:spPr>
            <a:xfrm>
              <a:off x="7114100" y="2066757"/>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48"/>
            <p:cNvSpPr/>
            <p:nvPr/>
          </p:nvSpPr>
          <p:spPr>
            <a:xfrm>
              <a:off x="5743641" y="2204582"/>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8"/>
            <p:cNvSpPr/>
            <p:nvPr/>
          </p:nvSpPr>
          <p:spPr>
            <a:xfrm>
              <a:off x="5740453" y="2201451"/>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48"/>
            <p:cNvSpPr/>
            <p:nvPr/>
          </p:nvSpPr>
          <p:spPr>
            <a:xfrm>
              <a:off x="5914201" y="2279045"/>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8"/>
            <p:cNvSpPr/>
            <p:nvPr/>
          </p:nvSpPr>
          <p:spPr>
            <a:xfrm>
              <a:off x="5854027" y="2279045"/>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8"/>
            <p:cNvSpPr/>
            <p:nvPr/>
          </p:nvSpPr>
          <p:spPr>
            <a:xfrm>
              <a:off x="5794878" y="2279045"/>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8"/>
            <p:cNvSpPr/>
            <p:nvPr/>
          </p:nvSpPr>
          <p:spPr>
            <a:xfrm>
              <a:off x="7974415" y="2277337"/>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8"/>
            <p:cNvSpPr/>
            <p:nvPr/>
          </p:nvSpPr>
          <p:spPr>
            <a:xfrm>
              <a:off x="7970715" y="2274035"/>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8"/>
            <p:cNvSpPr/>
            <p:nvPr/>
          </p:nvSpPr>
          <p:spPr>
            <a:xfrm>
              <a:off x="7946406" y="2402126"/>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8"/>
            <p:cNvSpPr/>
            <p:nvPr/>
          </p:nvSpPr>
          <p:spPr>
            <a:xfrm>
              <a:off x="7942706" y="2398938"/>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8"/>
            <p:cNvSpPr/>
            <p:nvPr/>
          </p:nvSpPr>
          <p:spPr>
            <a:xfrm>
              <a:off x="7741005" y="2150215"/>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48"/>
            <p:cNvSpPr/>
            <p:nvPr/>
          </p:nvSpPr>
          <p:spPr>
            <a:xfrm>
              <a:off x="7737817" y="2147027"/>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8"/>
            <p:cNvSpPr/>
            <p:nvPr/>
          </p:nvSpPr>
          <p:spPr>
            <a:xfrm>
              <a:off x="7784272" y="2170538"/>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8"/>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8"/>
            <p:cNvSpPr/>
            <p:nvPr/>
          </p:nvSpPr>
          <p:spPr>
            <a:xfrm>
              <a:off x="6902835" y="3774116"/>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48"/>
            <p:cNvSpPr/>
            <p:nvPr/>
          </p:nvSpPr>
          <p:spPr>
            <a:xfrm>
              <a:off x="5894162" y="2528850"/>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8"/>
            <p:cNvSpPr/>
            <p:nvPr/>
          </p:nvSpPr>
          <p:spPr>
            <a:xfrm>
              <a:off x="5890974" y="2525662"/>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48"/>
            <p:cNvSpPr/>
            <p:nvPr/>
          </p:nvSpPr>
          <p:spPr>
            <a:xfrm>
              <a:off x="5995041" y="2636047"/>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48"/>
            <p:cNvSpPr/>
            <p:nvPr/>
          </p:nvSpPr>
          <p:spPr>
            <a:xfrm>
              <a:off x="5991341" y="2632916"/>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8"/>
            <p:cNvSpPr/>
            <p:nvPr/>
          </p:nvSpPr>
          <p:spPr>
            <a:xfrm>
              <a:off x="6933520" y="2560559"/>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8"/>
            <p:cNvSpPr/>
            <p:nvPr/>
          </p:nvSpPr>
          <p:spPr>
            <a:xfrm>
              <a:off x="6930332" y="2556859"/>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8"/>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8"/>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8"/>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8"/>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8"/>
            <p:cNvSpPr/>
            <p:nvPr/>
          </p:nvSpPr>
          <p:spPr>
            <a:xfrm>
              <a:off x="5893081" y="3731363"/>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8"/>
            <p:cNvSpPr/>
            <p:nvPr/>
          </p:nvSpPr>
          <p:spPr>
            <a:xfrm>
              <a:off x="5889950" y="3727662"/>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8"/>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8"/>
            <p:cNvSpPr/>
            <p:nvPr/>
          </p:nvSpPr>
          <p:spPr>
            <a:xfrm>
              <a:off x="6431802" y="4215089"/>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8"/>
            <p:cNvSpPr/>
            <p:nvPr/>
          </p:nvSpPr>
          <p:spPr>
            <a:xfrm>
              <a:off x="6428614" y="4211958"/>
              <a:ext cx="1044666"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8"/>
            <p:cNvSpPr/>
            <p:nvPr/>
          </p:nvSpPr>
          <p:spPr>
            <a:xfrm>
              <a:off x="6691628" y="4215089"/>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8"/>
            <p:cNvSpPr/>
            <p:nvPr/>
          </p:nvSpPr>
          <p:spPr>
            <a:xfrm>
              <a:off x="6687927" y="4211958"/>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8"/>
            <p:cNvSpPr/>
            <p:nvPr/>
          </p:nvSpPr>
          <p:spPr>
            <a:xfrm>
              <a:off x="7160554" y="2782355"/>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8"/>
            <p:cNvSpPr/>
            <p:nvPr/>
          </p:nvSpPr>
          <p:spPr>
            <a:xfrm>
              <a:off x="7157423" y="2779167"/>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8"/>
            <p:cNvSpPr/>
            <p:nvPr/>
          </p:nvSpPr>
          <p:spPr>
            <a:xfrm>
              <a:off x="7228186" y="2854200"/>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8"/>
            <p:cNvSpPr/>
            <p:nvPr/>
          </p:nvSpPr>
          <p:spPr>
            <a:xfrm>
              <a:off x="7592078"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8"/>
            <p:cNvSpPr/>
            <p:nvPr/>
          </p:nvSpPr>
          <p:spPr>
            <a:xfrm>
              <a:off x="7624243" y="2824084"/>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8"/>
            <p:cNvSpPr/>
            <p:nvPr/>
          </p:nvSpPr>
          <p:spPr>
            <a:xfrm>
              <a:off x="7653334"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8"/>
            <p:cNvSpPr/>
            <p:nvPr/>
          </p:nvSpPr>
          <p:spPr>
            <a:xfrm>
              <a:off x="7471104" y="2903842"/>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8"/>
            <p:cNvSpPr/>
            <p:nvPr/>
          </p:nvSpPr>
          <p:spPr>
            <a:xfrm>
              <a:off x="7471104" y="2947677"/>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8"/>
            <p:cNvSpPr/>
            <p:nvPr/>
          </p:nvSpPr>
          <p:spPr>
            <a:xfrm>
              <a:off x="7471104" y="2991456"/>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8"/>
            <p:cNvSpPr/>
            <p:nvPr/>
          </p:nvSpPr>
          <p:spPr>
            <a:xfrm>
              <a:off x="7453171" y="3091309"/>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8"/>
            <p:cNvSpPr/>
            <p:nvPr/>
          </p:nvSpPr>
          <p:spPr>
            <a:xfrm>
              <a:off x="7231374" y="3221734"/>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8"/>
            <p:cNvSpPr/>
            <p:nvPr/>
          </p:nvSpPr>
          <p:spPr>
            <a:xfrm>
              <a:off x="7231374" y="3178411"/>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8"/>
            <p:cNvSpPr/>
            <p:nvPr/>
          </p:nvSpPr>
          <p:spPr>
            <a:xfrm>
              <a:off x="7231374" y="3134575"/>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8"/>
            <p:cNvSpPr/>
            <p:nvPr/>
          </p:nvSpPr>
          <p:spPr>
            <a:xfrm>
              <a:off x="7417761" y="3341114"/>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8"/>
            <p:cNvSpPr/>
            <p:nvPr/>
          </p:nvSpPr>
          <p:spPr>
            <a:xfrm>
              <a:off x="7245607" y="3341114"/>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8"/>
            <p:cNvSpPr/>
            <p:nvPr/>
          </p:nvSpPr>
          <p:spPr>
            <a:xfrm>
              <a:off x="7245607" y="3390756"/>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8"/>
            <p:cNvSpPr/>
            <p:nvPr/>
          </p:nvSpPr>
          <p:spPr>
            <a:xfrm>
              <a:off x="7337490" y="2894335"/>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8"/>
            <p:cNvSpPr/>
            <p:nvPr/>
          </p:nvSpPr>
          <p:spPr>
            <a:xfrm>
              <a:off x="7333790" y="2890065"/>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8"/>
            <p:cNvSpPr/>
            <p:nvPr/>
          </p:nvSpPr>
          <p:spPr>
            <a:xfrm>
              <a:off x="7250389" y="2883404"/>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48"/>
            <p:cNvSpPr/>
            <p:nvPr/>
          </p:nvSpPr>
          <p:spPr>
            <a:xfrm>
              <a:off x="7249819" y="2879875"/>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8"/>
            <p:cNvSpPr/>
            <p:nvPr/>
          </p:nvSpPr>
          <p:spPr>
            <a:xfrm>
              <a:off x="7464272" y="3113853"/>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8"/>
            <p:cNvSpPr/>
            <p:nvPr/>
          </p:nvSpPr>
          <p:spPr>
            <a:xfrm>
              <a:off x="7461084" y="3111177"/>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8"/>
            <p:cNvSpPr/>
            <p:nvPr/>
          </p:nvSpPr>
          <p:spPr>
            <a:xfrm>
              <a:off x="7495925" y="3135657"/>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8"/>
            <p:cNvSpPr/>
            <p:nvPr/>
          </p:nvSpPr>
          <p:spPr>
            <a:xfrm>
              <a:off x="7492224" y="3132469"/>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8"/>
            <p:cNvSpPr/>
            <p:nvPr/>
          </p:nvSpPr>
          <p:spPr>
            <a:xfrm>
              <a:off x="7504920" y="3149434"/>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8"/>
            <p:cNvSpPr/>
            <p:nvPr/>
          </p:nvSpPr>
          <p:spPr>
            <a:xfrm>
              <a:off x="7501219" y="3146246"/>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8"/>
            <p:cNvSpPr/>
            <p:nvPr/>
          </p:nvSpPr>
          <p:spPr>
            <a:xfrm>
              <a:off x="7526553" y="3166797"/>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8"/>
            <p:cNvSpPr/>
            <p:nvPr/>
          </p:nvSpPr>
          <p:spPr>
            <a:xfrm>
              <a:off x="7523422" y="3163097"/>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8"/>
            <p:cNvSpPr/>
            <p:nvPr/>
          </p:nvSpPr>
          <p:spPr>
            <a:xfrm>
              <a:off x="7495412" y="3128939"/>
              <a:ext cx="49188" cy="55905"/>
            </a:xfrm>
            <a:custGeom>
              <a:rect b="b" l="l" r="r" t="t"/>
              <a:pathLst>
                <a:path extrusionOk="0" h="982" w="864">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8"/>
            <p:cNvSpPr/>
            <p:nvPr/>
          </p:nvSpPr>
          <p:spPr>
            <a:xfrm>
              <a:off x="7493818" y="3127231"/>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8"/>
            <p:cNvSpPr/>
            <p:nvPr/>
          </p:nvSpPr>
          <p:spPr>
            <a:xfrm>
              <a:off x="7482205" y="3116130"/>
              <a:ext cx="19072" cy="18502"/>
            </a:xfrm>
            <a:custGeom>
              <a:rect b="b" l="l" r="r" t="t"/>
              <a:pathLst>
                <a:path extrusionOk="0" h="325" w="335">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8"/>
            <p:cNvSpPr/>
            <p:nvPr/>
          </p:nvSpPr>
          <p:spPr>
            <a:xfrm>
              <a:off x="7481123" y="3114536"/>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8"/>
            <p:cNvSpPr/>
            <p:nvPr/>
          </p:nvSpPr>
          <p:spPr>
            <a:xfrm>
              <a:off x="7487499" y="3121937"/>
              <a:ext cx="18502" cy="18218"/>
            </a:xfrm>
            <a:custGeom>
              <a:rect b="b" l="l" r="r" t="t"/>
              <a:pathLst>
                <a:path extrusionOk="0" h="320" w="325">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48"/>
            <p:cNvSpPr/>
            <p:nvPr/>
          </p:nvSpPr>
          <p:spPr>
            <a:xfrm>
              <a:off x="7485905" y="3120115"/>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48"/>
            <p:cNvSpPr/>
            <p:nvPr/>
          </p:nvSpPr>
          <p:spPr>
            <a:xfrm>
              <a:off x="6932439" y="3332119"/>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8"/>
            <p:cNvSpPr/>
            <p:nvPr/>
          </p:nvSpPr>
          <p:spPr>
            <a:xfrm>
              <a:off x="6929251" y="3328419"/>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8"/>
            <p:cNvSpPr/>
            <p:nvPr/>
          </p:nvSpPr>
          <p:spPr>
            <a:xfrm>
              <a:off x="6626671" y="3327906"/>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8"/>
            <p:cNvSpPr/>
            <p:nvPr/>
          </p:nvSpPr>
          <p:spPr>
            <a:xfrm>
              <a:off x="6623483" y="3324718"/>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8"/>
            <p:cNvSpPr/>
            <p:nvPr/>
          </p:nvSpPr>
          <p:spPr>
            <a:xfrm>
              <a:off x="6695328" y="3411877"/>
              <a:ext cx="136290" cy="100937"/>
            </a:xfrm>
            <a:custGeom>
              <a:rect b="b" l="l" r="r" t="t"/>
              <a:pathLst>
                <a:path extrusionOk="0" h="1773" w="2394">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8"/>
            <p:cNvSpPr/>
            <p:nvPr/>
          </p:nvSpPr>
          <p:spPr>
            <a:xfrm>
              <a:off x="6692140" y="3408689"/>
              <a:ext cx="142667" cy="107768"/>
            </a:xfrm>
            <a:custGeom>
              <a:rect b="b" l="l" r="r" t="t"/>
              <a:pathLst>
                <a:path extrusionOk="0" h="1893" w="2506">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8"/>
            <p:cNvSpPr/>
            <p:nvPr/>
          </p:nvSpPr>
          <p:spPr>
            <a:xfrm>
              <a:off x="6695328" y="3425597"/>
              <a:ext cx="136290" cy="37232"/>
            </a:xfrm>
            <a:custGeom>
              <a:rect b="b" l="l" r="r" t="t"/>
              <a:pathLst>
                <a:path extrusionOk="0" h="654" w="2394">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8"/>
            <p:cNvSpPr/>
            <p:nvPr/>
          </p:nvSpPr>
          <p:spPr>
            <a:xfrm>
              <a:off x="6693734" y="3422409"/>
              <a:ext cx="139479" cy="43381"/>
            </a:xfrm>
            <a:custGeom>
              <a:rect b="b" l="l" r="r" t="t"/>
              <a:pathLst>
                <a:path extrusionOk="0" h="762" w="245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8"/>
            <p:cNvSpPr/>
            <p:nvPr/>
          </p:nvSpPr>
          <p:spPr>
            <a:xfrm>
              <a:off x="6732275" y="3079126"/>
              <a:ext cx="373973" cy="201817"/>
            </a:xfrm>
            <a:custGeom>
              <a:rect b="b" l="l" r="r" t="t"/>
              <a:pathLst>
                <a:path extrusionOk="0" h="3545" w="6569">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48"/>
            <p:cNvSpPr/>
            <p:nvPr/>
          </p:nvSpPr>
          <p:spPr>
            <a:xfrm>
              <a:off x="6732275" y="3083908"/>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8"/>
            <p:cNvSpPr/>
            <p:nvPr/>
          </p:nvSpPr>
          <p:spPr>
            <a:xfrm>
              <a:off x="6728575" y="3080720"/>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8"/>
            <p:cNvSpPr/>
            <p:nvPr/>
          </p:nvSpPr>
          <p:spPr>
            <a:xfrm>
              <a:off x="6793531" y="3145164"/>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8"/>
            <p:cNvSpPr/>
            <p:nvPr/>
          </p:nvSpPr>
          <p:spPr>
            <a:xfrm>
              <a:off x="6942971" y="3145164"/>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8"/>
            <p:cNvSpPr/>
            <p:nvPr/>
          </p:nvSpPr>
          <p:spPr>
            <a:xfrm>
              <a:off x="6793531" y="3208526"/>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8"/>
            <p:cNvSpPr/>
            <p:nvPr/>
          </p:nvSpPr>
          <p:spPr>
            <a:xfrm>
              <a:off x="6893328" y="3175280"/>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8"/>
            <p:cNvSpPr/>
            <p:nvPr/>
          </p:nvSpPr>
          <p:spPr>
            <a:xfrm>
              <a:off x="6793531" y="3175280"/>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8"/>
            <p:cNvSpPr/>
            <p:nvPr/>
          </p:nvSpPr>
          <p:spPr>
            <a:xfrm>
              <a:off x="6931926" y="3208526"/>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8"/>
            <p:cNvSpPr/>
            <p:nvPr/>
          </p:nvSpPr>
          <p:spPr>
            <a:xfrm>
              <a:off x="6732275" y="2787650"/>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48"/>
            <p:cNvSpPr/>
            <p:nvPr/>
          </p:nvSpPr>
          <p:spPr>
            <a:xfrm>
              <a:off x="6728575" y="2783949"/>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8"/>
            <p:cNvSpPr/>
            <p:nvPr/>
          </p:nvSpPr>
          <p:spPr>
            <a:xfrm>
              <a:off x="6997395"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8"/>
            <p:cNvSpPr/>
            <p:nvPr/>
          </p:nvSpPr>
          <p:spPr>
            <a:xfrm>
              <a:off x="7035424"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8"/>
            <p:cNvSpPr/>
            <p:nvPr/>
          </p:nvSpPr>
          <p:spPr>
            <a:xfrm>
              <a:off x="7073452" y="2799263"/>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8"/>
            <p:cNvSpPr/>
            <p:nvPr/>
          </p:nvSpPr>
          <p:spPr>
            <a:xfrm>
              <a:off x="6833154" y="2829891"/>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48"/>
            <p:cNvSpPr/>
            <p:nvPr/>
          </p:nvSpPr>
          <p:spPr>
            <a:xfrm>
              <a:off x="6829966" y="2826703"/>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8"/>
            <p:cNvSpPr/>
            <p:nvPr/>
          </p:nvSpPr>
          <p:spPr>
            <a:xfrm>
              <a:off x="6851656" y="2848393"/>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48"/>
            <p:cNvSpPr/>
            <p:nvPr/>
          </p:nvSpPr>
          <p:spPr>
            <a:xfrm>
              <a:off x="6848468" y="2845205"/>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8"/>
            <p:cNvSpPr/>
            <p:nvPr/>
          </p:nvSpPr>
          <p:spPr>
            <a:xfrm>
              <a:off x="6915018" y="2877939"/>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8"/>
            <p:cNvSpPr/>
            <p:nvPr/>
          </p:nvSpPr>
          <p:spPr>
            <a:xfrm>
              <a:off x="6909724" y="2906973"/>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8"/>
            <p:cNvSpPr/>
            <p:nvPr/>
          </p:nvSpPr>
          <p:spPr>
            <a:xfrm>
              <a:off x="6906536" y="2903842"/>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8"/>
            <p:cNvSpPr/>
            <p:nvPr/>
          </p:nvSpPr>
          <p:spPr>
            <a:xfrm>
              <a:off x="6131273" y="2776548"/>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8"/>
            <p:cNvSpPr/>
            <p:nvPr/>
          </p:nvSpPr>
          <p:spPr>
            <a:xfrm>
              <a:off x="6127572" y="2773360"/>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8"/>
            <p:cNvSpPr/>
            <p:nvPr/>
          </p:nvSpPr>
          <p:spPr>
            <a:xfrm>
              <a:off x="6317204" y="2829094"/>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8"/>
            <p:cNvSpPr/>
            <p:nvPr/>
          </p:nvSpPr>
          <p:spPr>
            <a:xfrm>
              <a:off x="6322441" y="2825678"/>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48"/>
            <p:cNvSpPr/>
            <p:nvPr/>
          </p:nvSpPr>
          <p:spPr>
            <a:xfrm>
              <a:off x="6370547" y="2912780"/>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48"/>
            <p:cNvSpPr/>
            <p:nvPr/>
          </p:nvSpPr>
          <p:spPr>
            <a:xfrm>
              <a:off x="6366846" y="2909649"/>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8"/>
            <p:cNvSpPr/>
            <p:nvPr/>
          </p:nvSpPr>
          <p:spPr>
            <a:xfrm>
              <a:off x="6386885" y="2864731"/>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8"/>
            <p:cNvSpPr/>
            <p:nvPr/>
          </p:nvSpPr>
          <p:spPr>
            <a:xfrm>
              <a:off x="6383697" y="2861031"/>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48"/>
            <p:cNvSpPr/>
            <p:nvPr/>
          </p:nvSpPr>
          <p:spPr>
            <a:xfrm>
              <a:off x="6246953" y="3037967"/>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48"/>
            <p:cNvSpPr/>
            <p:nvPr/>
          </p:nvSpPr>
          <p:spPr>
            <a:xfrm>
              <a:off x="6243765" y="3034779"/>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48"/>
            <p:cNvSpPr/>
            <p:nvPr/>
          </p:nvSpPr>
          <p:spPr>
            <a:xfrm>
              <a:off x="6246953" y="3133038"/>
              <a:ext cx="324843" cy="58638"/>
            </a:xfrm>
            <a:custGeom>
              <a:rect b="b" l="l" r="r" t="t"/>
              <a:pathLst>
                <a:path extrusionOk="0" h="1030" w="5706">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8"/>
            <p:cNvSpPr/>
            <p:nvPr/>
          </p:nvSpPr>
          <p:spPr>
            <a:xfrm>
              <a:off x="6243765" y="3129850"/>
              <a:ext cx="331731" cy="65526"/>
            </a:xfrm>
            <a:custGeom>
              <a:rect b="b" l="l" r="r" t="t"/>
              <a:pathLst>
                <a:path extrusionOk="0" h="1151" w="5827">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48"/>
            <p:cNvSpPr/>
            <p:nvPr/>
          </p:nvSpPr>
          <p:spPr>
            <a:xfrm>
              <a:off x="6362576" y="3211714"/>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48"/>
            <p:cNvSpPr/>
            <p:nvPr/>
          </p:nvSpPr>
          <p:spPr>
            <a:xfrm>
              <a:off x="6608682" y="2809681"/>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8"/>
            <p:cNvSpPr/>
            <p:nvPr/>
          </p:nvSpPr>
          <p:spPr>
            <a:xfrm>
              <a:off x="6608682" y="2809681"/>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8"/>
            <p:cNvSpPr/>
            <p:nvPr/>
          </p:nvSpPr>
          <p:spPr>
            <a:xfrm>
              <a:off x="6131273" y="3328419"/>
              <a:ext cx="460564" cy="268880"/>
            </a:xfrm>
            <a:custGeom>
              <a:rect b="b" l="l" r="r" t="t"/>
              <a:pathLst>
                <a:path extrusionOk="0" h="4723" w="809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8"/>
            <p:cNvSpPr/>
            <p:nvPr/>
          </p:nvSpPr>
          <p:spPr>
            <a:xfrm>
              <a:off x="6466643" y="3355346"/>
              <a:ext cx="71903" cy="201248"/>
            </a:xfrm>
            <a:custGeom>
              <a:rect b="b" l="l" r="r" t="t"/>
              <a:pathLst>
                <a:path extrusionOk="0" h="3535" w="1263">
                  <a:moveTo>
                    <a:pt x="0" y="1"/>
                  </a:moveTo>
                  <a:lnTo>
                    <a:pt x="0" y="3535"/>
                  </a:lnTo>
                  <a:lnTo>
                    <a:pt x="1262" y="353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8"/>
            <p:cNvSpPr/>
            <p:nvPr/>
          </p:nvSpPr>
          <p:spPr>
            <a:xfrm>
              <a:off x="6463455" y="3352158"/>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8"/>
            <p:cNvSpPr/>
            <p:nvPr/>
          </p:nvSpPr>
          <p:spPr>
            <a:xfrm>
              <a:off x="6365252" y="3443017"/>
              <a:ext cx="71846" cy="113575"/>
            </a:xfrm>
            <a:custGeom>
              <a:rect b="b" l="l" r="r" t="t"/>
              <a:pathLst>
                <a:path extrusionOk="0" h="1995" w="1262">
                  <a:moveTo>
                    <a:pt x="0" y="1"/>
                  </a:moveTo>
                  <a:lnTo>
                    <a:pt x="0" y="1995"/>
                  </a:lnTo>
                  <a:lnTo>
                    <a:pt x="1262" y="199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8"/>
            <p:cNvSpPr/>
            <p:nvPr/>
          </p:nvSpPr>
          <p:spPr>
            <a:xfrm>
              <a:off x="6362064" y="3439829"/>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48"/>
            <p:cNvSpPr/>
            <p:nvPr/>
          </p:nvSpPr>
          <p:spPr>
            <a:xfrm>
              <a:off x="6461861" y="3355346"/>
              <a:ext cx="71390" cy="194416"/>
            </a:xfrm>
            <a:custGeom>
              <a:rect b="b" l="l" r="r" t="t"/>
              <a:pathLst>
                <a:path extrusionOk="0" h="3415" w="1254">
                  <a:moveTo>
                    <a:pt x="1" y="1"/>
                  </a:moveTo>
                  <a:lnTo>
                    <a:pt x="1" y="3414"/>
                  </a:lnTo>
                  <a:lnTo>
                    <a:pt x="1253" y="3414"/>
                  </a:lnTo>
                  <a:lnTo>
                    <a:pt x="12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48"/>
            <p:cNvSpPr/>
            <p:nvPr/>
          </p:nvSpPr>
          <p:spPr>
            <a:xfrm>
              <a:off x="6458161" y="3352158"/>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8"/>
            <p:cNvSpPr/>
            <p:nvPr/>
          </p:nvSpPr>
          <p:spPr>
            <a:xfrm>
              <a:off x="6359958" y="3443017"/>
              <a:ext cx="71903" cy="106744"/>
            </a:xfrm>
            <a:custGeom>
              <a:rect b="b" l="l" r="r" t="t"/>
              <a:pathLst>
                <a:path extrusionOk="0" h="1875" w="1263">
                  <a:moveTo>
                    <a:pt x="1" y="1"/>
                  </a:moveTo>
                  <a:lnTo>
                    <a:pt x="1" y="1874"/>
                  </a:lnTo>
                  <a:lnTo>
                    <a:pt x="1262" y="1874"/>
                  </a:lnTo>
                  <a:lnTo>
                    <a:pt x="12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8"/>
            <p:cNvSpPr/>
            <p:nvPr/>
          </p:nvSpPr>
          <p:spPr>
            <a:xfrm>
              <a:off x="6356770" y="3439829"/>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8"/>
            <p:cNvSpPr/>
            <p:nvPr/>
          </p:nvSpPr>
          <p:spPr>
            <a:xfrm>
              <a:off x="6263292" y="3494765"/>
              <a:ext cx="71903" cy="62395"/>
            </a:xfrm>
            <a:custGeom>
              <a:rect b="b" l="l" r="r" t="t"/>
              <a:pathLst>
                <a:path extrusionOk="0" h="1096" w="1263">
                  <a:moveTo>
                    <a:pt x="1" y="1"/>
                  </a:moveTo>
                  <a:lnTo>
                    <a:pt x="1" y="1095"/>
                  </a:lnTo>
                  <a:lnTo>
                    <a:pt x="1263" y="1095"/>
                  </a:lnTo>
                  <a:lnTo>
                    <a:pt x="1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48"/>
            <p:cNvSpPr/>
            <p:nvPr/>
          </p:nvSpPr>
          <p:spPr>
            <a:xfrm>
              <a:off x="6260161" y="3491577"/>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8"/>
            <p:cNvSpPr/>
            <p:nvPr/>
          </p:nvSpPr>
          <p:spPr>
            <a:xfrm>
              <a:off x="6258054" y="3494765"/>
              <a:ext cx="71846" cy="58182"/>
            </a:xfrm>
            <a:custGeom>
              <a:rect b="b" l="l" r="r" t="t"/>
              <a:pathLst>
                <a:path extrusionOk="0" h="1022" w="1262">
                  <a:moveTo>
                    <a:pt x="0" y="1"/>
                  </a:moveTo>
                  <a:lnTo>
                    <a:pt x="0" y="1021"/>
                  </a:lnTo>
                  <a:lnTo>
                    <a:pt x="1262" y="1021"/>
                  </a:lnTo>
                  <a:lnTo>
                    <a:pt x="1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8"/>
            <p:cNvSpPr/>
            <p:nvPr/>
          </p:nvSpPr>
          <p:spPr>
            <a:xfrm>
              <a:off x="6254866" y="3491577"/>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8"/>
            <p:cNvSpPr/>
            <p:nvPr/>
          </p:nvSpPr>
          <p:spPr>
            <a:xfrm>
              <a:off x="6166113" y="3528069"/>
              <a:ext cx="71903" cy="29091"/>
            </a:xfrm>
            <a:custGeom>
              <a:rect b="b" l="l" r="r" t="t"/>
              <a:pathLst>
                <a:path extrusionOk="0" h="511" w="1263">
                  <a:moveTo>
                    <a:pt x="1" y="0"/>
                  </a:moveTo>
                  <a:lnTo>
                    <a:pt x="1" y="510"/>
                  </a:lnTo>
                  <a:lnTo>
                    <a:pt x="1263" y="510"/>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8"/>
            <p:cNvSpPr/>
            <p:nvPr/>
          </p:nvSpPr>
          <p:spPr>
            <a:xfrm>
              <a:off x="6162470" y="3524369"/>
              <a:ext cx="78734" cy="35923"/>
            </a:xfrm>
            <a:custGeom>
              <a:rect b="b" l="l" r="r" t="t"/>
              <a:pathLst>
                <a:path extrusionOk="0" h="631" w="1383">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8"/>
            <p:cNvSpPr/>
            <p:nvPr/>
          </p:nvSpPr>
          <p:spPr>
            <a:xfrm>
              <a:off x="6160876" y="3528069"/>
              <a:ext cx="71846" cy="26985"/>
            </a:xfrm>
            <a:custGeom>
              <a:rect b="b" l="l" r="r" t="t"/>
              <a:pathLst>
                <a:path extrusionOk="0" h="474" w="1262">
                  <a:moveTo>
                    <a:pt x="0" y="0"/>
                  </a:moveTo>
                  <a:lnTo>
                    <a:pt x="0" y="473"/>
                  </a:lnTo>
                  <a:lnTo>
                    <a:pt x="1262" y="473"/>
                  </a:lnTo>
                  <a:lnTo>
                    <a:pt x="126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8"/>
            <p:cNvSpPr/>
            <p:nvPr/>
          </p:nvSpPr>
          <p:spPr>
            <a:xfrm>
              <a:off x="6157176" y="3524369"/>
              <a:ext cx="78734" cy="34386"/>
            </a:xfrm>
            <a:custGeom>
              <a:rect b="b" l="l" r="r" t="t"/>
              <a:pathLst>
                <a:path extrusionOk="0" h="604" w="1383">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8"/>
            <p:cNvSpPr/>
            <p:nvPr/>
          </p:nvSpPr>
          <p:spPr>
            <a:xfrm>
              <a:off x="6176190" y="3382729"/>
              <a:ext cx="163731" cy="111184"/>
            </a:xfrm>
            <a:custGeom>
              <a:rect b="b" l="l" r="r" t="t"/>
              <a:pathLst>
                <a:path extrusionOk="0" h="1953" w="2876">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8"/>
            <p:cNvSpPr/>
            <p:nvPr/>
          </p:nvSpPr>
          <p:spPr>
            <a:xfrm>
              <a:off x="6297108" y="3363259"/>
              <a:ext cx="49188" cy="58182"/>
            </a:xfrm>
            <a:custGeom>
              <a:rect b="b" l="l" r="r" t="t"/>
              <a:pathLst>
                <a:path extrusionOk="0" h="1022" w="864">
                  <a:moveTo>
                    <a:pt x="863" y="1"/>
                  </a:moveTo>
                  <a:lnTo>
                    <a:pt x="1" y="576"/>
                  </a:lnTo>
                  <a:lnTo>
                    <a:pt x="437" y="659"/>
                  </a:lnTo>
                  <a:lnTo>
                    <a:pt x="678" y="1021"/>
                  </a:lnTo>
                  <a:lnTo>
                    <a:pt x="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48"/>
            <p:cNvSpPr/>
            <p:nvPr/>
          </p:nvSpPr>
          <p:spPr>
            <a:xfrm>
              <a:off x="7410929" y="3726638"/>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48"/>
            <p:cNvSpPr/>
            <p:nvPr/>
          </p:nvSpPr>
          <p:spPr>
            <a:xfrm>
              <a:off x="5696618" y="4217195"/>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5" Type="http://schemas.openxmlformats.org/officeDocument/2006/relationships/slideLayout" Target="../slideLayouts/slideLayout42.xml"/><Relationship Id="rId14" Type="http://schemas.openxmlformats.org/officeDocument/2006/relationships/slideLayout" Target="../slideLayouts/slideLayout41.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3" name="Shape 553"/>
        <p:cNvGrpSpPr/>
        <p:nvPr/>
      </p:nvGrpSpPr>
      <p:grpSpPr>
        <a:xfrm>
          <a:off x="0" y="0"/>
          <a:ext cx="0" cy="0"/>
          <a:chOff x="0" y="0"/>
          <a:chExt cx="0" cy="0"/>
        </a:xfrm>
      </p:grpSpPr>
      <p:sp>
        <p:nvSpPr>
          <p:cNvPr id="554" name="Google Shape;554;p2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555" name="Google Shape;555;p2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xml"/><Relationship Id="rId3" Type="http://schemas.openxmlformats.org/officeDocument/2006/relationships/comments" Target="../comments/commen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 Id="rId3" Type="http://schemas.openxmlformats.org/officeDocument/2006/relationships/comments" Target="../comments/commen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comments" Target="../comments/comment5.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comments" Target="../comments/comment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comments" Target="../comments/commen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 Id="rId3" Type="http://schemas.openxmlformats.org/officeDocument/2006/relationships/comments" Target="../comments/commen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 Id="rId3" Type="http://schemas.openxmlformats.org/officeDocument/2006/relationships/comments" Target="../comments/commen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49"/>
          <p:cNvSpPr txBox="1"/>
          <p:nvPr>
            <p:ph type="ctrTitle"/>
          </p:nvPr>
        </p:nvSpPr>
        <p:spPr>
          <a:xfrm>
            <a:off x="558450" y="1668196"/>
            <a:ext cx="4524900" cy="149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Home Sensor w/ Reasoning</a:t>
            </a:r>
            <a:endParaRPr b="0" sz="3300"/>
          </a:p>
        </p:txBody>
      </p:sp>
      <p:sp>
        <p:nvSpPr>
          <p:cNvPr id="1253" name="Google Shape;1253;p49"/>
          <p:cNvSpPr txBox="1"/>
          <p:nvPr>
            <p:ph idx="1" type="subTitle"/>
          </p:nvPr>
        </p:nvSpPr>
        <p:spPr>
          <a:xfrm>
            <a:off x="713225" y="3169844"/>
            <a:ext cx="43701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EcoNest</a:t>
            </a:r>
            <a:endParaRPr/>
          </a:p>
        </p:txBody>
      </p:sp>
      <p:grpSp>
        <p:nvGrpSpPr>
          <p:cNvPr id="1254" name="Google Shape;1254;p49"/>
          <p:cNvGrpSpPr/>
          <p:nvPr/>
        </p:nvGrpSpPr>
        <p:grpSpPr>
          <a:xfrm>
            <a:off x="5156740" y="1306998"/>
            <a:ext cx="3374953" cy="2676564"/>
            <a:chOff x="5148240" y="1213448"/>
            <a:chExt cx="3374953" cy="2676564"/>
          </a:xfrm>
        </p:grpSpPr>
        <p:grpSp>
          <p:nvGrpSpPr>
            <p:cNvPr id="1255" name="Google Shape;1255;p49"/>
            <p:cNvGrpSpPr/>
            <p:nvPr/>
          </p:nvGrpSpPr>
          <p:grpSpPr>
            <a:xfrm>
              <a:off x="8384122" y="2614871"/>
              <a:ext cx="139071" cy="139071"/>
              <a:chOff x="5448853" y="3419595"/>
              <a:chExt cx="78736" cy="78736"/>
            </a:xfrm>
          </p:grpSpPr>
          <p:sp>
            <p:nvSpPr>
              <p:cNvPr id="1256" name="Google Shape;1256;p49"/>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9"/>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9"/>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9"/>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9"/>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49"/>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49"/>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9"/>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4" name="Google Shape;1264;p49"/>
            <p:cNvSpPr/>
            <p:nvPr/>
          </p:nvSpPr>
          <p:spPr>
            <a:xfrm>
              <a:off x="6756905" y="3331665"/>
              <a:ext cx="323574" cy="155533"/>
            </a:xfrm>
            <a:custGeom>
              <a:rect b="b" l="l" r="r" t="t"/>
              <a:pathLst>
                <a:path extrusionOk="0" h="2636" w="5484">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9"/>
            <p:cNvSpPr/>
            <p:nvPr/>
          </p:nvSpPr>
          <p:spPr>
            <a:xfrm>
              <a:off x="6048099" y="1992822"/>
              <a:ext cx="6608" cy="77235"/>
            </a:xfrm>
            <a:custGeom>
              <a:rect b="b" l="l" r="r" t="t"/>
              <a:pathLst>
                <a:path extrusionOk="0" h="1309" w="112">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9"/>
            <p:cNvSpPr/>
            <p:nvPr/>
          </p:nvSpPr>
          <p:spPr>
            <a:xfrm>
              <a:off x="6344236" y="1821005"/>
              <a:ext cx="327350" cy="131400"/>
            </a:xfrm>
            <a:custGeom>
              <a:rect b="b" l="l" r="r" t="t"/>
              <a:pathLst>
                <a:path extrusionOk="0" h="2227" w="5548">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49"/>
            <p:cNvSpPr/>
            <p:nvPr/>
          </p:nvSpPr>
          <p:spPr>
            <a:xfrm>
              <a:off x="7379802" y="2174552"/>
              <a:ext cx="423171" cy="165917"/>
            </a:xfrm>
            <a:custGeom>
              <a:rect b="b" l="l" r="r" t="t"/>
              <a:pathLst>
                <a:path extrusionOk="0" h="2812" w="7172">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9"/>
            <p:cNvSpPr/>
            <p:nvPr/>
          </p:nvSpPr>
          <p:spPr>
            <a:xfrm>
              <a:off x="7580708" y="2958941"/>
              <a:ext cx="85437" cy="160430"/>
            </a:xfrm>
            <a:custGeom>
              <a:rect b="b" l="l" r="r" t="t"/>
              <a:pathLst>
                <a:path extrusionOk="0" h="2719" w="1448">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49"/>
            <p:cNvSpPr/>
            <p:nvPr/>
          </p:nvSpPr>
          <p:spPr>
            <a:xfrm>
              <a:off x="8240247" y="1261064"/>
              <a:ext cx="108448" cy="108389"/>
            </a:xfrm>
            <a:custGeom>
              <a:rect b="b" l="l" r="r" t="t"/>
              <a:pathLst>
                <a:path extrusionOk="0" h="1837" w="1838">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49"/>
            <p:cNvSpPr/>
            <p:nvPr/>
          </p:nvSpPr>
          <p:spPr>
            <a:xfrm>
              <a:off x="6505138" y="1371577"/>
              <a:ext cx="121547" cy="121075"/>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9"/>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49"/>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49"/>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49"/>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9"/>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9"/>
            <p:cNvSpPr/>
            <p:nvPr/>
          </p:nvSpPr>
          <p:spPr>
            <a:xfrm>
              <a:off x="5442194" y="1567291"/>
              <a:ext cx="33986" cy="33160"/>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9"/>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9"/>
            <p:cNvSpPr/>
            <p:nvPr/>
          </p:nvSpPr>
          <p:spPr>
            <a:xfrm>
              <a:off x="5509517" y="1499968"/>
              <a:ext cx="33986" cy="33160"/>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9"/>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9"/>
            <p:cNvSpPr/>
            <p:nvPr/>
          </p:nvSpPr>
          <p:spPr>
            <a:xfrm>
              <a:off x="5442194" y="1499968"/>
              <a:ext cx="33986" cy="33160"/>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9"/>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49"/>
            <p:cNvSpPr/>
            <p:nvPr/>
          </p:nvSpPr>
          <p:spPr>
            <a:xfrm>
              <a:off x="5509517" y="1567291"/>
              <a:ext cx="33986" cy="33160"/>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9"/>
            <p:cNvSpPr/>
            <p:nvPr/>
          </p:nvSpPr>
          <p:spPr>
            <a:xfrm>
              <a:off x="8380379" y="2008694"/>
              <a:ext cx="26315" cy="25784"/>
            </a:xfrm>
            <a:custGeom>
              <a:rect b="b" l="l" r="r" t="t"/>
              <a:pathLst>
                <a:path extrusionOk="0" h="437" w="446">
                  <a:moveTo>
                    <a:pt x="0" y="437"/>
                  </a:moveTo>
                  <a:lnTo>
                    <a:pt x="446"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9"/>
            <p:cNvSpPr/>
            <p:nvPr/>
          </p:nvSpPr>
          <p:spPr>
            <a:xfrm>
              <a:off x="8380379" y="1940840"/>
              <a:ext cx="26315" cy="26315"/>
            </a:xfrm>
            <a:custGeom>
              <a:rect b="b" l="l" r="r" t="t"/>
              <a:pathLst>
                <a:path extrusionOk="0" h="446" w="446">
                  <a:moveTo>
                    <a:pt x="0" y="1"/>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9"/>
            <p:cNvSpPr/>
            <p:nvPr/>
          </p:nvSpPr>
          <p:spPr>
            <a:xfrm>
              <a:off x="7173999" y="2893271"/>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9"/>
            <p:cNvSpPr/>
            <p:nvPr/>
          </p:nvSpPr>
          <p:spPr>
            <a:xfrm>
              <a:off x="7173999" y="2988502"/>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9"/>
            <p:cNvSpPr/>
            <p:nvPr/>
          </p:nvSpPr>
          <p:spPr>
            <a:xfrm>
              <a:off x="7203028"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9"/>
            <p:cNvSpPr/>
            <p:nvPr/>
          </p:nvSpPr>
          <p:spPr>
            <a:xfrm>
              <a:off x="7107797"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49"/>
            <p:cNvSpPr/>
            <p:nvPr/>
          </p:nvSpPr>
          <p:spPr>
            <a:xfrm>
              <a:off x="7130750" y="2983015"/>
              <a:ext cx="25784" cy="26315"/>
            </a:xfrm>
            <a:custGeom>
              <a:rect b="b" l="l" r="r" t="t"/>
              <a:pathLst>
                <a:path extrusionOk="0" h="446" w="437">
                  <a:moveTo>
                    <a:pt x="1" y="446"/>
                  </a:moveTo>
                  <a:lnTo>
                    <a:pt x="43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9"/>
            <p:cNvSpPr/>
            <p:nvPr/>
          </p:nvSpPr>
          <p:spPr>
            <a:xfrm>
              <a:off x="7126914" y="2979592"/>
              <a:ext cx="33986" cy="33573"/>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9"/>
            <p:cNvSpPr/>
            <p:nvPr/>
          </p:nvSpPr>
          <p:spPr>
            <a:xfrm>
              <a:off x="7198072" y="2915692"/>
              <a:ext cx="26374" cy="26315"/>
            </a:xfrm>
            <a:custGeom>
              <a:rect b="b" l="l" r="r" t="t"/>
              <a:pathLst>
                <a:path extrusionOk="0" h="446" w="447">
                  <a:moveTo>
                    <a:pt x="1" y="446"/>
                  </a:moveTo>
                  <a:lnTo>
                    <a:pt x="446"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9"/>
            <p:cNvSpPr/>
            <p:nvPr/>
          </p:nvSpPr>
          <p:spPr>
            <a:xfrm>
              <a:off x="7194237" y="2912270"/>
              <a:ext cx="33986" cy="33042"/>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49"/>
            <p:cNvSpPr/>
            <p:nvPr/>
          </p:nvSpPr>
          <p:spPr>
            <a:xfrm>
              <a:off x="7130750" y="2915692"/>
              <a:ext cx="25784" cy="26315"/>
            </a:xfrm>
            <a:custGeom>
              <a:rect b="b" l="l" r="r" t="t"/>
              <a:pathLst>
                <a:path extrusionOk="0" h="446" w="437">
                  <a:moveTo>
                    <a:pt x="1" y="0"/>
                  </a:moveTo>
                  <a:lnTo>
                    <a:pt x="437"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49"/>
            <p:cNvSpPr/>
            <p:nvPr/>
          </p:nvSpPr>
          <p:spPr>
            <a:xfrm>
              <a:off x="7126914" y="2912270"/>
              <a:ext cx="33986" cy="33042"/>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9"/>
            <p:cNvSpPr/>
            <p:nvPr/>
          </p:nvSpPr>
          <p:spPr>
            <a:xfrm>
              <a:off x="7198072" y="2983015"/>
              <a:ext cx="26374" cy="26315"/>
            </a:xfrm>
            <a:custGeom>
              <a:rect b="b" l="l" r="r" t="t"/>
              <a:pathLst>
                <a:path extrusionOk="0" h="446" w="447">
                  <a:moveTo>
                    <a:pt x="1" y="0"/>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49"/>
            <p:cNvSpPr/>
            <p:nvPr/>
          </p:nvSpPr>
          <p:spPr>
            <a:xfrm>
              <a:off x="7194237" y="2979592"/>
              <a:ext cx="33986" cy="33573"/>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49"/>
            <p:cNvSpPr/>
            <p:nvPr/>
          </p:nvSpPr>
          <p:spPr>
            <a:xfrm>
              <a:off x="6401705" y="1879536"/>
              <a:ext cx="52572" cy="52041"/>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49"/>
            <p:cNvSpPr/>
            <p:nvPr/>
          </p:nvSpPr>
          <p:spPr>
            <a:xfrm>
              <a:off x="8286210" y="1697806"/>
              <a:ext cx="47144" cy="47675"/>
            </a:xfrm>
            <a:custGeom>
              <a:rect b="b" l="l" r="r" t="t"/>
              <a:pathLst>
                <a:path extrusionOk="0" h="808" w="799">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9"/>
            <p:cNvSpPr/>
            <p:nvPr/>
          </p:nvSpPr>
          <p:spPr>
            <a:xfrm>
              <a:off x="8222723" y="3615765"/>
              <a:ext cx="33455" cy="33455"/>
            </a:xfrm>
            <a:custGeom>
              <a:rect b="b" l="l" r="r" t="t"/>
              <a:pathLst>
                <a:path extrusionOk="0" h="567" w="567">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9"/>
            <p:cNvSpPr/>
            <p:nvPr/>
          </p:nvSpPr>
          <p:spPr>
            <a:xfrm>
              <a:off x="5649591" y="1243540"/>
              <a:ext cx="33455" cy="32865"/>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49"/>
            <p:cNvSpPr/>
            <p:nvPr/>
          </p:nvSpPr>
          <p:spPr>
            <a:xfrm>
              <a:off x="6843404" y="1371577"/>
              <a:ext cx="517872" cy="515688"/>
            </a:xfrm>
            <a:custGeom>
              <a:rect b="b" l="l" r="r" t="t"/>
              <a:pathLst>
                <a:path extrusionOk="0" h="8740" w="8777">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49"/>
            <p:cNvSpPr/>
            <p:nvPr/>
          </p:nvSpPr>
          <p:spPr>
            <a:xfrm>
              <a:off x="7731226" y="2764939"/>
              <a:ext cx="652517" cy="651101"/>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49"/>
            <p:cNvSpPr/>
            <p:nvPr/>
          </p:nvSpPr>
          <p:spPr>
            <a:xfrm>
              <a:off x="5349677" y="3784338"/>
              <a:ext cx="1411122" cy="6608"/>
            </a:xfrm>
            <a:custGeom>
              <a:rect b="b" l="l" r="r" t="t"/>
              <a:pathLst>
                <a:path extrusionOk="0" h="112" w="23916">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9"/>
            <p:cNvSpPr/>
            <p:nvPr/>
          </p:nvSpPr>
          <p:spPr>
            <a:xfrm>
              <a:off x="5615133" y="3875734"/>
              <a:ext cx="879679" cy="6608"/>
            </a:xfrm>
            <a:custGeom>
              <a:rect b="b" l="l" r="r" t="t"/>
              <a:pathLst>
                <a:path extrusionOk="0" h="112" w="14909">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49"/>
            <p:cNvSpPr/>
            <p:nvPr/>
          </p:nvSpPr>
          <p:spPr>
            <a:xfrm>
              <a:off x="7107207" y="3142854"/>
              <a:ext cx="958508" cy="662902"/>
            </a:xfrm>
            <a:custGeom>
              <a:rect b="b" l="l" r="r" t="t"/>
              <a:pathLst>
                <a:path extrusionOk="0" h="11235" w="16245">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49"/>
            <p:cNvSpPr/>
            <p:nvPr/>
          </p:nvSpPr>
          <p:spPr>
            <a:xfrm>
              <a:off x="7103372" y="3139550"/>
              <a:ext cx="966178" cy="669451"/>
            </a:xfrm>
            <a:custGeom>
              <a:rect b="b" l="l" r="r" t="t"/>
              <a:pathLst>
                <a:path extrusionOk="0" h="11346" w="16375">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49"/>
            <p:cNvSpPr/>
            <p:nvPr/>
          </p:nvSpPr>
          <p:spPr>
            <a:xfrm>
              <a:off x="7177303" y="3206342"/>
              <a:ext cx="818316" cy="535927"/>
            </a:xfrm>
            <a:custGeom>
              <a:rect b="b" l="l" r="r" t="t"/>
              <a:pathLst>
                <a:path extrusionOk="0" h="9083" w="13869">
                  <a:moveTo>
                    <a:pt x="0" y="0"/>
                  </a:moveTo>
                  <a:lnTo>
                    <a:pt x="0" y="1856"/>
                  </a:lnTo>
                  <a:lnTo>
                    <a:pt x="0" y="7375"/>
                  </a:lnTo>
                  <a:lnTo>
                    <a:pt x="0" y="9082"/>
                  </a:lnTo>
                  <a:lnTo>
                    <a:pt x="13869" y="9082"/>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49"/>
            <p:cNvSpPr/>
            <p:nvPr/>
          </p:nvSpPr>
          <p:spPr>
            <a:xfrm>
              <a:off x="7173468" y="3203038"/>
              <a:ext cx="825455" cy="542476"/>
            </a:xfrm>
            <a:custGeom>
              <a:rect b="b" l="l" r="r" t="t"/>
              <a:pathLst>
                <a:path extrusionOk="0" h="9194" w="1399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49"/>
            <p:cNvSpPr/>
            <p:nvPr/>
          </p:nvSpPr>
          <p:spPr>
            <a:xfrm>
              <a:off x="7173468" y="3369427"/>
              <a:ext cx="7139" cy="180727"/>
            </a:xfrm>
            <a:custGeom>
              <a:rect b="b" l="l" r="r" t="t"/>
              <a:pathLst>
                <a:path extrusionOk="0" h="3063" w="121">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49"/>
            <p:cNvSpPr/>
            <p:nvPr/>
          </p:nvSpPr>
          <p:spPr>
            <a:xfrm>
              <a:off x="7575752" y="3164745"/>
              <a:ext cx="21418" cy="21418"/>
            </a:xfrm>
            <a:custGeom>
              <a:rect b="b" l="l" r="r" t="t"/>
              <a:pathLst>
                <a:path extrusionOk="0" h="363" w="363">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49"/>
            <p:cNvSpPr/>
            <p:nvPr/>
          </p:nvSpPr>
          <p:spPr>
            <a:xfrm>
              <a:off x="6950141" y="3800741"/>
              <a:ext cx="1272641" cy="86027"/>
            </a:xfrm>
            <a:custGeom>
              <a:rect b="b" l="l" r="r" t="t"/>
              <a:pathLst>
                <a:path extrusionOk="0" h="1458" w="21569">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9"/>
            <p:cNvSpPr/>
            <p:nvPr/>
          </p:nvSpPr>
          <p:spPr>
            <a:xfrm>
              <a:off x="6946836" y="3797495"/>
              <a:ext cx="1279249" cy="92517"/>
            </a:xfrm>
            <a:custGeom>
              <a:rect b="b" l="l" r="r" t="t"/>
              <a:pathLst>
                <a:path extrusionOk="0" h="1568" w="21681">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9"/>
            <p:cNvSpPr/>
            <p:nvPr/>
          </p:nvSpPr>
          <p:spPr>
            <a:xfrm>
              <a:off x="6958873" y="3863166"/>
              <a:ext cx="1255176" cy="6608"/>
            </a:xfrm>
            <a:custGeom>
              <a:rect b="b" l="l" r="r" t="t"/>
              <a:pathLst>
                <a:path extrusionOk="0" h="112" w="21273">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49"/>
            <p:cNvSpPr/>
            <p:nvPr/>
          </p:nvSpPr>
          <p:spPr>
            <a:xfrm>
              <a:off x="7464649" y="3806228"/>
              <a:ext cx="243093" cy="26905"/>
            </a:xfrm>
            <a:custGeom>
              <a:rect b="b" l="l" r="r" t="t"/>
              <a:pathLst>
                <a:path extrusionOk="0" h="456" w="4120">
                  <a:moveTo>
                    <a:pt x="1" y="0"/>
                  </a:moveTo>
                  <a:lnTo>
                    <a:pt x="1" y="455"/>
                  </a:lnTo>
                  <a:lnTo>
                    <a:pt x="4119" y="455"/>
                  </a:lnTo>
                  <a:lnTo>
                    <a:pt x="411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49"/>
            <p:cNvSpPr/>
            <p:nvPr/>
          </p:nvSpPr>
          <p:spPr>
            <a:xfrm>
              <a:off x="7461345" y="3802393"/>
              <a:ext cx="250233" cy="33986"/>
            </a:xfrm>
            <a:custGeom>
              <a:rect b="b" l="l" r="r" t="t"/>
              <a:pathLst>
                <a:path extrusionOk="0" h="576" w="4241">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9"/>
            <p:cNvSpPr/>
            <p:nvPr/>
          </p:nvSpPr>
          <p:spPr>
            <a:xfrm>
              <a:off x="7340388" y="3308122"/>
              <a:ext cx="439043" cy="375025"/>
            </a:xfrm>
            <a:custGeom>
              <a:rect b="b" l="l" r="r" t="t"/>
              <a:pathLst>
                <a:path extrusionOk="0" h="6356" w="7441">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9"/>
            <p:cNvSpPr/>
            <p:nvPr/>
          </p:nvSpPr>
          <p:spPr>
            <a:xfrm>
              <a:off x="7369418" y="3278562"/>
              <a:ext cx="439043" cy="375025"/>
            </a:xfrm>
            <a:custGeom>
              <a:rect b="b" l="l" r="r" t="t"/>
              <a:pathLst>
                <a:path extrusionOk="0" h="6356" w="7441">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9"/>
            <p:cNvSpPr/>
            <p:nvPr/>
          </p:nvSpPr>
          <p:spPr>
            <a:xfrm>
              <a:off x="7366113" y="3274727"/>
              <a:ext cx="445593" cy="382695"/>
            </a:xfrm>
            <a:custGeom>
              <a:rect b="b" l="l" r="r" t="t"/>
              <a:pathLst>
                <a:path extrusionOk="0" h="6486" w="7552">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49"/>
            <p:cNvSpPr/>
            <p:nvPr/>
          </p:nvSpPr>
          <p:spPr>
            <a:xfrm>
              <a:off x="7437271" y="3476164"/>
              <a:ext cx="302746" cy="40594"/>
            </a:xfrm>
            <a:custGeom>
              <a:rect b="b" l="l" r="r" t="t"/>
              <a:pathLst>
                <a:path extrusionOk="0" h="688" w="5131">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9"/>
            <p:cNvSpPr/>
            <p:nvPr/>
          </p:nvSpPr>
          <p:spPr>
            <a:xfrm>
              <a:off x="7433436" y="3472919"/>
              <a:ext cx="309885" cy="47085"/>
            </a:xfrm>
            <a:custGeom>
              <a:rect b="b" l="l" r="r" t="t"/>
              <a:pathLst>
                <a:path extrusionOk="0" h="798" w="5252">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49"/>
            <p:cNvSpPr/>
            <p:nvPr/>
          </p:nvSpPr>
          <p:spPr>
            <a:xfrm>
              <a:off x="7470136" y="3487138"/>
              <a:ext cx="234833" cy="16993"/>
            </a:xfrm>
            <a:custGeom>
              <a:rect b="b" l="l" r="r" t="t"/>
              <a:pathLst>
                <a:path extrusionOk="0" h="288" w="398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9"/>
            <p:cNvSpPr/>
            <p:nvPr/>
          </p:nvSpPr>
          <p:spPr>
            <a:xfrm>
              <a:off x="7489253" y="3539120"/>
              <a:ext cx="198251" cy="23601"/>
            </a:xfrm>
            <a:custGeom>
              <a:rect b="b" l="l" r="r" t="t"/>
              <a:pathLst>
                <a:path extrusionOk="0" h="400" w="336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49"/>
            <p:cNvSpPr/>
            <p:nvPr/>
          </p:nvSpPr>
          <p:spPr>
            <a:xfrm>
              <a:off x="7486008" y="3535816"/>
              <a:ext cx="204741" cy="30741"/>
            </a:xfrm>
            <a:custGeom>
              <a:rect b="b" l="l" r="r" t="t"/>
              <a:pathLst>
                <a:path extrusionOk="0" h="521" w="347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49"/>
            <p:cNvSpPr/>
            <p:nvPr/>
          </p:nvSpPr>
          <p:spPr>
            <a:xfrm>
              <a:off x="7529257" y="3545139"/>
              <a:ext cx="11506" cy="11565"/>
            </a:xfrm>
            <a:custGeom>
              <a:rect b="b" l="l" r="r" t="t"/>
              <a:pathLst>
                <a:path extrusionOk="0" h="196" w="195">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49"/>
            <p:cNvSpPr/>
            <p:nvPr/>
          </p:nvSpPr>
          <p:spPr>
            <a:xfrm>
              <a:off x="7551148" y="3545139"/>
              <a:ext cx="11565" cy="11565"/>
            </a:xfrm>
            <a:custGeom>
              <a:rect b="b" l="l" r="r" t="t"/>
              <a:pathLst>
                <a:path extrusionOk="0" h="196" w="196">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49"/>
            <p:cNvSpPr/>
            <p:nvPr/>
          </p:nvSpPr>
          <p:spPr>
            <a:xfrm>
              <a:off x="757191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49"/>
            <p:cNvSpPr/>
            <p:nvPr/>
          </p:nvSpPr>
          <p:spPr>
            <a:xfrm>
              <a:off x="759380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49"/>
            <p:cNvSpPr/>
            <p:nvPr/>
          </p:nvSpPr>
          <p:spPr>
            <a:xfrm>
              <a:off x="7614635" y="3545139"/>
              <a:ext cx="11565" cy="11565"/>
            </a:xfrm>
            <a:custGeom>
              <a:rect b="b" l="l" r="r" t="t"/>
              <a:pathLst>
                <a:path extrusionOk="0" h="196" w="196">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49"/>
            <p:cNvSpPr/>
            <p:nvPr/>
          </p:nvSpPr>
          <p:spPr>
            <a:xfrm>
              <a:off x="7636525" y="3545139"/>
              <a:ext cx="11565" cy="11565"/>
            </a:xfrm>
            <a:custGeom>
              <a:rect b="b" l="l" r="r" t="t"/>
              <a:pathLst>
                <a:path extrusionOk="0" h="196" w="196">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49"/>
            <p:cNvSpPr/>
            <p:nvPr/>
          </p:nvSpPr>
          <p:spPr>
            <a:xfrm>
              <a:off x="7524832" y="3322342"/>
              <a:ext cx="127093" cy="127093"/>
            </a:xfrm>
            <a:custGeom>
              <a:rect b="b" l="l" r="r" t="t"/>
              <a:pathLst>
                <a:path extrusionOk="0" h="2154" w="2154">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49"/>
            <p:cNvSpPr/>
            <p:nvPr/>
          </p:nvSpPr>
          <p:spPr>
            <a:xfrm>
              <a:off x="7521587" y="3319097"/>
              <a:ext cx="133583" cy="133583"/>
            </a:xfrm>
            <a:custGeom>
              <a:rect b="b" l="l" r="r" t="t"/>
              <a:pathLst>
                <a:path extrusionOk="0" h="2264" w="2264">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49"/>
            <p:cNvSpPr/>
            <p:nvPr/>
          </p:nvSpPr>
          <p:spPr>
            <a:xfrm>
              <a:off x="7560411" y="3389665"/>
              <a:ext cx="56466" cy="28558"/>
            </a:xfrm>
            <a:custGeom>
              <a:rect b="b" l="l" r="r" t="t"/>
              <a:pathLst>
                <a:path extrusionOk="0" h="484" w="957">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9"/>
            <p:cNvSpPr/>
            <p:nvPr/>
          </p:nvSpPr>
          <p:spPr>
            <a:xfrm>
              <a:off x="7556576" y="3386420"/>
              <a:ext cx="63606" cy="35107"/>
            </a:xfrm>
            <a:custGeom>
              <a:rect b="b" l="l" r="r" t="t"/>
              <a:pathLst>
                <a:path extrusionOk="0" h="595" w="1078">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49"/>
            <p:cNvSpPr/>
            <p:nvPr/>
          </p:nvSpPr>
          <p:spPr>
            <a:xfrm>
              <a:off x="7572507" y="3353555"/>
              <a:ext cx="32334" cy="32393"/>
            </a:xfrm>
            <a:custGeom>
              <a:rect b="b" l="l" r="r" t="t"/>
              <a:pathLst>
                <a:path extrusionOk="0" h="549" w="548">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49"/>
            <p:cNvSpPr/>
            <p:nvPr/>
          </p:nvSpPr>
          <p:spPr>
            <a:xfrm>
              <a:off x="7569203" y="3350310"/>
              <a:ext cx="38883" cy="38883"/>
            </a:xfrm>
            <a:custGeom>
              <a:rect b="b" l="l" r="r" t="t"/>
              <a:pathLst>
                <a:path extrusionOk="0" h="659" w="659">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49"/>
            <p:cNvSpPr/>
            <p:nvPr/>
          </p:nvSpPr>
          <p:spPr>
            <a:xfrm>
              <a:off x="7541825" y="3581839"/>
              <a:ext cx="93638" cy="29030"/>
            </a:xfrm>
            <a:custGeom>
              <a:rect b="b" l="l" r="r" t="t"/>
              <a:pathLst>
                <a:path extrusionOk="0" h="492" w="1587">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9"/>
            <p:cNvSpPr/>
            <p:nvPr/>
          </p:nvSpPr>
          <p:spPr>
            <a:xfrm>
              <a:off x="7537990" y="3578534"/>
              <a:ext cx="100778" cy="35638"/>
            </a:xfrm>
            <a:custGeom>
              <a:rect b="b" l="l" r="r" t="t"/>
              <a:pathLst>
                <a:path extrusionOk="0" h="604" w="1708">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9"/>
            <p:cNvSpPr/>
            <p:nvPr/>
          </p:nvSpPr>
          <p:spPr>
            <a:xfrm>
              <a:off x="7134585" y="1285137"/>
              <a:ext cx="959039" cy="662902"/>
            </a:xfrm>
            <a:custGeom>
              <a:rect b="b" l="l" r="r" t="t"/>
              <a:pathLst>
                <a:path extrusionOk="0" h="11235" w="16254">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9"/>
            <p:cNvSpPr/>
            <p:nvPr/>
          </p:nvSpPr>
          <p:spPr>
            <a:xfrm>
              <a:off x="7131340" y="1281833"/>
              <a:ext cx="965588" cy="670041"/>
            </a:xfrm>
            <a:custGeom>
              <a:rect b="b" l="l" r="r" t="t"/>
              <a:pathLst>
                <a:path extrusionOk="0" h="11356" w="16365">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9"/>
            <p:cNvSpPr/>
            <p:nvPr/>
          </p:nvSpPr>
          <p:spPr>
            <a:xfrm>
              <a:off x="7204681" y="1349156"/>
              <a:ext cx="818847" cy="535396"/>
            </a:xfrm>
            <a:custGeom>
              <a:rect b="b" l="l" r="r" t="t"/>
              <a:pathLst>
                <a:path extrusionOk="0" h="9074" w="13878">
                  <a:moveTo>
                    <a:pt x="0" y="1"/>
                  </a:moveTo>
                  <a:lnTo>
                    <a:pt x="0" y="1847"/>
                  </a:lnTo>
                  <a:lnTo>
                    <a:pt x="0" y="7376"/>
                  </a:lnTo>
                  <a:lnTo>
                    <a:pt x="0" y="9073"/>
                  </a:lnTo>
                  <a:lnTo>
                    <a:pt x="13878" y="9073"/>
                  </a:lnTo>
                  <a:lnTo>
                    <a:pt x="1387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49"/>
            <p:cNvSpPr/>
            <p:nvPr/>
          </p:nvSpPr>
          <p:spPr>
            <a:xfrm>
              <a:off x="7201376" y="1345320"/>
              <a:ext cx="825455" cy="542476"/>
            </a:xfrm>
            <a:custGeom>
              <a:rect b="b" l="l" r="r" t="t"/>
              <a:pathLst>
                <a:path extrusionOk="0" h="9194" w="1399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49"/>
            <p:cNvSpPr/>
            <p:nvPr/>
          </p:nvSpPr>
          <p:spPr>
            <a:xfrm>
              <a:off x="7201376" y="1512300"/>
              <a:ext cx="6608" cy="180668"/>
            </a:xfrm>
            <a:custGeom>
              <a:rect b="b" l="l" r="r" t="t"/>
              <a:pathLst>
                <a:path extrusionOk="0" h="3062" w="112">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49"/>
            <p:cNvSpPr/>
            <p:nvPr/>
          </p:nvSpPr>
          <p:spPr>
            <a:xfrm>
              <a:off x="7603130" y="1307027"/>
              <a:ext cx="21949" cy="21418"/>
            </a:xfrm>
            <a:custGeom>
              <a:rect b="b" l="l" r="r" t="t"/>
              <a:pathLst>
                <a:path extrusionOk="0" h="363" w="372">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49"/>
            <p:cNvSpPr/>
            <p:nvPr/>
          </p:nvSpPr>
          <p:spPr>
            <a:xfrm>
              <a:off x="6977518" y="1943023"/>
              <a:ext cx="1272641" cy="86027"/>
            </a:xfrm>
            <a:custGeom>
              <a:rect b="b" l="l" r="r" t="t"/>
              <a:pathLst>
                <a:path extrusionOk="0" h="1458" w="21569">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9"/>
            <p:cNvSpPr/>
            <p:nvPr/>
          </p:nvSpPr>
          <p:spPr>
            <a:xfrm>
              <a:off x="6974214" y="1939778"/>
              <a:ext cx="1279781" cy="92517"/>
            </a:xfrm>
            <a:custGeom>
              <a:rect b="b" l="l" r="r" t="t"/>
              <a:pathLst>
                <a:path extrusionOk="0" h="1568" w="2169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49"/>
            <p:cNvSpPr/>
            <p:nvPr/>
          </p:nvSpPr>
          <p:spPr>
            <a:xfrm>
              <a:off x="6986251" y="2005449"/>
              <a:ext cx="1255176" cy="6608"/>
            </a:xfrm>
            <a:custGeom>
              <a:rect b="b" l="l" r="r" t="t"/>
              <a:pathLst>
                <a:path extrusionOk="0" h="112" w="21273">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49"/>
            <p:cNvSpPr/>
            <p:nvPr/>
          </p:nvSpPr>
          <p:spPr>
            <a:xfrm>
              <a:off x="7492557" y="1948511"/>
              <a:ext cx="243093" cy="26905"/>
            </a:xfrm>
            <a:custGeom>
              <a:rect b="b" l="l" r="r" t="t"/>
              <a:pathLst>
                <a:path extrusionOk="0" h="456" w="4120">
                  <a:moveTo>
                    <a:pt x="1" y="1"/>
                  </a:moveTo>
                  <a:lnTo>
                    <a:pt x="1"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49"/>
            <p:cNvSpPr/>
            <p:nvPr/>
          </p:nvSpPr>
          <p:spPr>
            <a:xfrm>
              <a:off x="7489253" y="1945206"/>
              <a:ext cx="249702" cy="33455"/>
            </a:xfrm>
            <a:custGeom>
              <a:rect b="b" l="l" r="r" t="t"/>
              <a:pathLst>
                <a:path extrusionOk="0" h="567" w="4232">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49"/>
            <p:cNvSpPr/>
            <p:nvPr/>
          </p:nvSpPr>
          <p:spPr>
            <a:xfrm>
              <a:off x="7368297" y="1450405"/>
              <a:ext cx="438512" cy="375556"/>
            </a:xfrm>
            <a:custGeom>
              <a:rect b="b" l="l" r="r" t="t"/>
              <a:pathLst>
                <a:path extrusionOk="0" h="6365" w="7432">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49"/>
            <p:cNvSpPr/>
            <p:nvPr/>
          </p:nvSpPr>
          <p:spPr>
            <a:xfrm>
              <a:off x="7397326" y="1420844"/>
              <a:ext cx="438512" cy="375556"/>
            </a:xfrm>
            <a:custGeom>
              <a:rect b="b" l="l" r="r" t="t"/>
              <a:pathLst>
                <a:path extrusionOk="0" h="6365" w="7432">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49"/>
            <p:cNvSpPr/>
            <p:nvPr/>
          </p:nvSpPr>
          <p:spPr>
            <a:xfrm>
              <a:off x="7394022" y="1417599"/>
              <a:ext cx="445652" cy="382105"/>
            </a:xfrm>
            <a:custGeom>
              <a:rect b="b" l="l" r="r" t="t"/>
              <a:pathLst>
                <a:path extrusionOk="0" h="6476" w="7553">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49"/>
            <p:cNvSpPr/>
            <p:nvPr/>
          </p:nvSpPr>
          <p:spPr>
            <a:xfrm>
              <a:off x="7464649" y="1618446"/>
              <a:ext cx="302746" cy="40594"/>
            </a:xfrm>
            <a:custGeom>
              <a:rect b="b" l="l" r="r" t="t"/>
              <a:pathLst>
                <a:path extrusionOk="0" h="688" w="5131">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49"/>
            <p:cNvSpPr/>
            <p:nvPr/>
          </p:nvSpPr>
          <p:spPr>
            <a:xfrm>
              <a:off x="7461345" y="1615201"/>
              <a:ext cx="309885" cy="47085"/>
            </a:xfrm>
            <a:custGeom>
              <a:rect b="b" l="l" r="r" t="t"/>
              <a:pathLst>
                <a:path extrusionOk="0" h="798" w="5252">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9"/>
            <p:cNvSpPr/>
            <p:nvPr/>
          </p:nvSpPr>
          <p:spPr>
            <a:xfrm>
              <a:off x="7497514" y="1629421"/>
              <a:ext cx="235423" cy="16993"/>
            </a:xfrm>
            <a:custGeom>
              <a:rect b="b" l="l" r="r" t="t"/>
              <a:pathLst>
                <a:path extrusionOk="0" h="288" w="399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9"/>
            <p:cNvSpPr/>
            <p:nvPr/>
          </p:nvSpPr>
          <p:spPr>
            <a:xfrm>
              <a:off x="7517221" y="1681934"/>
              <a:ext cx="198192" cy="23601"/>
            </a:xfrm>
            <a:custGeom>
              <a:rect b="b" l="l" r="r" t="t"/>
              <a:pathLst>
                <a:path extrusionOk="0" h="400" w="3359">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49"/>
            <p:cNvSpPr/>
            <p:nvPr/>
          </p:nvSpPr>
          <p:spPr>
            <a:xfrm>
              <a:off x="7513917" y="1678689"/>
              <a:ext cx="204741" cy="30151"/>
            </a:xfrm>
            <a:custGeom>
              <a:rect b="b" l="l" r="r" t="t"/>
              <a:pathLst>
                <a:path extrusionOk="0" h="511" w="347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49"/>
            <p:cNvSpPr/>
            <p:nvPr/>
          </p:nvSpPr>
          <p:spPr>
            <a:xfrm>
              <a:off x="7557166" y="1687952"/>
              <a:ext cx="10975" cy="11565"/>
            </a:xfrm>
            <a:custGeom>
              <a:rect b="b" l="l" r="r" t="t"/>
              <a:pathLst>
                <a:path extrusionOk="0" h="196" w="186">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49"/>
            <p:cNvSpPr/>
            <p:nvPr/>
          </p:nvSpPr>
          <p:spPr>
            <a:xfrm>
              <a:off x="7579056" y="1687952"/>
              <a:ext cx="10975" cy="11565"/>
            </a:xfrm>
            <a:custGeom>
              <a:rect b="b" l="l" r="r" t="t"/>
              <a:pathLst>
                <a:path extrusionOk="0" h="196" w="186">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9"/>
            <p:cNvSpPr/>
            <p:nvPr/>
          </p:nvSpPr>
          <p:spPr>
            <a:xfrm>
              <a:off x="7599294" y="1687952"/>
              <a:ext cx="11565" cy="11565"/>
            </a:xfrm>
            <a:custGeom>
              <a:rect b="b" l="l" r="r" t="t"/>
              <a:pathLst>
                <a:path extrusionOk="0" h="196" w="196">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9"/>
            <p:cNvSpPr/>
            <p:nvPr/>
          </p:nvSpPr>
          <p:spPr>
            <a:xfrm>
              <a:off x="7621185" y="1687952"/>
              <a:ext cx="11565" cy="11565"/>
            </a:xfrm>
            <a:custGeom>
              <a:rect b="b" l="l" r="r" t="t"/>
              <a:pathLst>
                <a:path extrusionOk="0" h="196" w="196">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9"/>
            <p:cNvSpPr/>
            <p:nvPr/>
          </p:nvSpPr>
          <p:spPr>
            <a:xfrm>
              <a:off x="764254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9"/>
            <p:cNvSpPr/>
            <p:nvPr/>
          </p:nvSpPr>
          <p:spPr>
            <a:xfrm>
              <a:off x="766443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9"/>
            <p:cNvSpPr/>
            <p:nvPr/>
          </p:nvSpPr>
          <p:spPr>
            <a:xfrm>
              <a:off x="7552800" y="1465215"/>
              <a:ext cx="126444" cy="126503"/>
            </a:xfrm>
            <a:custGeom>
              <a:rect b="b" l="l" r="r" t="t"/>
              <a:pathLst>
                <a:path extrusionOk="0" h="2144" w="2143">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9"/>
            <p:cNvSpPr/>
            <p:nvPr/>
          </p:nvSpPr>
          <p:spPr>
            <a:xfrm>
              <a:off x="7549496" y="1461380"/>
              <a:ext cx="133583" cy="134173"/>
            </a:xfrm>
            <a:custGeom>
              <a:rect b="b" l="l" r="r" t="t"/>
              <a:pathLst>
                <a:path extrusionOk="0" h="2274" w="2264">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9"/>
            <p:cNvSpPr/>
            <p:nvPr/>
          </p:nvSpPr>
          <p:spPr>
            <a:xfrm>
              <a:off x="7587789" y="1532007"/>
              <a:ext cx="56466" cy="28499"/>
            </a:xfrm>
            <a:custGeom>
              <a:rect b="b" l="l" r="r" t="t"/>
              <a:pathLst>
                <a:path extrusionOk="0" h="483" w="957">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49"/>
            <p:cNvSpPr/>
            <p:nvPr/>
          </p:nvSpPr>
          <p:spPr>
            <a:xfrm>
              <a:off x="7584544" y="1528702"/>
              <a:ext cx="63547" cy="35107"/>
            </a:xfrm>
            <a:custGeom>
              <a:rect b="b" l="l" r="r" t="t"/>
              <a:pathLst>
                <a:path extrusionOk="0" h="595" w="1077">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49"/>
            <p:cNvSpPr/>
            <p:nvPr/>
          </p:nvSpPr>
          <p:spPr>
            <a:xfrm>
              <a:off x="7600415" y="1496428"/>
              <a:ext cx="31803" cy="31803"/>
            </a:xfrm>
            <a:custGeom>
              <a:rect b="b" l="l" r="r" t="t"/>
              <a:pathLst>
                <a:path extrusionOk="0" h="539" w="539">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49"/>
            <p:cNvSpPr/>
            <p:nvPr/>
          </p:nvSpPr>
          <p:spPr>
            <a:xfrm>
              <a:off x="7597111" y="1493123"/>
              <a:ext cx="38942" cy="38942"/>
            </a:xfrm>
            <a:custGeom>
              <a:rect b="b" l="l" r="r" t="t"/>
              <a:pathLst>
                <a:path extrusionOk="0" h="660" w="66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49"/>
            <p:cNvSpPr/>
            <p:nvPr/>
          </p:nvSpPr>
          <p:spPr>
            <a:xfrm>
              <a:off x="7569203" y="1724121"/>
              <a:ext cx="93638" cy="29030"/>
            </a:xfrm>
            <a:custGeom>
              <a:rect b="b" l="l" r="r" t="t"/>
              <a:pathLst>
                <a:path extrusionOk="0" h="492" w="1587">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49"/>
            <p:cNvSpPr/>
            <p:nvPr/>
          </p:nvSpPr>
          <p:spPr>
            <a:xfrm>
              <a:off x="7565898" y="1720817"/>
              <a:ext cx="100247" cy="36169"/>
            </a:xfrm>
            <a:custGeom>
              <a:rect b="b" l="l" r="r" t="t"/>
              <a:pathLst>
                <a:path extrusionOk="0" h="613" w="1699">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9"/>
            <p:cNvSpPr/>
            <p:nvPr/>
          </p:nvSpPr>
          <p:spPr>
            <a:xfrm>
              <a:off x="6772246" y="1753682"/>
              <a:ext cx="560000" cy="977035"/>
            </a:xfrm>
            <a:custGeom>
              <a:rect b="b" l="l" r="r" t="t"/>
              <a:pathLst>
                <a:path extrusionOk="0" h="16559" w="9491">
                  <a:moveTo>
                    <a:pt x="0" y="0"/>
                  </a:moveTo>
                  <a:lnTo>
                    <a:pt x="0" y="16559"/>
                  </a:lnTo>
                  <a:lnTo>
                    <a:pt x="9491" y="16559"/>
                  </a:lnTo>
                  <a:lnTo>
                    <a:pt x="94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9"/>
            <p:cNvSpPr/>
            <p:nvPr/>
          </p:nvSpPr>
          <p:spPr>
            <a:xfrm>
              <a:off x="6731179" y="1693971"/>
              <a:ext cx="560000" cy="995739"/>
            </a:xfrm>
            <a:custGeom>
              <a:rect b="b" l="l" r="r" t="t"/>
              <a:pathLst>
                <a:path extrusionOk="0" h="16876" w="9491">
                  <a:moveTo>
                    <a:pt x="1" y="1"/>
                  </a:moveTo>
                  <a:lnTo>
                    <a:pt x="1" y="16875"/>
                  </a:lnTo>
                  <a:lnTo>
                    <a:pt x="9491" y="16875"/>
                  </a:lnTo>
                  <a:lnTo>
                    <a:pt x="949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9"/>
            <p:cNvSpPr/>
            <p:nvPr/>
          </p:nvSpPr>
          <p:spPr>
            <a:xfrm>
              <a:off x="6727934" y="1690725"/>
              <a:ext cx="566549" cy="1002229"/>
            </a:xfrm>
            <a:custGeom>
              <a:rect b="b" l="l" r="r" t="t"/>
              <a:pathLst>
                <a:path extrusionOk="0" h="16986" w="9602">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9"/>
            <p:cNvSpPr/>
            <p:nvPr/>
          </p:nvSpPr>
          <p:spPr>
            <a:xfrm>
              <a:off x="6732301" y="1693971"/>
              <a:ext cx="558348" cy="80539"/>
            </a:xfrm>
            <a:custGeom>
              <a:rect b="b" l="l" r="r" t="t"/>
              <a:pathLst>
                <a:path extrusionOk="0" h="1365" w="9463">
                  <a:moveTo>
                    <a:pt x="0" y="1"/>
                  </a:moveTo>
                  <a:lnTo>
                    <a:pt x="0" y="1365"/>
                  </a:lnTo>
                  <a:lnTo>
                    <a:pt x="9463" y="1365"/>
                  </a:lnTo>
                  <a:lnTo>
                    <a:pt x="94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9"/>
            <p:cNvSpPr/>
            <p:nvPr/>
          </p:nvSpPr>
          <p:spPr>
            <a:xfrm>
              <a:off x="6728465" y="1690725"/>
              <a:ext cx="565487" cy="87089"/>
            </a:xfrm>
            <a:custGeom>
              <a:rect b="b" l="l" r="r" t="t"/>
              <a:pathLst>
                <a:path extrusionOk="0" h="1476" w="9584">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9"/>
            <p:cNvSpPr/>
            <p:nvPr/>
          </p:nvSpPr>
          <p:spPr>
            <a:xfrm>
              <a:off x="7140072" y="1723531"/>
              <a:ext cx="24132" cy="24191"/>
            </a:xfrm>
            <a:custGeom>
              <a:rect b="b" l="l" r="r" t="t"/>
              <a:pathLst>
                <a:path extrusionOk="0" h="410" w="409">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9"/>
            <p:cNvSpPr/>
            <p:nvPr/>
          </p:nvSpPr>
          <p:spPr>
            <a:xfrm>
              <a:off x="7189871" y="1723531"/>
              <a:ext cx="24132" cy="24191"/>
            </a:xfrm>
            <a:custGeom>
              <a:rect b="b" l="l" r="r" t="t"/>
              <a:pathLst>
                <a:path extrusionOk="0" h="410" w="409">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9"/>
            <p:cNvSpPr/>
            <p:nvPr/>
          </p:nvSpPr>
          <p:spPr>
            <a:xfrm>
              <a:off x="7240791" y="1723531"/>
              <a:ext cx="24132" cy="24191"/>
            </a:xfrm>
            <a:custGeom>
              <a:rect b="b" l="l" r="r" t="t"/>
              <a:pathLst>
                <a:path extrusionOk="0" h="410" w="409">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9"/>
            <p:cNvSpPr/>
            <p:nvPr/>
          </p:nvSpPr>
          <p:spPr>
            <a:xfrm>
              <a:off x="6820392" y="1885023"/>
              <a:ext cx="176892" cy="6608"/>
            </a:xfrm>
            <a:custGeom>
              <a:rect b="b" l="l" r="r" t="t"/>
              <a:pathLst>
                <a:path extrusionOk="0" h="112" w="2998">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9"/>
            <p:cNvSpPr/>
            <p:nvPr/>
          </p:nvSpPr>
          <p:spPr>
            <a:xfrm>
              <a:off x="7032804" y="1885023"/>
              <a:ext cx="67913" cy="6608"/>
            </a:xfrm>
            <a:custGeom>
              <a:rect b="b" l="l" r="r" t="t"/>
              <a:pathLst>
                <a:path extrusionOk="0" h="112" w="1151">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9"/>
            <p:cNvSpPr/>
            <p:nvPr/>
          </p:nvSpPr>
          <p:spPr>
            <a:xfrm>
              <a:off x="7142255" y="188502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9"/>
            <p:cNvSpPr/>
            <p:nvPr/>
          </p:nvSpPr>
          <p:spPr>
            <a:xfrm>
              <a:off x="7027848" y="2016364"/>
              <a:ext cx="176892" cy="7198"/>
            </a:xfrm>
            <a:custGeom>
              <a:rect b="b" l="l" r="r" t="t"/>
              <a:pathLst>
                <a:path extrusionOk="0" h="122" w="2998">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9"/>
            <p:cNvSpPr/>
            <p:nvPr/>
          </p:nvSpPr>
          <p:spPr>
            <a:xfrm>
              <a:off x="6924415" y="2016364"/>
              <a:ext cx="67913" cy="7198"/>
            </a:xfrm>
            <a:custGeom>
              <a:rect b="b" l="l" r="r" t="t"/>
              <a:pathLst>
                <a:path extrusionOk="0" h="122" w="1151">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9"/>
            <p:cNvSpPr/>
            <p:nvPr/>
          </p:nvSpPr>
          <p:spPr>
            <a:xfrm>
              <a:off x="6820392" y="2016364"/>
              <a:ext cx="62484" cy="7198"/>
            </a:xfrm>
            <a:custGeom>
              <a:rect b="b" l="l" r="r" t="t"/>
              <a:pathLst>
                <a:path extrusionOk="0" h="122" w="1059">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9"/>
            <p:cNvSpPr/>
            <p:nvPr/>
          </p:nvSpPr>
          <p:spPr>
            <a:xfrm>
              <a:off x="6820392" y="1950163"/>
              <a:ext cx="94228" cy="6608"/>
            </a:xfrm>
            <a:custGeom>
              <a:rect b="b" l="l" r="r" t="t"/>
              <a:pathLst>
                <a:path extrusionOk="0" h="112" w="1597">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9"/>
            <p:cNvSpPr/>
            <p:nvPr/>
          </p:nvSpPr>
          <p:spPr>
            <a:xfrm>
              <a:off x="6945184" y="1950163"/>
              <a:ext cx="155533" cy="6608"/>
            </a:xfrm>
            <a:custGeom>
              <a:rect b="b" l="l" r="r" t="t"/>
              <a:pathLst>
                <a:path extrusionOk="0" h="112" w="2636">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9"/>
            <p:cNvSpPr/>
            <p:nvPr/>
          </p:nvSpPr>
          <p:spPr>
            <a:xfrm>
              <a:off x="7142255" y="195016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9"/>
            <p:cNvSpPr/>
            <p:nvPr/>
          </p:nvSpPr>
          <p:spPr>
            <a:xfrm>
              <a:off x="6820392" y="2074955"/>
              <a:ext cx="176892" cy="7198"/>
            </a:xfrm>
            <a:custGeom>
              <a:rect b="b" l="l" r="r" t="t"/>
              <a:pathLst>
                <a:path extrusionOk="0" h="122" w="2998">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9"/>
            <p:cNvSpPr/>
            <p:nvPr/>
          </p:nvSpPr>
          <p:spPr>
            <a:xfrm>
              <a:off x="7032804" y="2074955"/>
              <a:ext cx="67913" cy="7198"/>
            </a:xfrm>
            <a:custGeom>
              <a:rect b="b" l="l" r="r" t="t"/>
              <a:pathLst>
                <a:path extrusionOk="0" h="122" w="1151">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9"/>
            <p:cNvSpPr/>
            <p:nvPr/>
          </p:nvSpPr>
          <p:spPr>
            <a:xfrm>
              <a:off x="6820392" y="2286245"/>
              <a:ext cx="176892" cy="6608"/>
            </a:xfrm>
            <a:custGeom>
              <a:rect b="b" l="l" r="r" t="t"/>
              <a:pathLst>
                <a:path extrusionOk="0" h="112" w="2998">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9"/>
            <p:cNvSpPr/>
            <p:nvPr/>
          </p:nvSpPr>
          <p:spPr>
            <a:xfrm>
              <a:off x="7032804" y="2286245"/>
              <a:ext cx="67913" cy="6608"/>
            </a:xfrm>
            <a:custGeom>
              <a:rect b="b" l="l" r="r" t="t"/>
              <a:pathLst>
                <a:path extrusionOk="0" h="112" w="1151">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9"/>
            <p:cNvSpPr/>
            <p:nvPr/>
          </p:nvSpPr>
          <p:spPr>
            <a:xfrm>
              <a:off x="7142255" y="2074955"/>
              <a:ext cx="62484" cy="7198"/>
            </a:xfrm>
            <a:custGeom>
              <a:rect b="b" l="l" r="r" t="t"/>
              <a:pathLst>
                <a:path extrusionOk="0" h="122" w="1059">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9"/>
            <p:cNvSpPr/>
            <p:nvPr/>
          </p:nvSpPr>
          <p:spPr>
            <a:xfrm>
              <a:off x="7027848" y="2206886"/>
              <a:ext cx="176892" cy="6608"/>
            </a:xfrm>
            <a:custGeom>
              <a:rect b="b" l="l" r="r" t="t"/>
              <a:pathLst>
                <a:path extrusionOk="0" h="112" w="2998">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9"/>
            <p:cNvSpPr/>
            <p:nvPr/>
          </p:nvSpPr>
          <p:spPr>
            <a:xfrm>
              <a:off x="6924415" y="2206886"/>
              <a:ext cx="67913" cy="6608"/>
            </a:xfrm>
            <a:custGeom>
              <a:rect b="b" l="l" r="r" t="t"/>
              <a:pathLst>
                <a:path extrusionOk="0" h="112" w="1151">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9"/>
            <p:cNvSpPr/>
            <p:nvPr/>
          </p:nvSpPr>
          <p:spPr>
            <a:xfrm>
              <a:off x="6820392" y="2206886"/>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9"/>
            <p:cNvSpPr/>
            <p:nvPr/>
          </p:nvSpPr>
          <p:spPr>
            <a:xfrm>
              <a:off x="7123669" y="2357403"/>
              <a:ext cx="67382" cy="7139"/>
            </a:xfrm>
            <a:custGeom>
              <a:rect b="b" l="l" r="r" t="t"/>
              <a:pathLst>
                <a:path extrusionOk="0" h="121" w="1142">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9"/>
            <p:cNvSpPr/>
            <p:nvPr/>
          </p:nvSpPr>
          <p:spPr>
            <a:xfrm>
              <a:off x="7019115" y="2357403"/>
              <a:ext cx="63015" cy="7139"/>
            </a:xfrm>
            <a:custGeom>
              <a:rect b="b" l="l" r="r" t="t"/>
              <a:pathLst>
                <a:path extrusionOk="0" h="121" w="1068">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9"/>
            <p:cNvSpPr/>
            <p:nvPr/>
          </p:nvSpPr>
          <p:spPr>
            <a:xfrm>
              <a:off x="6820392" y="2140094"/>
              <a:ext cx="94228" cy="7139"/>
            </a:xfrm>
            <a:custGeom>
              <a:rect b="b" l="l" r="r" t="t"/>
              <a:pathLst>
                <a:path extrusionOk="0" h="121" w="1597">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9"/>
            <p:cNvSpPr/>
            <p:nvPr/>
          </p:nvSpPr>
          <p:spPr>
            <a:xfrm>
              <a:off x="6945184" y="2140094"/>
              <a:ext cx="155533" cy="7139"/>
            </a:xfrm>
            <a:custGeom>
              <a:rect b="b" l="l" r="r" t="t"/>
              <a:pathLst>
                <a:path extrusionOk="0" h="121" w="2636">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9"/>
            <p:cNvSpPr/>
            <p:nvPr/>
          </p:nvSpPr>
          <p:spPr>
            <a:xfrm>
              <a:off x="7142255" y="2140094"/>
              <a:ext cx="62484" cy="7139"/>
            </a:xfrm>
            <a:custGeom>
              <a:rect b="b" l="l" r="r" t="t"/>
              <a:pathLst>
                <a:path extrusionOk="0" h="121" w="1059">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9"/>
            <p:cNvSpPr/>
            <p:nvPr/>
          </p:nvSpPr>
          <p:spPr>
            <a:xfrm>
              <a:off x="7017994" y="2427440"/>
              <a:ext cx="155533" cy="7198"/>
            </a:xfrm>
            <a:custGeom>
              <a:rect b="b" l="l" r="r" t="t"/>
              <a:pathLst>
                <a:path extrusionOk="0" h="122" w="2636">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49"/>
            <p:cNvSpPr/>
            <p:nvPr/>
          </p:nvSpPr>
          <p:spPr>
            <a:xfrm>
              <a:off x="7018584" y="2493111"/>
              <a:ext cx="62425" cy="7198"/>
            </a:xfrm>
            <a:custGeom>
              <a:rect b="b" l="l" r="r" t="t"/>
              <a:pathLst>
                <a:path extrusionOk="0" h="122" w="1058">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49"/>
            <p:cNvSpPr/>
            <p:nvPr/>
          </p:nvSpPr>
          <p:spPr>
            <a:xfrm>
              <a:off x="7433436" y="2415403"/>
              <a:ext cx="731876" cy="52170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49"/>
            <p:cNvSpPr/>
            <p:nvPr/>
          </p:nvSpPr>
          <p:spPr>
            <a:xfrm>
              <a:off x="7430191" y="2412099"/>
              <a:ext cx="738957" cy="528846"/>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9"/>
            <p:cNvSpPr/>
            <p:nvPr/>
          </p:nvSpPr>
          <p:spPr>
            <a:xfrm>
              <a:off x="7474502" y="2375989"/>
              <a:ext cx="731876" cy="88210"/>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49"/>
            <p:cNvSpPr/>
            <p:nvPr/>
          </p:nvSpPr>
          <p:spPr>
            <a:xfrm>
              <a:off x="7471198" y="2372685"/>
              <a:ext cx="738485" cy="94759"/>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9"/>
            <p:cNvSpPr/>
            <p:nvPr/>
          </p:nvSpPr>
          <p:spPr>
            <a:xfrm>
              <a:off x="7553862" y="2401715"/>
              <a:ext cx="33455" cy="33986"/>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9"/>
            <p:cNvSpPr/>
            <p:nvPr/>
          </p:nvSpPr>
          <p:spPr>
            <a:xfrm>
              <a:off x="7606434" y="2401715"/>
              <a:ext cx="33986" cy="33986"/>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9"/>
            <p:cNvSpPr/>
            <p:nvPr/>
          </p:nvSpPr>
          <p:spPr>
            <a:xfrm>
              <a:off x="7501349" y="2401715"/>
              <a:ext cx="33986" cy="33986"/>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49"/>
            <p:cNvSpPr/>
            <p:nvPr/>
          </p:nvSpPr>
          <p:spPr>
            <a:xfrm>
              <a:off x="7473971" y="2464140"/>
              <a:ext cx="732407" cy="430252"/>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49"/>
            <p:cNvSpPr/>
            <p:nvPr/>
          </p:nvSpPr>
          <p:spPr>
            <a:xfrm>
              <a:off x="7470667" y="2460305"/>
              <a:ext cx="739016" cy="437391"/>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9"/>
            <p:cNvSpPr/>
            <p:nvPr/>
          </p:nvSpPr>
          <p:spPr>
            <a:xfrm>
              <a:off x="7778310" y="2564859"/>
              <a:ext cx="336083" cy="6608"/>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9"/>
            <p:cNvSpPr/>
            <p:nvPr/>
          </p:nvSpPr>
          <p:spPr>
            <a:xfrm>
              <a:off x="7778310" y="2614657"/>
              <a:ext cx="122668" cy="7139"/>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9"/>
            <p:cNvSpPr/>
            <p:nvPr/>
          </p:nvSpPr>
          <p:spPr>
            <a:xfrm>
              <a:off x="7941395" y="2614657"/>
              <a:ext cx="147272" cy="7139"/>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9"/>
            <p:cNvSpPr/>
            <p:nvPr/>
          </p:nvSpPr>
          <p:spPr>
            <a:xfrm>
              <a:off x="7778310" y="2766237"/>
              <a:ext cx="217899" cy="666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49"/>
            <p:cNvSpPr/>
            <p:nvPr/>
          </p:nvSpPr>
          <p:spPr>
            <a:xfrm>
              <a:off x="7778310" y="2667170"/>
              <a:ext cx="338856" cy="7198"/>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49"/>
            <p:cNvSpPr/>
            <p:nvPr/>
          </p:nvSpPr>
          <p:spPr>
            <a:xfrm>
              <a:off x="7778310" y="2716969"/>
              <a:ext cx="112224" cy="7198"/>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49"/>
            <p:cNvSpPr/>
            <p:nvPr/>
          </p:nvSpPr>
          <p:spPr>
            <a:xfrm>
              <a:off x="7915670" y="2716969"/>
              <a:ext cx="198723" cy="7198"/>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9"/>
            <p:cNvSpPr/>
            <p:nvPr/>
          </p:nvSpPr>
          <p:spPr>
            <a:xfrm>
              <a:off x="7525953" y="2548397"/>
              <a:ext cx="219020" cy="219020"/>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49"/>
            <p:cNvSpPr/>
            <p:nvPr/>
          </p:nvSpPr>
          <p:spPr>
            <a:xfrm>
              <a:off x="7522649" y="2545151"/>
              <a:ext cx="225567" cy="225567"/>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9"/>
            <p:cNvSpPr/>
            <p:nvPr/>
          </p:nvSpPr>
          <p:spPr>
            <a:xfrm>
              <a:off x="7516631" y="2550049"/>
              <a:ext cx="218489" cy="218430"/>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9"/>
            <p:cNvSpPr/>
            <p:nvPr/>
          </p:nvSpPr>
          <p:spPr>
            <a:xfrm>
              <a:off x="7513386" y="2546213"/>
              <a:ext cx="225569" cy="225569"/>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9"/>
            <p:cNvSpPr/>
            <p:nvPr/>
          </p:nvSpPr>
          <p:spPr>
            <a:xfrm>
              <a:off x="7662251" y="2565921"/>
              <a:ext cx="54814" cy="54814"/>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9"/>
            <p:cNvSpPr/>
            <p:nvPr/>
          </p:nvSpPr>
          <p:spPr>
            <a:xfrm>
              <a:off x="7658947" y="2562085"/>
              <a:ext cx="61363" cy="61894"/>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9"/>
            <p:cNvSpPr/>
            <p:nvPr/>
          </p:nvSpPr>
          <p:spPr>
            <a:xfrm>
              <a:off x="7985707" y="2216444"/>
              <a:ext cx="377208" cy="339092"/>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49"/>
            <p:cNvSpPr/>
            <p:nvPr/>
          </p:nvSpPr>
          <p:spPr>
            <a:xfrm>
              <a:off x="8001047" y="2212904"/>
              <a:ext cx="345995" cy="345995"/>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49"/>
            <p:cNvSpPr/>
            <p:nvPr/>
          </p:nvSpPr>
          <p:spPr>
            <a:xfrm>
              <a:off x="7997212" y="2199923"/>
              <a:ext cx="384878" cy="339387"/>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9"/>
            <p:cNvSpPr/>
            <p:nvPr/>
          </p:nvSpPr>
          <p:spPr>
            <a:xfrm>
              <a:off x="8016388" y="2196442"/>
              <a:ext cx="345995" cy="345995"/>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9"/>
            <p:cNvSpPr/>
            <p:nvPr/>
          </p:nvSpPr>
          <p:spPr>
            <a:xfrm>
              <a:off x="8070553" y="2285655"/>
              <a:ext cx="224507" cy="141844"/>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9"/>
            <p:cNvSpPr/>
            <p:nvPr/>
          </p:nvSpPr>
          <p:spPr>
            <a:xfrm>
              <a:off x="8066718" y="2282410"/>
              <a:ext cx="231588" cy="148393"/>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9"/>
            <p:cNvSpPr/>
            <p:nvPr/>
          </p:nvSpPr>
          <p:spPr>
            <a:xfrm>
              <a:off x="5843948" y="3263280"/>
              <a:ext cx="422581" cy="300504"/>
            </a:xfrm>
            <a:custGeom>
              <a:rect b="b" l="l" r="r" t="t"/>
              <a:pathLst>
                <a:path extrusionOk="0" h="5093" w="7162">
                  <a:moveTo>
                    <a:pt x="0" y="0"/>
                  </a:moveTo>
                  <a:lnTo>
                    <a:pt x="0" y="5093"/>
                  </a:lnTo>
                  <a:lnTo>
                    <a:pt x="7162" y="5093"/>
                  </a:lnTo>
                  <a:lnTo>
                    <a:pt x="71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9"/>
            <p:cNvSpPr/>
            <p:nvPr/>
          </p:nvSpPr>
          <p:spPr>
            <a:xfrm>
              <a:off x="5840112" y="3259976"/>
              <a:ext cx="429721" cy="307643"/>
            </a:xfrm>
            <a:custGeom>
              <a:rect b="b" l="l" r="r" t="t"/>
              <a:pathLst>
                <a:path extrusionOk="0" h="5214" w="7283">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9"/>
            <p:cNvSpPr/>
            <p:nvPr/>
          </p:nvSpPr>
          <p:spPr>
            <a:xfrm>
              <a:off x="5151544" y="2042680"/>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49"/>
            <p:cNvSpPr/>
            <p:nvPr/>
          </p:nvSpPr>
          <p:spPr>
            <a:xfrm>
              <a:off x="5148240" y="2039376"/>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49"/>
            <p:cNvSpPr/>
            <p:nvPr/>
          </p:nvSpPr>
          <p:spPr>
            <a:xfrm>
              <a:off x="5151544" y="2076076"/>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49"/>
            <p:cNvSpPr/>
            <p:nvPr/>
          </p:nvSpPr>
          <p:spPr>
            <a:xfrm>
              <a:off x="5148240" y="2072771"/>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49"/>
            <p:cNvSpPr/>
            <p:nvPr/>
          </p:nvSpPr>
          <p:spPr>
            <a:xfrm>
              <a:off x="5254977" y="2195380"/>
              <a:ext cx="1597218" cy="973790"/>
            </a:xfrm>
            <a:custGeom>
              <a:rect b="b" l="l" r="r" t="t"/>
              <a:pathLst>
                <a:path extrusionOk="0" h="16504" w="2707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49"/>
            <p:cNvSpPr/>
            <p:nvPr/>
          </p:nvSpPr>
          <p:spPr>
            <a:xfrm>
              <a:off x="5251673" y="2192076"/>
              <a:ext cx="1603826" cy="980929"/>
            </a:xfrm>
            <a:custGeom>
              <a:rect b="b" l="l" r="r" t="t"/>
              <a:pathLst>
                <a:path extrusionOk="0" h="16625" w="27182">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49"/>
            <p:cNvSpPr/>
            <p:nvPr/>
          </p:nvSpPr>
          <p:spPr>
            <a:xfrm>
              <a:off x="6850543" y="2586749"/>
              <a:ext cx="6608" cy="189990"/>
            </a:xfrm>
            <a:custGeom>
              <a:rect b="b" l="l" r="r" t="t"/>
              <a:pathLst>
                <a:path extrusionOk="0" h="3220" w="112">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49"/>
            <p:cNvSpPr/>
            <p:nvPr/>
          </p:nvSpPr>
          <p:spPr>
            <a:xfrm>
              <a:off x="6035531" y="2114369"/>
              <a:ext cx="38883" cy="38352"/>
            </a:xfrm>
            <a:custGeom>
              <a:rect b="b" l="l" r="r" t="t"/>
              <a:pathLst>
                <a:path extrusionOk="0" h="650" w="659">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9"/>
            <p:cNvSpPr/>
            <p:nvPr/>
          </p:nvSpPr>
          <p:spPr>
            <a:xfrm>
              <a:off x="6032227" y="2110533"/>
              <a:ext cx="46023" cy="46023"/>
            </a:xfrm>
            <a:custGeom>
              <a:rect b="b" l="l" r="r" t="t"/>
              <a:pathLst>
                <a:path extrusionOk="0" h="780" w="78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9"/>
            <p:cNvSpPr/>
            <p:nvPr/>
          </p:nvSpPr>
          <p:spPr>
            <a:xfrm>
              <a:off x="6808356" y="3211239"/>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9"/>
            <p:cNvSpPr/>
            <p:nvPr/>
          </p:nvSpPr>
          <p:spPr>
            <a:xfrm>
              <a:off x="6805111" y="3207404"/>
              <a:ext cx="46023" cy="46082"/>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9"/>
            <p:cNvSpPr/>
            <p:nvPr/>
          </p:nvSpPr>
          <p:spPr>
            <a:xfrm>
              <a:off x="6741564" y="3219441"/>
              <a:ext cx="22539" cy="21949"/>
            </a:xfrm>
            <a:custGeom>
              <a:rect b="b" l="l" r="r" t="t"/>
              <a:pathLst>
                <a:path extrusionOk="0" h="372" w="382">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49"/>
            <p:cNvSpPr/>
            <p:nvPr/>
          </p:nvSpPr>
          <p:spPr>
            <a:xfrm>
              <a:off x="6697253" y="3219441"/>
              <a:ext cx="22480" cy="21949"/>
            </a:xfrm>
            <a:custGeom>
              <a:rect b="b" l="l" r="r" t="t"/>
              <a:pathLst>
                <a:path extrusionOk="0" h="372" w="381">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49"/>
            <p:cNvSpPr/>
            <p:nvPr/>
          </p:nvSpPr>
          <p:spPr>
            <a:xfrm>
              <a:off x="5844479" y="3294434"/>
              <a:ext cx="421519" cy="77825"/>
            </a:xfrm>
            <a:custGeom>
              <a:rect b="b" l="l" r="r" t="t"/>
              <a:pathLst>
                <a:path extrusionOk="0" h="1319" w="7144">
                  <a:moveTo>
                    <a:pt x="0" y="1"/>
                  </a:moveTo>
                  <a:lnTo>
                    <a:pt x="0" y="1318"/>
                  </a:lnTo>
                  <a:lnTo>
                    <a:pt x="7144" y="1318"/>
                  </a:lnTo>
                  <a:lnTo>
                    <a:pt x="71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9"/>
            <p:cNvSpPr/>
            <p:nvPr/>
          </p:nvSpPr>
          <p:spPr>
            <a:xfrm>
              <a:off x="5841174" y="3291189"/>
              <a:ext cx="428128" cy="84316"/>
            </a:xfrm>
            <a:custGeom>
              <a:rect b="b" l="l" r="r" t="t"/>
              <a:pathLst>
                <a:path extrusionOk="0" h="1429" w="7256">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9"/>
            <p:cNvSpPr/>
            <p:nvPr/>
          </p:nvSpPr>
          <p:spPr>
            <a:xfrm>
              <a:off x="5257691" y="3542955"/>
              <a:ext cx="1595094" cy="130869"/>
            </a:xfrm>
            <a:custGeom>
              <a:rect b="b" l="l" r="r" t="t"/>
              <a:pathLst>
                <a:path extrusionOk="0" h="2218" w="27034">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9"/>
            <p:cNvSpPr/>
            <p:nvPr/>
          </p:nvSpPr>
          <p:spPr>
            <a:xfrm>
              <a:off x="5253856" y="3539120"/>
              <a:ext cx="1602764" cy="138540"/>
            </a:xfrm>
            <a:custGeom>
              <a:rect b="b" l="l" r="r" t="t"/>
              <a:pathLst>
                <a:path extrusionOk="0" h="2348" w="27164">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9"/>
            <p:cNvSpPr/>
            <p:nvPr/>
          </p:nvSpPr>
          <p:spPr>
            <a:xfrm>
              <a:off x="542573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9"/>
            <p:cNvSpPr/>
            <p:nvPr/>
          </p:nvSpPr>
          <p:spPr>
            <a:xfrm>
              <a:off x="5422487" y="3569743"/>
              <a:ext cx="119895" cy="44960"/>
            </a:xfrm>
            <a:custGeom>
              <a:rect b="b" l="l" r="r" t="t"/>
              <a:pathLst>
                <a:path extrusionOk="0" h="762" w="2032">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9"/>
            <p:cNvSpPr/>
            <p:nvPr/>
          </p:nvSpPr>
          <p:spPr>
            <a:xfrm>
              <a:off x="5565334" y="3573047"/>
              <a:ext cx="113345" cy="38352"/>
            </a:xfrm>
            <a:custGeom>
              <a:rect b="b" l="l" r="r" t="t"/>
              <a:pathLst>
                <a:path extrusionOk="0" h="650" w="1921">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9"/>
            <p:cNvSpPr/>
            <p:nvPr/>
          </p:nvSpPr>
          <p:spPr>
            <a:xfrm>
              <a:off x="5562030" y="3569743"/>
              <a:ext cx="119954" cy="44960"/>
            </a:xfrm>
            <a:custGeom>
              <a:rect b="b" l="l" r="r" t="t"/>
              <a:pathLst>
                <a:path extrusionOk="0" h="762" w="2033">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9"/>
            <p:cNvSpPr/>
            <p:nvPr/>
          </p:nvSpPr>
          <p:spPr>
            <a:xfrm>
              <a:off x="5708712"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49"/>
            <p:cNvSpPr/>
            <p:nvPr/>
          </p:nvSpPr>
          <p:spPr>
            <a:xfrm>
              <a:off x="5705467" y="3569743"/>
              <a:ext cx="119895" cy="44960"/>
            </a:xfrm>
            <a:custGeom>
              <a:rect b="b" l="l" r="r" t="t"/>
              <a:pathLst>
                <a:path extrusionOk="0" h="762" w="2032">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9"/>
            <p:cNvSpPr/>
            <p:nvPr/>
          </p:nvSpPr>
          <p:spPr>
            <a:xfrm>
              <a:off x="5848314" y="3573047"/>
              <a:ext cx="112814" cy="38352"/>
            </a:xfrm>
            <a:custGeom>
              <a:rect b="b" l="l" r="r" t="t"/>
              <a:pathLst>
                <a:path extrusionOk="0" h="650" w="1912">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9"/>
            <p:cNvSpPr/>
            <p:nvPr/>
          </p:nvSpPr>
          <p:spPr>
            <a:xfrm>
              <a:off x="5845010" y="3569743"/>
              <a:ext cx="119954" cy="44960"/>
            </a:xfrm>
            <a:custGeom>
              <a:rect b="b" l="l" r="r" t="t"/>
              <a:pathLst>
                <a:path extrusionOk="0" h="762" w="2033">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9"/>
            <p:cNvSpPr/>
            <p:nvPr/>
          </p:nvSpPr>
          <p:spPr>
            <a:xfrm>
              <a:off x="5990099"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9"/>
            <p:cNvSpPr/>
            <p:nvPr/>
          </p:nvSpPr>
          <p:spPr>
            <a:xfrm>
              <a:off x="5986794"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9"/>
            <p:cNvSpPr/>
            <p:nvPr/>
          </p:nvSpPr>
          <p:spPr>
            <a:xfrm>
              <a:off x="612964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9"/>
            <p:cNvSpPr/>
            <p:nvPr/>
          </p:nvSpPr>
          <p:spPr>
            <a:xfrm>
              <a:off x="6126337" y="3569743"/>
              <a:ext cx="119423" cy="44960"/>
            </a:xfrm>
            <a:custGeom>
              <a:rect b="b" l="l" r="r" t="t"/>
              <a:pathLst>
                <a:path extrusionOk="0" h="762" w="2024">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9"/>
            <p:cNvSpPr/>
            <p:nvPr/>
          </p:nvSpPr>
          <p:spPr>
            <a:xfrm>
              <a:off x="6273078"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9"/>
            <p:cNvSpPr/>
            <p:nvPr/>
          </p:nvSpPr>
          <p:spPr>
            <a:xfrm>
              <a:off x="6269243" y="3569743"/>
              <a:ext cx="119895" cy="44960"/>
            </a:xfrm>
            <a:custGeom>
              <a:rect b="b" l="l" r="r" t="t"/>
              <a:pathLst>
                <a:path extrusionOk="0" h="762" w="2032">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9"/>
            <p:cNvSpPr/>
            <p:nvPr/>
          </p:nvSpPr>
          <p:spPr>
            <a:xfrm>
              <a:off x="641262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9"/>
            <p:cNvSpPr/>
            <p:nvPr/>
          </p:nvSpPr>
          <p:spPr>
            <a:xfrm>
              <a:off x="6409376" y="3569743"/>
              <a:ext cx="119364" cy="44960"/>
            </a:xfrm>
            <a:custGeom>
              <a:rect b="b" l="l" r="r" t="t"/>
              <a:pathLst>
                <a:path extrusionOk="0" h="762" w="2023">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9"/>
            <p:cNvSpPr/>
            <p:nvPr/>
          </p:nvSpPr>
          <p:spPr>
            <a:xfrm>
              <a:off x="655930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9"/>
            <p:cNvSpPr/>
            <p:nvPr/>
          </p:nvSpPr>
          <p:spPr>
            <a:xfrm>
              <a:off x="6556058"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9"/>
            <p:cNvSpPr/>
            <p:nvPr/>
          </p:nvSpPr>
          <p:spPr>
            <a:xfrm>
              <a:off x="535953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9"/>
            <p:cNvSpPr/>
            <p:nvPr/>
          </p:nvSpPr>
          <p:spPr>
            <a:xfrm>
              <a:off x="5356227"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9"/>
            <p:cNvSpPr/>
            <p:nvPr/>
          </p:nvSpPr>
          <p:spPr>
            <a:xfrm>
              <a:off x="549907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9"/>
            <p:cNvSpPr/>
            <p:nvPr/>
          </p:nvSpPr>
          <p:spPr>
            <a:xfrm>
              <a:off x="549582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9"/>
            <p:cNvSpPr/>
            <p:nvPr/>
          </p:nvSpPr>
          <p:spPr>
            <a:xfrm>
              <a:off x="564251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9"/>
            <p:cNvSpPr/>
            <p:nvPr/>
          </p:nvSpPr>
          <p:spPr>
            <a:xfrm>
              <a:off x="5639206"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49"/>
            <p:cNvSpPr/>
            <p:nvPr/>
          </p:nvSpPr>
          <p:spPr>
            <a:xfrm>
              <a:off x="5782053"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49"/>
            <p:cNvSpPr/>
            <p:nvPr/>
          </p:nvSpPr>
          <p:spPr>
            <a:xfrm>
              <a:off x="577880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9"/>
            <p:cNvSpPr/>
            <p:nvPr/>
          </p:nvSpPr>
          <p:spPr>
            <a:xfrm>
              <a:off x="5923307" y="3599304"/>
              <a:ext cx="113345" cy="38411"/>
            </a:xfrm>
            <a:custGeom>
              <a:rect b="b" l="l" r="r" t="t"/>
              <a:pathLst>
                <a:path extrusionOk="0" h="651" w="1921">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9"/>
            <p:cNvSpPr/>
            <p:nvPr/>
          </p:nvSpPr>
          <p:spPr>
            <a:xfrm>
              <a:off x="5920003"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9"/>
            <p:cNvSpPr/>
            <p:nvPr/>
          </p:nvSpPr>
          <p:spPr>
            <a:xfrm>
              <a:off x="606344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9"/>
            <p:cNvSpPr/>
            <p:nvPr/>
          </p:nvSpPr>
          <p:spPr>
            <a:xfrm>
              <a:off x="6060136"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9"/>
            <p:cNvSpPr/>
            <p:nvPr/>
          </p:nvSpPr>
          <p:spPr>
            <a:xfrm>
              <a:off x="6206818" y="3599304"/>
              <a:ext cx="112814" cy="38411"/>
            </a:xfrm>
            <a:custGeom>
              <a:rect b="b" l="l" r="r" t="t"/>
              <a:pathLst>
                <a:path extrusionOk="0" h="651" w="1912">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9"/>
            <p:cNvSpPr/>
            <p:nvPr/>
          </p:nvSpPr>
          <p:spPr>
            <a:xfrm>
              <a:off x="6202982"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9"/>
            <p:cNvSpPr/>
            <p:nvPr/>
          </p:nvSpPr>
          <p:spPr>
            <a:xfrm>
              <a:off x="6346419"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9"/>
            <p:cNvSpPr/>
            <p:nvPr/>
          </p:nvSpPr>
          <p:spPr>
            <a:xfrm>
              <a:off x="6342584" y="3596058"/>
              <a:ext cx="119895" cy="44901"/>
            </a:xfrm>
            <a:custGeom>
              <a:rect b="b" l="l" r="r" t="t"/>
              <a:pathLst>
                <a:path extrusionOk="0" h="761" w="2032">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49"/>
            <p:cNvSpPr/>
            <p:nvPr/>
          </p:nvSpPr>
          <p:spPr>
            <a:xfrm>
              <a:off x="649310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9"/>
            <p:cNvSpPr/>
            <p:nvPr/>
          </p:nvSpPr>
          <p:spPr>
            <a:xfrm>
              <a:off x="6489797"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49"/>
            <p:cNvSpPr/>
            <p:nvPr/>
          </p:nvSpPr>
          <p:spPr>
            <a:xfrm>
              <a:off x="663264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49"/>
            <p:cNvSpPr/>
            <p:nvPr/>
          </p:nvSpPr>
          <p:spPr>
            <a:xfrm>
              <a:off x="6629399"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9"/>
            <p:cNvSpPr/>
            <p:nvPr/>
          </p:nvSpPr>
          <p:spPr>
            <a:xfrm>
              <a:off x="5370447" y="2293916"/>
              <a:ext cx="907057" cy="792060"/>
            </a:xfrm>
            <a:custGeom>
              <a:rect b="b" l="l" r="r" t="t"/>
              <a:pathLst>
                <a:path extrusionOk="0" h="13424" w="15373">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9"/>
            <p:cNvSpPr/>
            <p:nvPr/>
          </p:nvSpPr>
          <p:spPr>
            <a:xfrm>
              <a:off x="5367201" y="2290611"/>
              <a:ext cx="913606" cy="798668"/>
            </a:xfrm>
            <a:custGeom>
              <a:rect b="b" l="l" r="r" t="t"/>
              <a:pathLst>
                <a:path extrusionOk="0" h="13536" w="15484">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9"/>
            <p:cNvSpPr/>
            <p:nvPr/>
          </p:nvSpPr>
          <p:spPr>
            <a:xfrm>
              <a:off x="5370447" y="2293916"/>
              <a:ext cx="907057" cy="72279"/>
            </a:xfrm>
            <a:custGeom>
              <a:rect b="b" l="l" r="r" t="t"/>
              <a:pathLst>
                <a:path extrusionOk="0" h="1225" w="15373">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9"/>
            <p:cNvSpPr/>
            <p:nvPr/>
          </p:nvSpPr>
          <p:spPr>
            <a:xfrm>
              <a:off x="5367201" y="2290611"/>
              <a:ext cx="913606" cy="78887"/>
            </a:xfrm>
            <a:custGeom>
              <a:rect b="b" l="l" r="r" t="t"/>
              <a:pathLst>
                <a:path extrusionOk="0" h="1337" w="15484">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9"/>
            <p:cNvSpPr/>
            <p:nvPr/>
          </p:nvSpPr>
          <p:spPr>
            <a:xfrm>
              <a:off x="5462433"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9"/>
            <p:cNvSpPr/>
            <p:nvPr/>
          </p:nvSpPr>
          <p:spPr>
            <a:xfrm>
              <a:off x="55100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9"/>
            <p:cNvSpPr/>
            <p:nvPr/>
          </p:nvSpPr>
          <p:spPr>
            <a:xfrm>
              <a:off x="54153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49"/>
            <p:cNvSpPr/>
            <p:nvPr/>
          </p:nvSpPr>
          <p:spPr>
            <a:xfrm>
              <a:off x="5458597" y="2489275"/>
              <a:ext cx="556165" cy="7198"/>
            </a:xfrm>
            <a:custGeom>
              <a:rect b="b" l="l" r="r" t="t"/>
              <a:pathLst>
                <a:path extrusionOk="0" h="122" w="9426">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9"/>
            <p:cNvSpPr/>
            <p:nvPr/>
          </p:nvSpPr>
          <p:spPr>
            <a:xfrm>
              <a:off x="5458597" y="2588932"/>
              <a:ext cx="199844" cy="7139"/>
            </a:xfrm>
            <a:custGeom>
              <a:rect b="b" l="l" r="r" t="t"/>
              <a:pathLst>
                <a:path extrusionOk="0" h="121" w="3387">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9"/>
            <p:cNvSpPr/>
            <p:nvPr/>
          </p:nvSpPr>
          <p:spPr>
            <a:xfrm>
              <a:off x="5731192" y="2588932"/>
              <a:ext cx="240851" cy="7139"/>
            </a:xfrm>
            <a:custGeom>
              <a:rect b="b" l="l" r="r" t="t"/>
              <a:pathLst>
                <a:path extrusionOk="0" h="121" w="4082">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49"/>
            <p:cNvSpPr/>
            <p:nvPr/>
          </p:nvSpPr>
          <p:spPr>
            <a:xfrm>
              <a:off x="5458597" y="2892150"/>
              <a:ext cx="359094" cy="6608"/>
            </a:xfrm>
            <a:custGeom>
              <a:rect b="b" l="l" r="r" t="t"/>
              <a:pathLst>
                <a:path extrusionOk="0" h="112" w="6086">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9"/>
            <p:cNvSpPr/>
            <p:nvPr/>
          </p:nvSpPr>
          <p:spPr>
            <a:xfrm>
              <a:off x="5458597" y="2694017"/>
              <a:ext cx="561121" cy="6608"/>
            </a:xfrm>
            <a:custGeom>
              <a:rect b="b" l="l" r="r" t="t"/>
              <a:pathLst>
                <a:path extrusionOk="0" h="112" w="951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9"/>
            <p:cNvSpPr/>
            <p:nvPr/>
          </p:nvSpPr>
          <p:spPr>
            <a:xfrm>
              <a:off x="5458597" y="2793614"/>
              <a:ext cx="182320" cy="7198"/>
            </a:xfrm>
            <a:custGeom>
              <a:rect b="b" l="l" r="r" t="t"/>
              <a:pathLst>
                <a:path extrusionOk="0" h="122" w="309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9"/>
            <p:cNvSpPr/>
            <p:nvPr/>
          </p:nvSpPr>
          <p:spPr>
            <a:xfrm>
              <a:off x="5688474" y="2793614"/>
              <a:ext cx="326288" cy="7198"/>
            </a:xfrm>
            <a:custGeom>
              <a:rect b="b" l="l" r="r" t="t"/>
              <a:pathLst>
                <a:path extrusionOk="0" h="122" w="553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9"/>
            <p:cNvSpPr/>
            <p:nvPr/>
          </p:nvSpPr>
          <p:spPr>
            <a:xfrm>
              <a:off x="6337628" y="2408264"/>
              <a:ext cx="409483" cy="672224"/>
            </a:xfrm>
            <a:custGeom>
              <a:rect b="b" l="l" r="r" t="t"/>
              <a:pathLst>
                <a:path extrusionOk="0" h="11393" w="694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9"/>
            <p:cNvSpPr/>
            <p:nvPr/>
          </p:nvSpPr>
          <p:spPr>
            <a:xfrm>
              <a:off x="6334383" y="2405019"/>
              <a:ext cx="416563" cy="678773"/>
            </a:xfrm>
            <a:custGeom>
              <a:rect b="b" l="l" r="r" t="t"/>
              <a:pathLst>
                <a:path extrusionOk="0" h="11504" w="706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9"/>
            <p:cNvSpPr/>
            <p:nvPr/>
          </p:nvSpPr>
          <p:spPr>
            <a:xfrm>
              <a:off x="6397280" y="2535829"/>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9"/>
            <p:cNvSpPr/>
            <p:nvPr/>
          </p:nvSpPr>
          <p:spPr>
            <a:xfrm>
              <a:off x="6558772" y="2535829"/>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9"/>
            <p:cNvSpPr/>
            <p:nvPr/>
          </p:nvSpPr>
          <p:spPr>
            <a:xfrm>
              <a:off x="6641967" y="2535829"/>
              <a:ext cx="48796" cy="7139"/>
            </a:xfrm>
            <a:custGeom>
              <a:rect b="b" l="l" r="r" t="t"/>
              <a:pathLst>
                <a:path extrusionOk="0" h="121" w="827">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9"/>
            <p:cNvSpPr/>
            <p:nvPr/>
          </p:nvSpPr>
          <p:spPr>
            <a:xfrm>
              <a:off x="6554937" y="2625042"/>
              <a:ext cx="135825" cy="6608"/>
            </a:xfrm>
            <a:custGeom>
              <a:rect b="b" l="l" r="r" t="t"/>
              <a:pathLst>
                <a:path extrusionOk="0" h="112" w="2302">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9"/>
            <p:cNvSpPr/>
            <p:nvPr/>
          </p:nvSpPr>
          <p:spPr>
            <a:xfrm>
              <a:off x="6476108" y="2625042"/>
              <a:ext cx="53162" cy="6608"/>
            </a:xfrm>
            <a:custGeom>
              <a:rect b="b" l="l" r="r" t="t"/>
              <a:pathLst>
                <a:path extrusionOk="0" h="112" w="901">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9"/>
            <p:cNvSpPr/>
            <p:nvPr/>
          </p:nvSpPr>
          <p:spPr>
            <a:xfrm>
              <a:off x="6397280" y="2625042"/>
              <a:ext cx="48796" cy="6608"/>
            </a:xfrm>
            <a:custGeom>
              <a:rect b="b" l="l" r="r" t="t"/>
              <a:pathLst>
                <a:path extrusionOk="0" h="112" w="827">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9"/>
            <p:cNvSpPr/>
            <p:nvPr/>
          </p:nvSpPr>
          <p:spPr>
            <a:xfrm>
              <a:off x="6397280" y="2580140"/>
              <a:ext cx="73459" cy="6667"/>
            </a:xfrm>
            <a:custGeom>
              <a:rect b="b" l="l" r="r" t="t"/>
              <a:pathLst>
                <a:path extrusionOk="0" h="113" w="1245">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9"/>
            <p:cNvSpPr/>
            <p:nvPr/>
          </p:nvSpPr>
          <p:spPr>
            <a:xfrm>
              <a:off x="6491980" y="2580140"/>
              <a:ext cx="119954" cy="6667"/>
            </a:xfrm>
            <a:custGeom>
              <a:rect b="b" l="l" r="r" t="t"/>
              <a:pathLst>
                <a:path extrusionOk="0" h="113" w="2033">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9"/>
            <p:cNvSpPr/>
            <p:nvPr/>
          </p:nvSpPr>
          <p:spPr>
            <a:xfrm>
              <a:off x="6641967" y="2580140"/>
              <a:ext cx="48796" cy="6667"/>
            </a:xfrm>
            <a:custGeom>
              <a:rect b="b" l="l" r="r" t="t"/>
              <a:pathLst>
                <a:path extrusionOk="0" h="113" w="827">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9"/>
            <p:cNvSpPr/>
            <p:nvPr/>
          </p:nvSpPr>
          <p:spPr>
            <a:xfrm>
              <a:off x="6397280" y="2664456"/>
              <a:ext cx="135825" cy="7198"/>
            </a:xfrm>
            <a:custGeom>
              <a:rect b="b" l="l" r="r" t="t"/>
              <a:pathLst>
                <a:path extrusionOk="0" h="122" w="2302">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9"/>
            <p:cNvSpPr/>
            <p:nvPr/>
          </p:nvSpPr>
          <p:spPr>
            <a:xfrm>
              <a:off x="6558772" y="2664456"/>
              <a:ext cx="53162" cy="7198"/>
            </a:xfrm>
            <a:custGeom>
              <a:rect b="b" l="l" r="r" t="t"/>
              <a:pathLst>
                <a:path extrusionOk="0" h="122" w="901">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9"/>
            <p:cNvSpPr/>
            <p:nvPr/>
          </p:nvSpPr>
          <p:spPr>
            <a:xfrm>
              <a:off x="6397280" y="2806772"/>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9"/>
            <p:cNvSpPr/>
            <p:nvPr/>
          </p:nvSpPr>
          <p:spPr>
            <a:xfrm>
              <a:off x="6558772" y="2806772"/>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9"/>
            <p:cNvSpPr/>
            <p:nvPr/>
          </p:nvSpPr>
          <p:spPr>
            <a:xfrm>
              <a:off x="6641967" y="2664456"/>
              <a:ext cx="48796" cy="7198"/>
            </a:xfrm>
            <a:custGeom>
              <a:rect b="b" l="l" r="r" t="t"/>
              <a:pathLst>
                <a:path extrusionOk="0" h="122" w="827">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9"/>
            <p:cNvSpPr/>
            <p:nvPr/>
          </p:nvSpPr>
          <p:spPr>
            <a:xfrm>
              <a:off x="6554937" y="2753669"/>
              <a:ext cx="135825" cy="6608"/>
            </a:xfrm>
            <a:custGeom>
              <a:rect b="b" l="l" r="r" t="t"/>
              <a:pathLst>
                <a:path extrusionOk="0" h="112" w="2302">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9"/>
            <p:cNvSpPr/>
            <p:nvPr/>
          </p:nvSpPr>
          <p:spPr>
            <a:xfrm>
              <a:off x="6476108" y="2753669"/>
              <a:ext cx="53162" cy="6608"/>
            </a:xfrm>
            <a:custGeom>
              <a:rect b="b" l="l" r="r" t="t"/>
              <a:pathLst>
                <a:path extrusionOk="0" h="112" w="901">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9"/>
            <p:cNvSpPr/>
            <p:nvPr/>
          </p:nvSpPr>
          <p:spPr>
            <a:xfrm>
              <a:off x="6397280" y="2753669"/>
              <a:ext cx="48796" cy="6608"/>
            </a:xfrm>
            <a:custGeom>
              <a:rect b="b" l="l" r="r" t="t"/>
              <a:pathLst>
                <a:path extrusionOk="0" h="112" w="827">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9"/>
            <p:cNvSpPr/>
            <p:nvPr/>
          </p:nvSpPr>
          <p:spPr>
            <a:xfrm>
              <a:off x="6476108" y="2854919"/>
              <a:ext cx="53162" cy="7198"/>
            </a:xfrm>
            <a:custGeom>
              <a:rect b="b" l="l" r="r" t="t"/>
              <a:pathLst>
                <a:path extrusionOk="0" h="122" w="901">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9"/>
            <p:cNvSpPr/>
            <p:nvPr/>
          </p:nvSpPr>
          <p:spPr>
            <a:xfrm>
              <a:off x="6397280" y="2854919"/>
              <a:ext cx="48796" cy="7198"/>
            </a:xfrm>
            <a:custGeom>
              <a:rect b="b" l="l" r="r" t="t"/>
              <a:pathLst>
                <a:path extrusionOk="0" h="122" w="827">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9"/>
            <p:cNvSpPr/>
            <p:nvPr/>
          </p:nvSpPr>
          <p:spPr>
            <a:xfrm>
              <a:off x="6397280" y="2708236"/>
              <a:ext cx="73459" cy="7198"/>
            </a:xfrm>
            <a:custGeom>
              <a:rect b="b" l="l" r="r" t="t"/>
              <a:pathLst>
                <a:path extrusionOk="0" h="122" w="1245">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9"/>
            <p:cNvSpPr/>
            <p:nvPr/>
          </p:nvSpPr>
          <p:spPr>
            <a:xfrm>
              <a:off x="6491980" y="2708236"/>
              <a:ext cx="119954" cy="7198"/>
            </a:xfrm>
            <a:custGeom>
              <a:rect b="b" l="l" r="r" t="t"/>
              <a:pathLst>
                <a:path extrusionOk="0" h="122" w="2033">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9"/>
            <p:cNvSpPr/>
            <p:nvPr/>
          </p:nvSpPr>
          <p:spPr>
            <a:xfrm>
              <a:off x="6641967" y="2708236"/>
              <a:ext cx="48796" cy="7198"/>
            </a:xfrm>
            <a:custGeom>
              <a:rect b="b" l="l" r="r" t="t"/>
              <a:pathLst>
                <a:path extrusionOk="0" h="122" w="827">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9"/>
            <p:cNvSpPr/>
            <p:nvPr/>
          </p:nvSpPr>
          <p:spPr>
            <a:xfrm>
              <a:off x="6396218" y="2902534"/>
              <a:ext cx="119895" cy="6667"/>
            </a:xfrm>
            <a:custGeom>
              <a:rect b="b" l="l" r="r" t="t"/>
              <a:pathLst>
                <a:path extrusionOk="0" h="113" w="2032">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9"/>
            <p:cNvSpPr/>
            <p:nvPr/>
          </p:nvSpPr>
          <p:spPr>
            <a:xfrm>
              <a:off x="6396218" y="2946905"/>
              <a:ext cx="49327" cy="6608"/>
            </a:xfrm>
            <a:custGeom>
              <a:rect b="b" l="l" r="r" t="t"/>
              <a:pathLst>
                <a:path extrusionOk="0" h="112" w="836">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9"/>
            <p:cNvSpPr/>
            <p:nvPr/>
          </p:nvSpPr>
          <p:spPr>
            <a:xfrm>
              <a:off x="5656730" y="2411037"/>
              <a:ext cx="707803" cy="605963"/>
            </a:xfrm>
            <a:custGeom>
              <a:rect b="b" l="l" r="r" t="t"/>
              <a:pathLst>
                <a:path extrusionOk="0" h="10270" w="11996">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9"/>
            <p:cNvSpPr/>
            <p:nvPr/>
          </p:nvSpPr>
          <p:spPr>
            <a:xfrm>
              <a:off x="5695023" y="2385312"/>
              <a:ext cx="707272" cy="605432"/>
            </a:xfrm>
            <a:custGeom>
              <a:rect b="b" l="l" r="r" t="t"/>
              <a:pathLst>
                <a:path extrusionOk="0" h="10261" w="11987">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9"/>
            <p:cNvSpPr/>
            <p:nvPr/>
          </p:nvSpPr>
          <p:spPr>
            <a:xfrm>
              <a:off x="5691778" y="2382007"/>
              <a:ext cx="714352" cy="611982"/>
            </a:xfrm>
            <a:custGeom>
              <a:rect b="b" l="l" r="r" t="t"/>
              <a:pathLst>
                <a:path extrusionOk="0" h="10372" w="12107">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9"/>
            <p:cNvSpPr/>
            <p:nvPr/>
          </p:nvSpPr>
          <p:spPr>
            <a:xfrm>
              <a:off x="5647408" y="1634318"/>
              <a:ext cx="784979" cy="105144"/>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9"/>
            <p:cNvSpPr/>
            <p:nvPr/>
          </p:nvSpPr>
          <p:spPr>
            <a:xfrm>
              <a:off x="5644163" y="1630483"/>
              <a:ext cx="791529" cy="112283"/>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9"/>
            <p:cNvSpPr/>
            <p:nvPr/>
          </p:nvSpPr>
          <p:spPr>
            <a:xfrm>
              <a:off x="5783174" y="1797993"/>
              <a:ext cx="513505"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9"/>
            <p:cNvSpPr/>
            <p:nvPr/>
          </p:nvSpPr>
          <p:spPr>
            <a:xfrm>
              <a:off x="5779870" y="1794689"/>
              <a:ext cx="520055" cy="67972"/>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9"/>
            <p:cNvSpPr/>
            <p:nvPr/>
          </p:nvSpPr>
          <p:spPr>
            <a:xfrm>
              <a:off x="5918351" y="1908565"/>
              <a:ext cx="243093" cy="75052"/>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9"/>
            <p:cNvSpPr/>
            <p:nvPr/>
          </p:nvSpPr>
          <p:spPr>
            <a:xfrm>
              <a:off x="5915106" y="1904730"/>
              <a:ext cx="249643" cy="82133"/>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9"/>
            <p:cNvSpPr/>
            <p:nvPr/>
          </p:nvSpPr>
          <p:spPr>
            <a:xfrm>
              <a:off x="5656199" y="1614611"/>
              <a:ext cx="784979" cy="105144"/>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9"/>
            <p:cNvSpPr/>
            <p:nvPr/>
          </p:nvSpPr>
          <p:spPr>
            <a:xfrm>
              <a:off x="5652895" y="1611366"/>
              <a:ext cx="792119" cy="112224"/>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9"/>
            <p:cNvSpPr/>
            <p:nvPr/>
          </p:nvSpPr>
          <p:spPr>
            <a:xfrm>
              <a:off x="5742698" y="1644172"/>
              <a:ext cx="607615"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9"/>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9"/>
            <p:cNvSpPr/>
            <p:nvPr/>
          </p:nvSpPr>
          <p:spPr>
            <a:xfrm>
              <a:off x="5788662" y="1775572"/>
              <a:ext cx="520055" cy="67913"/>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9"/>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9"/>
            <p:cNvSpPr/>
            <p:nvPr/>
          </p:nvSpPr>
          <p:spPr>
            <a:xfrm>
              <a:off x="5953399" y="1795810"/>
              <a:ext cx="27437" cy="27437"/>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9"/>
            <p:cNvSpPr/>
            <p:nvPr/>
          </p:nvSpPr>
          <p:spPr>
            <a:xfrm>
              <a:off x="6006502" y="1795810"/>
              <a:ext cx="27437" cy="27437"/>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9"/>
            <p:cNvSpPr/>
            <p:nvPr/>
          </p:nvSpPr>
          <p:spPr>
            <a:xfrm>
              <a:off x="6063440" y="1795810"/>
              <a:ext cx="27378" cy="27437"/>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9"/>
            <p:cNvSpPr/>
            <p:nvPr/>
          </p:nvSpPr>
          <p:spPr>
            <a:xfrm>
              <a:off x="6118136" y="1795810"/>
              <a:ext cx="27437" cy="27437"/>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9"/>
            <p:cNvSpPr/>
            <p:nvPr/>
          </p:nvSpPr>
          <p:spPr>
            <a:xfrm>
              <a:off x="6175074" y="1795810"/>
              <a:ext cx="27437" cy="27437"/>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9"/>
            <p:cNvSpPr/>
            <p:nvPr/>
          </p:nvSpPr>
          <p:spPr>
            <a:xfrm>
              <a:off x="5860882" y="1237521"/>
              <a:ext cx="328471" cy="329002"/>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9"/>
            <p:cNvSpPr/>
            <p:nvPr/>
          </p:nvSpPr>
          <p:spPr>
            <a:xfrm>
              <a:off x="5857046" y="1234217"/>
              <a:ext cx="335610" cy="335610"/>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9"/>
            <p:cNvSpPr/>
            <p:nvPr/>
          </p:nvSpPr>
          <p:spPr>
            <a:xfrm>
              <a:off x="5884424" y="1216693"/>
              <a:ext cx="329002" cy="329002"/>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9"/>
            <p:cNvSpPr/>
            <p:nvPr/>
          </p:nvSpPr>
          <p:spPr>
            <a:xfrm>
              <a:off x="5881179" y="1213448"/>
              <a:ext cx="335551" cy="335551"/>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9"/>
            <p:cNvSpPr/>
            <p:nvPr/>
          </p:nvSpPr>
          <p:spPr>
            <a:xfrm>
              <a:off x="5975820" y="1391284"/>
              <a:ext cx="146210" cy="73105"/>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9"/>
            <p:cNvSpPr/>
            <p:nvPr/>
          </p:nvSpPr>
          <p:spPr>
            <a:xfrm>
              <a:off x="5972575" y="1387508"/>
              <a:ext cx="152759" cy="80480"/>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9"/>
            <p:cNvSpPr/>
            <p:nvPr/>
          </p:nvSpPr>
          <p:spPr>
            <a:xfrm>
              <a:off x="6007564" y="1298236"/>
              <a:ext cx="83254" cy="82723"/>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9"/>
            <p:cNvSpPr/>
            <p:nvPr/>
          </p:nvSpPr>
          <p:spPr>
            <a:xfrm>
              <a:off x="6004318" y="1294401"/>
              <a:ext cx="89803" cy="89862"/>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9"/>
            <p:cNvSpPr/>
            <p:nvPr/>
          </p:nvSpPr>
          <p:spPr>
            <a:xfrm>
              <a:off x="5927673" y="1888858"/>
              <a:ext cx="242562" cy="75583"/>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9"/>
            <p:cNvSpPr/>
            <p:nvPr/>
          </p:nvSpPr>
          <p:spPr>
            <a:xfrm>
              <a:off x="5924369" y="1885554"/>
              <a:ext cx="249112" cy="82192"/>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9"/>
            <p:cNvSpPr/>
            <p:nvPr/>
          </p:nvSpPr>
          <p:spPr>
            <a:xfrm>
              <a:off x="5808369" y="2463550"/>
              <a:ext cx="490494" cy="488842"/>
            </a:xfrm>
            <a:custGeom>
              <a:rect b="b" l="l" r="r" t="t"/>
              <a:pathLst>
                <a:path extrusionOk="0" h="8285" w="8313">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9"/>
            <p:cNvSpPr/>
            <p:nvPr/>
          </p:nvSpPr>
          <p:spPr>
            <a:xfrm>
              <a:off x="5807248" y="2460305"/>
              <a:ext cx="492677" cy="495922"/>
            </a:xfrm>
            <a:custGeom>
              <a:rect b="b" l="l" r="r" t="t"/>
              <a:pathLst>
                <a:path extrusionOk="0" h="8405" w="835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9"/>
            <p:cNvSpPr/>
            <p:nvPr/>
          </p:nvSpPr>
          <p:spPr>
            <a:xfrm>
              <a:off x="5808369" y="2421422"/>
              <a:ext cx="490494" cy="489373"/>
            </a:xfrm>
            <a:custGeom>
              <a:rect b="b" l="l" r="r" t="t"/>
              <a:pathLst>
                <a:path extrusionOk="0" h="8294" w="8313">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9"/>
            <p:cNvSpPr/>
            <p:nvPr/>
          </p:nvSpPr>
          <p:spPr>
            <a:xfrm>
              <a:off x="5807248" y="2418117"/>
              <a:ext cx="492677" cy="495981"/>
            </a:xfrm>
            <a:custGeom>
              <a:rect b="b" l="l" r="r" t="t"/>
              <a:pathLst>
                <a:path extrusionOk="0" h="8406" w="835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2" name="Google Shape;1562;p49"/>
            <p:cNvGrpSpPr/>
            <p:nvPr/>
          </p:nvGrpSpPr>
          <p:grpSpPr>
            <a:xfrm>
              <a:off x="5968208" y="2549518"/>
              <a:ext cx="174119" cy="231588"/>
              <a:chOff x="4803668" y="3224977"/>
              <a:chExt cx="98578" cy="131115"/>
            </a:xfrm>
          </p:grpSpPr>
          <p:sp>
            <p:nvSpPr>
              <p:cNvPr id="1563" name="Google Shape;1563;p49"/>
              <p:cNvSpPr/>
              <p:nvPr/>
            </p:nvSpPr>
            <p:spPr>
              <a:xfrm>
                <a:off x="4821006" y="3226815"/>
                <a:ext cx="63870" cy="47769"/>
              </a:xfrm>
              <a:custGeom>
                <a:rect b="b" l="l" r="r" t="t"/>
                <a:pathLst>
                  <a:path extrusionOk="0" h="1430" w="1912">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9"/>
              <p:cNvSpPr/>
              <p:nvPr/>
            </p:nvSpPr>
            <p:spPr>
              <a:xfrm>
                <a:off x="4818834" y="3224977"/>
                <a:ext cx="67912" cy="51477"/>
              </a:xfrm>
              <a:custGeom>
                <a:rect b="b" l="l" r="r" t="t"/>
                <a:pathLst>
                  <a:path extrusionOk="0" h="1541" w="2033">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9"/>
              <p:cNvSpPr/>
              <p:nvPr/>
            </p:nvSpPr>
            <p:spPr>
              <a:xfrm>
                <a:off x="4805506" y="3274550"/>
                <a:ext cx="94870" cy="79671"/>
              </a:xfrm>
              <a:custGeom>
                <a:rect b="b" l="l" r="r" t="t"/>
                <a:pathLst>
                  <a:path extrusionOk="0" h="2385" w="284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9"/>
              <p:cNvSpPr/>
              <p:nvPr/>
            </p:nvSpPr>
            <p:spPr>
              <a:xfrm>
                <a:off x="4803668" y="3272680"/>
                <a:ext cx="98578" cy="83412"/>
              </a:xfrm>
              <a:custGeom>
                <a:rect b="b" l="l" r="r" t="t"/>
                <a:pathLst>
                  <a:path extrusionOk="0" h="2497" w="2951">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9"/>
              <p:cNvSpPr/>
              <p:nvPr/>
            </p:nvSpPr>
            <p:spPr>
              <a:xfrm>
                <a:off x="4842084" y="3295930"/>
                <a:ext cx="21413" cy="36913"/>
              </a:xfrm>
              <a:custGeom>
                <a:rect b="b" l="l" r="r" t="t"/>
                <a:pathLst>
                  <a:path extrusionOk="0" h="1105" w="641">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50"/>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Background</a:t>
            </a:r>
            <a:endParaRPr/>
          </a:p>
          <a:p>
            <a:pPr indent="0" lvl="0" marL="0" rtl="0" algn="l">
              <a:spcBef>
                <a:spcPts val="0"/>
              </a:spcBef>
              <a:spcAft>
                <a:spcPts val="0"/>
              </a:spcAft>
              <a:buNone/>
            </a:pPr>
            <a:r>
              <a:t/>
            </a:r>
            <a:endParaRPr/>
          </a:p>
        </p:txBody>
      </p:sp>
      <p:grpSp>
        <p:nvGrpSpPr>
          <p:cNvPr id="1573" name="Google Shape;1573;p50"/>
          <p:cNvGrpSpPr/>
          <p:nvPr/>
        </p:nvGrpSpPr>
        <p:grpSpPr>
          <a:xfrm>
            <a:off x="7225068" y="3582212"/>
            <a:ext cx="1155488" cy="930983"/>
            <a:chOff x="7225068" y="3582212"/>
            <a:chExt cx="1155488" cy="930983"/>
          </a:xfrm>
        </p:grpSpPr>
        <p:grpSp>
          <p:nvGrpSpPr>
            <p:cNvPr id="1574" name="Google Shape;1574;p50"/>
            <p:cNvGrpSpPr/>
            <p:nvPr/>
          </p:nvGrpSpPr>
          <p:grpSpPr>
            <a:xfrm>
              <a:off x="8190795" y="3582212"/>
              <a:ext cx="189761" cy="189761"/>
              <a:chOff x="5448853" y="3419595"/>
              <a:chExt cx="78736" cy="78736"/>
            </a:xfrm>
          </p:grpSpPr>
          <p:sp>
            <p:nvSpPr>
              <p:cNvPr id="1575" name="Google Shape;1575;p50"/>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0"/>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0"/>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0"/>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0"/>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0"/>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0"/>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0"/>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3" name="Google Shape;1583;p50"/>
            <p:cNvSpPr/>
            <p:nvPr/>
          </p:nvSpPr>
          <p:spPr>
            <a:xfrm>
              <a:off x="7225068" y="3624794"/>
              <a:ext cx="890332" cy="888400"/>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4" name="Google Shape;1584;p50"/>
          <p:cNvGrpSpPr/>
          <p:nvPr/>
        </p:nvGrpSpPr>
        <p:grpSpPr>
          <a:xfrm>
            <a:off x="7436183" y="2312779"/>
            <a:ext cx="1298848" cy="1015848"/>
            <a:chOff x="781983" y="2939892"/>
            <a:chExt cx="1298848" cy="1015848"/>
          </a:xfrm>
        </p:grpSpPr>
        <p:sp>
          <p:nvSpPr>
            <p:cNvPr id="1585" name="Google Shape;1585;p50"/>
            <p:cNvSpPr/>
            <p:nvPr/>
          </p:nvSpPr>
          <p:spPr>
            <a:xfrm>
              <a:off x="786411" y="3238660"/>
              <a:ext cx="998615" cy="71184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0"/>
            <p:cNvSpPr/>
            <p:nvPr/>
          </p:nvSpPr>
          <p:spPr>
            <a:xfrm>
              <a:off x="781983" y="3234151"/>
              <a:ext cx="1008276" cy="721589"/>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0"/>
            <p:cNvSpPr/>
            <p:nvPr/>
          </p:nvSpPr>
          <p:spPr>
            <a:xfrm>
              <a:off x="842445" y="3184880"/>
              <a:ext cx="998615" cy="120359"/>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0"/>
            <p:cNvSpPr/>
            <p:nvPr/>
          </p:nvSpPr>
          <p:spPr>
            <a:xfrm>
              <a:off x="837937" y="3180371"/>
              <a:ext cx="1007632" cy="129295"/>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0"/>
            <p:cNvSpPr/>
            <p:nvPr/>
          </p:nvSpPr>
          <p:spPr>
            <a:xfrm>
              <a:off x="950731" y="3219982"/>
              <a:ext cx="45648" cy="46372"/>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0"/>
            <p:cNvSpPr/>
            <p:nvPr/>
          </p:nvSpPr>
          <p:spPr>
            <a:xfrm>
              <a:off x="1022465" y="3219982"/>
              <a:ext cx="46372" cy="46372"/>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0"/>
            <p:cNvSpPr/>
            <p:nvPr/>
          </p:nvSpPr>
          <p:spPr>
            <a:xfrm>
              <a:off x="879077" y="3219982"/>
              <a:ext cx="46372" cy="46372"/>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0"/>
            <p:cNvSpPr/>
            <p:nvPr/>
          </p:nvSpPr>
          <p:spPr>
            <a:xfrm>
              <a:off x="841721" y="3305160"/>
              <a:ext cx="999340" cy="587061"/>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0"/>
            <p:cNvSpPr/>
            <p:nvPr/>
          </p:nvSpPr>
          <p:spPr>
            <a:xfrm>
              <a:off x="837212" y="3299927"/>
              <a:ext cx="1008356" cy="596802"/>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0"/>
            <p:cNvSpPr/>
            <p:nvPr/>
          </p:nvSpPr>
          <p:spPr>
            <a:xfrm>
              <a:off x="1256989" y="3442589"/>
              <a:ext cx="458571" cy="9017"/>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0"/>
            <p:cNvSpPr/>
            <p:nvPr/>
          </p:nvSpPr>
          <p:spPr>
            <a:xfrm>
              <a:off x="1256989" y="3510538"/>
              <a:ext cx="167375" cy="9741"/>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0"/>
            <p:cNvSpPr/>
            <p:nvPr/>
          </p:nvSpPr>
          <p:spPr>
            <a:xfrm>
              <a:off x="1479518" y="3510538"/>
              <a:ext cx="200947" cy="9741"/>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0"/>
            <p:cNvSpPr/>
            <p:nvPr/>
          </p:nvSpPr>
          <p:spPr>
            <a:xfrm>
              <a:off x="1256989" y="3717365"/>
              <a:ext cx="297314" cy="909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0"/>
            <p:cNvSpPr/>
            <p:nvPr/>
          </p:nvSpPr>
          <p:spPr>
            <a:xfrm>
              <a:off x="1256989" y="3582191"/>
              <a:ext cx="462355" cy="9822"/>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0"/>
            <p:cNvSpPr/>
            <p:nvPr/>
          </p:nvSpPr>
          <p:spPr>
            <a:xfrm>
              <a:off x="1256989" y="3650140"/>
              <a:ext cx="153125" cy="9822"/>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0"/>
            <p:cNvSpPr/>
            <p:nvPr/>
          </p:nvSpPr>
          <p:spPr>
            <a:xfrm>
              <a:off x="1444416" y="3650140"/>
              <a:ext cx="271149" cy="9822"/>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0"/>
            <p:cNvSpPr/>
            <p:nvPr/>
          </p:nvSpPr>
          <p:spPr>
            <a:xfrm>
              <a:off x="912650" y="3420127"/>
              <a:ext cx="298844" cy="298844"/>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0"/>
            <p:cNvSpPr/>
            <p:nvPr/>
          </p:nvSpPr>
          <p:spPr>
            <a:xfrm>
              <a:off x="908141" y="3415699"/>
              <a:ext cx="307780" cy="307780"/>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0"/>
            <p:cNvSpPr/>
            <p:nvPr/>
          </p:nvSpPr>
          <p:spPr>
            <a:xfrm>
              <a:off x="899929" y="3422381"/>
              <a:ext cx="298119" cy="298039"/>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0"/>
            <p:cNvSpPr/>
            <p:nvPr/>
          </p:nvSpPr>
          <p:spPr>
            <a:xfrm>
              <a:off x="895501" y="3417148"/>
              <a:ext cx="307780" cy="307780"/>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0"/>
            <p:cNvSpPr/>
            <p:nvPr/>
          </p:nvSpPr>
          <p:spPr>
            <a:xfrm>
              <a:off x="1098627" y="3444038"/>
              <a:ext cx="74791" cy="74791"/>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0"/>
            <p:cNvSpPr/>
            <p:nvPr/>
          </p:nvSpPr>
          <p:spPr>
            <a:xfrm>
              <a:off x="1094118" y="3438805"/>
              <a:ext cx="83728" cy="84452"/>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0"/>
            <p:cNvSpPr/>
            <p:nvPr/>
          </p:nvSpPr>
          <p:spPr>
            <a:xfrm>
              <a:off x="1539981" y="2967184"/>
              <a:ext cx="514684" cy="462677"/>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0"/>
            <p:cNvSpPr/>
            <p:nvPr/>
          </p:nvSpPr>
          <p:spPr>
            <a:xfrm>
              <a:off x="1560913" y="2962354"/>
              <a:ext cx="472096" cy="472096"/>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0"/>
            <p:cNvSpPr/>
            <p:nvPr/>
          </p:nvSpPr>
          <p:spPr>
            <a:xfrm>
              <a:off x="1555680" y="2944642"/>
              <a:ext cx="525150" cy="463079"/>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50"/>
            <p:cNvSpPr/>
            <p:nvPr/>
          </p:nvSpPr>
          <p:spPr>
            <a:xfrm>
              <a:off x="1581846" y="2939892"/>
              <a:ext cx="472096" cy="472096"/>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50"/>
            <p:cNvSpPr/>
            <p:nvPr/>
          </p:nvSpPr>
          <p:spPr>
            <a:xfrm>
              <a:off x="1655753" y="3061621"/>
              <a:ext cx="306331" cy="193540"/>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50"/>
            <p:cNvSpPr/>
            <p:nvPr/>
          </p:nvSpPr>
          <p:spPr>
            <a:xfrm>
              <a:off x="1650520" y="3057193"/>
              <a:ext cx="315992" cy="202476"/>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3" name="Google Shape;1613;p50"/>
          <p:cNvGrpSpPr/>
          <p:nvPr/>
        </p:nvGrpSpPr>
        <p:grpSpPr>
          <a:xfrm>
            <a:off x="7068159" y="1115101"/>
            <a:ext cx="1469314" cy="944106"/>
            <a:chOff x="5423018" y="1213448"/>
            <a:chExt cx="1203665" cy="773414"/>
          </a:xfrm>
        </p:grpSpPr>
        <p:sp>
          <p:nvSpPr>
            <p:cNvPr id="1614" name="Google Shape;1614;p50"/>
            <p:cNvSpPr/>
            <p:nvPr/>
          </p:nvSpPr>
          <p:spPr>
            <a:xfrm>
              <a:off x="6505138" y="1371577"/>
              <a:ext cx="121545" cy="121073"/>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0"/>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50"/>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50"/>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0"/>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50"/>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50"/>
            <p:cNvSpPr/>
            <p:nvPr/>
          </p:nvSpPr>
          <p:spPr>
            <a:xfrm>
              <a:off x="5442194" y="1567291"/>
              <a:ext cx="33985" cy="33159"/>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50"/>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0"/>
            <p:cNvSpPr/>
            <p:nvPr/>
          </p:nvSpPr>
          <p:spPr>
            <a:xfrm>
              <a:off x="5509517" y="1499968"/>
              <a:ext cx="33985" cy="33159"/>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0"/>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50"/>
            <p:cNvSpPr/>
            <p:nvPr/>
          </p:nvSpPr>
          <p:spPr>
            <a:xfrm>
              <a:off x="5442194" y="1499968"/>
              <a:ext cx="33985" cy="33159"/>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0"/>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0"/>
            <p:cNvSpPr/>
            <p:nvPr/>
          </p:nvSpPr>
          <p:spPr>
            <a:xfrm>
              <a:off x="5509517" y="1567291"/>
              <a:ext cx="33985" cy="33159"/>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50"/>
            <p:cNvSpPr/>
            <p:nvPr/>
          </p:nvSpPr>
          <p:spPr>
            <a:xfrm>
              <a:off x="6401705" y="1879536"/>
              <a:ext cx="52571" cy="52040"/>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50"/>
            <p:cNvSpPr/>
            <p:nvPr/>
          </p:nvSpPr>
          <p:spPr>
            <a:xfrm>
              <a:off x="5649591" y="1243540"/>
              <a:ext cx="33454" cy="32864"/>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0"/>
            <p:cNvSpPr/>
            <p:nvPr/>
          </p:nvSpPr>
          <p:spPr>
            <a:xfrm>
              <a:off x="5647408" y="1634318"/>
              <a:ext cx="784969" cy="105142"/>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0"/>
            <p:cNvSpPr/>
            <p:nvPr/>
          </p:nvSpPr>
          <p:spPr>
            <a:xfrm>
              <a:off x="5644163" y="1630483"/>
              <a:ext cx="791519" cy="112282"/>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0"/>
            <p:cNvSpPr/>
            <p:nvPr/>
          </p:nvSpPr>
          <p:spPr>
            <a:xfrm>
              <a:off x="5783174" y="1797993"/>
              <a:ext cx="513499"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0"/>
            <p:cNvSpPr/>
            <p:nvPr/>
          </p:nvSpPr>
          <p:spPr>
            <a:xfrm>
              <a:off x="5779870" y="1794689"/>
              <a:ext cx="520048" cy="67971"/>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50"/>
            <p:cNvSpPr/>
            <p:nvPr/>
          </p:nvSpPr>
          <p:spPr>
            <a:xfrm>
              <a:off x="5918351" y="1908565"/>
              <a:ext cx="243090" cy="75051"/>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50"/>
            <p:cNvSpPr/>
            <p:nvPr/>
          </p:nvSpPr>
          <p:spPr>
            <a:xfrm>
              <a:off x="5915106" y="1904730"/>
              <a:ext cx="249640" cy="82131"/>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50"/>
            <p:cNvSpPr/>
            <p:nvPr/>
          </p:nvSpPr>
          <p:spPr>
            <a:xfrm>
              <a:off x="5656199" y="1614611"/>
              <a:ext cx="784969" cy="105142"/>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0"/>
            <p:cNvSpPr/>
            <p:nvPr/>
          </p:nvSpPr>
          <p:spPr>
            <a:xfrm>
              <a:off x="5652895" y="1611366"/>
              <a:ext cx="792109" cy="112223"/>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0"/>
            <p:cNvSpPr/>
            <p:nvPr/>
          </p:nvSpPr>
          <p:spPr>
            <a:xfrm>
              <a:off x="5742698" y="1644172"/>
              <a:ext cx="607608"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0"/>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50"/>
            <p:cNvSpPr/>
            <p:nvPr/>
          </p:nvSpPr>
          <p:spPr>
            <a:xfrm>
              <a:off x="5788662" y="1775572"/>
              <a:ext cx="520048" cy="67912"/>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50"/>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50"/>
            <p:cNvSpPr/>
            <p:nvPr/>
          </p:nvSpPr>
          <p:spPr>
            <a:xfrm>
              <a:off x="5953399" y="1795810"/>
              <a:ext cx="27436" cy="27436"/>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50"/>
            <p:cNvSpPr/>
            <p:nvPr/>
          </p:nvSpPr>
          <p:spPr>
            <a:xfrm>
              <a:off x="6006502" y="1795810"/>
              <a:ext cx="27436" cy="27436"/>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50"/>
            <p:cNvSpPr/>
            <p:nvPr/>
          </p:nvSpPr>
          <p:spPr>
            <a:xfrm>
              <a:off x="6063440" y="1795810"/>
              <a:ext cx="27377" cy="27436"/>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0"/>
            <p:cNvSpPr/>
            <p:nvPr/>
          </p:nvSpPr>
          <p:spPr>
            <a:xfrm>
              <a:off x="6118136"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50"/>
            <p:cNvSpPr/>
            <p:nvPr/>
          </p:nvSpPr>
          <p:spPr>
            <a:xfrm>
              <a:off x="6175074" y="1795810"/>
              <a:ext cx="27436" cy="27436"/>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50"/>
            <p:cNvSpPr/>
            <p:nvPr/>
          </p:nvSpPr>
          <p:spPr>
            <a:xfrm>
              <a:off x="5860882" y="1237521"/>
              <a:ext cx="328467" cy="328998"/>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50"/>
            <p:cNvSpPr/>
            <p:nvPr/>
          </p:nvSpPr>
          <p:spPr>
            <a:xfrm>
              <a:off x="5857046" y="1234217"/>
              <a:ext cx="335606" cy="335606"/>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50"/>
            <p:cNvSpPr/>
            <p:nvPr/>
          </p:nvSpPr>
          <p:spPr>
            <a:xfrm>
              <a:off x="5884424" y="1216693"/>
              <a:ext cx="328998" cy="328998"/>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50"/>
            <p:cNvSpPr/>
            <p:nvPr/>
          </p:nvSpPr>
          <p:spPr>
            <a:xfrm>
              <a:off x="5881179" y="1213448"/>
              <a:ext cx="335547" cy="335547"/>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50"/>
            <p:cNvSpPr/>
            <p:nvPr/>
          </p:nvSpPr>
          <p:spPr>
            <a:xfrm>
              <a:off x="5975820" y="1391284"/>
              <a:ext cx="146208" cy="73104"/>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50"/>
            <p:cNvSpPr/>
            <p:nvPr/>
          </p:nvSpPr>
          <p:spPr>
            <a:xfrm>
              <a:off x="5972575" y="1387508"/>
              <a:ext cx="152757" cy="80479"/>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50"/>
            <p:cNvSpPr/>
            <p:nvPr/>
          </p:nvSpPr>
          <p:spPr>
            <a:xfrm>
              <a:off x="6007564" y="1298236"/>
              <a:ext cx="83253" cy="82722"/>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50"/>
            <p:cNvSpPr/>
            <p:nvPr/>
          </p:nvSpPr>
          <p:spPr>
            <a:xfrm>
              <a:off x="6004318" y="1294401"/>
              <a:ext cx="89802" cy="89861"/>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50"/>
            <p:cNvSpPr/>
            <p:nvPr/>
          </p:nvSpPr>
          <p:spPr>
            <a:xfrm>
              <a:off x="5927673" y="1888858"/>
              <a:ext cx="242559" cy="75582"/>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50"/>
            <p:cNvSpPr/>
            <p:nvPr/>
          </p:nvSpPr>
          <p:spPr>
            <a:xfrm>
              <a:off x="5924369" y="1885554"/>
              <a:ext cx="249109" cy="82190"/>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6" name="Google Shape;1656;p50"/>
          <p:cNvSpPr txBox="1"/>
          <p:nvPr/>
        </p:nvSpPr>
        <p:spPr>
          <a:xfrm>
            <a:off x="720000" y="973525"/>
            <a:ext cx="6344700" cy="33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Context</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Modern homes increasingly rely on multiple smart devices that provide basic notifications but lack the ability to perform </a:t>
            </a:r>
            <a:r>
              <a:rPr b="1" lang="en" sz="1200">
                <a:solidFill>
                  <a:schemeClr val="dk1"/>
                </a:solidFill>
                <a:latin typeface="Sora"/>
                <a:ea typeface="Sora"/>
                <a:cs typeface="Sora"/>
                <a:sym typeface="Sora"/>
              </a:rPr>
              <a:t>contextual reasoning across devices.</a:t>
            </a:r>
            <a:endParaRPr b="1"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 Why it matters</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Homeowners lack clear insight into their home’s </a:t>
            </a:r>
            <a:r>
              <a:rPr b="1" lang="en" sz="1200">
                <a:solidFill>
                  <a:schemeClr val="dk1"/>
                </a:solidFill>
                <a:latin typeface="Sora"/>
                <a:ea typeface="Sora"/>
                <a:cs typeface="Sora"/>
                <a:sym typeface="Sora"/>
              </a:rPr>
              <a:t>energy consumption and security status</a:t>
            </a:r>
            <a:r>
              <a:rPr lang="en" sz="1200">
                <a:solidFill>
                  <a:schemeClr val="dk1"/>
                </a:solidFill>
                <a:latin typeface="Sora"/>
                <a:ea typeface="Sora"/>
                <a:cs typeface="Sora"/>
                <a:sym typeface="Sora"/>
              </a:rPr>
              <a:t>, making it difficult to:</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Identify inefficiencies</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Detect meaningful events</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Make informed decisions</a:t>
            </a:r>
            <a:endParaRPr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Current Limitations</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Smart device platforms typically provide </a:t>
            </a:r>
            <a:r>
              <a:rPr b="1" lang="en" sz="1200">
                <a:solidFill>
                  <a:schemeClr val="dk1"/>
                </a:solidFill>
                <a:latin typeface="Sora"/>
                <a:ea typeface="Sora"/>
                <a:cs typeface="Sora"/>
                <a:sym typeface="Sora"/>
              </a:rPr>
              <a:t>raw, unprocessed sensor data</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Limited ability to </a:t>
            </a:r>
            <a:r>
              <a:rPr b="1" lang="en" sz="1200">
                <a:solidFill>
                  <a:schemeClr val="dk1"/>
                </a:solidFill>
                <a:latin typeface="Sora"/>
                <a:ea typeface="Sora"/>
                <a:cs typeface="Sora"/>
                <a:sym typeface="Sora"/>
              </a:rPr>
              <a:t>correlate data across devices</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Lack of </a:t>
            </a:r>
            <a:r>
              <a:rPr b="1" lang="en" sz="1200">
                <a:solidFill>
                  <a:schemeClr val="dk1"/>
                </a:solidFill>
                <a:latin typeface="Sora"/>
                <a:ea typeface="Sora"/>
                <a:cs typeface="Sora"/>
                <a:sym typeface="Sora"/>
              </a:rPr>
              <a:t>prioritization or intelligent interpretation of events</a:t>
            </a:r>
            <a:endParaRPr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Key statistics</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Idle energy consumption accounts for </a:t>
            </a:r>
            <a:r>
              <a:rPr b="1" lang="en" sz="1200">
                <a:solidFill>
                  <a:schemeClr val="dk1"/>
                </a:solidFill>
                <a:latin typeface="Sora"/>
                <a:ea typeface="Sora"/>
                <a:cs typeface="Sora"/>
                <a:sym typeface="Sora"/>
              </a:rPr>
              <a:t>5-10% of residential energy usage</a:t>
            </a:r>
            <a:r>
              <a:rPr lang="en" sz="1200">
                <a:solidFill>
                  <a:schemeClr val="dk1"/>
                </a:solidFill>
                <a:latin typeface="Sora"/>
                <a:ea typeface="Sora"/>
                <a:cs typeface="Sora"/>
                <a:sym typeface="Sora"/>
              </a:rPr>
              <a:t>.</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A burglary occurs roughly every </a:t>
            </a:r>
            <a:r>
              <a:rPr b="1" lang="en" sz="1200">
                <a:solidFill>
                  <a:schemeClr val="dk1"/>
                </a:solidFill>
                <a:latin typeface="Sora"/>
                <a:ea typeface="Sora"/>
                <a:cs typeface="Sora"/>
                <a:sym typeface="Sora"/>
              </a:rPr>
              <a:t>25-30 seconds in the U.S.</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The smart home</a:t>
            </a:r>
            <a:r>
              <a:rPr b="1" lang="en" sz="1200">
                <a:solidFill>
                  <a:schemeClr val="dk1"/>
                </a:solidFill>
                <a:latin typeface="Sora"/>
                <a:ea typeface="Sora"/>
                <a:cs typeface="Sora"/>
                <a:sym typeface="Sora"/>
              </a:rPr>
              <a:t> </a:t>
            </a:r>
            <a:r>
              <a:rPr lang="en" sz="1200">
                <a:solidFill>
                  <a:schemeClr val="dk1"/>
                </a:solidFill>
                <a:latin typeface="Sora"/>
                <a:ea typeface="Sora"/>
                <a:cs typeface="Sora"/>
                <a:sym typeface="Sora"/>
              </a:rPr>
              <a:t>market is expected to grow at a </a:t>
            </a:r>
            <a:r>
              <a:rPr b="1" lang="en" sz="1200">
                <a:solidFill>
                  <a:schemeClr val="dk1"/>
                </a:solidFill>
                <a:latin typeface="Sora"/>
                <a:ea typeface="Sora"/>
                <a:cs typeface="Sora"/>
                <a:sym typeface="Sora"/>
              </a:rPr>
              <a:t>27.07% CAGR over the next 5 years</a:t>
            </a:r>
            <a:r>
              <a:rPr lang="en" sz="1200">
                <a:solidFill>
                  <a:schemeClr val="dk1"/>
                </a:solidFill>
                <a:latin typeface="Sora"/>
                <a:ea typeface="Sora"/>
                <a:cs typeface="Sora"/>
                <a:sym typeface="Sora"/>
              </a:rPr>
              <a:t>, increasing the need for </a:t>
            </a:r>
            <a:r>
              <a:rPr b="1" lang="en" sz="1200">
                <a:solidFill>
                  <a:schemeClr val="dk1"/>
                </a:solidFill>
                <a:latin typeface="Sora"/>
                <a:ea typeface="Sora"/>
                <a:cs typeface="Sora"/>
                <a:sym typeface="Sora"/>
              </a:rPr>
              <a:t>integrated, intelligent monitoring solutions.</a:t>
            </a:r>
            <a:endParaRPr b="1" sz="1200">
              <a:solidFill>
                <a:schemeClr val="dk1"/>
              </a:solidFill>
              <a:latin typeface="Sora"/>
              <a:ea typeface="Sora"/>
              <a:cs typeface="Sora"/>
              <a:sym typeface="Sora"/>
            </a:endParaRPr>
          </a:p>
          <a:p>
            <a:pPr indent="0" lvl="0" marL="0" rtl="0" algn="l">
              <a:spcBef>
                <a:spcPts val="0"/>
              </a:spcBef>
              <a:spcAft>
                <a:spcPts val="0"/>
              </a:spcAft>
              <a:buNone/>
            </a:pPr>
            <a:r>
              <a:t/>
            </a:r>
            <a:endParaRPr sz="1200">
              <a:solidFill>
                <a:schemeClr val="dk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51"/>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 Statement</a:t>
            </a:r>
            <a:endParaRPr/>
          </a:p>
        </p:txBody>
      </p:sp>
      <p:grpSp>
        <p:nvGrpSpPr>
          <p:cNvPr id="1662" name="Google Shape;1662;p51"/>
          <p:cNvGrpSpPr/>
          <p:nvPr/>
        </p:nvGrpSpPr>
        <p:grpSpPr>
          <a:xfrm>
            <a:off x="8013165" y="3659274"/>
            <a:ext cx="887675" cy="801288"/>
            <a:chOff x="6544194" y="2365864"/>
            <a:chExt cx="529544" cy="478038"/>
          </a:xfrm>
        </p:grpSpPr>
        <p:sp>
          <p:nvSpPr>
            <p:cNvPr id="1663" name="Google Shape;1663;p51"/>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1"/>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1"/>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1"/>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51"/>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51"/>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1"/>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1"/>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1"/>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1"/>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3" name="Google Shape;1673;p51"/>
          <p:cNvSpPr txBox="1"/>
          <p:nvPr/>
        </p:nvSpPr>
        <p:spPr>
          <a:xfrm>
            <a:off x="716475" y="1068225"/>
            <a:ext cx="7149900" cy="33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Who has the need?</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Homeowners using multiple smart home devices (e.g., smart plugs, motion sensors, sound sensors) who require </a:t>
            </a:r>
            <a:r>
              <a:rPr b="1" lang="en" sz="1200">
                <a:solidFill>
                  <a:schemeClr val="dk1"/>
                </a:solidFill>
                <a:latin typeface="Sora"/>
                <a:ea typeface="Sora"/>
                <a:cs typeface="Sora"/>
                <a:sym typeface="Sora"/>
              </a:rPr>
              <a:t>meaningful insights and reasoning </a:t>
            </a:r>
            <a:r>
              <a:rPr lang="en" sz="1200">
                <a:solidFill>
                  <a:schemeClr val="dk1"/>
                </a:solidFill>
                <a:latin typeface="Sora"/>
                <a:ea typeface="Sora"/>
                <a:cs typeface="Sora"/>
                <a:sym typeface="Sora"/>
              </a:rPr>
              <a:t>about their home’s energy usage and security. </a:t>
            </a:r>
            <a:endParaRPr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What is missing?</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A </a:t>
            </a:r>
            <a:r>
              <a:rPr b="1" lang="en" sz="1200">
                <a:solidFill>
                  <a:schemeClr val="dk1"/>
                </a:solidFill>
                <a:latin typeface="Sora"/>
                <a:ea typeface="Sora"/>
                <a:cs typeface="Sora"/>
                <a:sym typeface="Sora"/>
              </a:rPr>
              <a:t>centralized system </a:t>
            </a:r>
            <a:r>
              <a:rPr lang="en" sz="1200">
                <a:solidFill>
                  <a:schemeClr val="dk1"/>
                </a:solidFill>
                <a:latin typeface="Sora"/>
                <a:ea typeface="Sora"/>
                <a:cs typeface="Sora"/>
                <a:sym typeface="Sora"/>
              </a:rPr>
              <a:t>that:</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Aggregates data from diverse smart devices.</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Interprets sensor data across sources.</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Provides </a:t>
            </a:r>
            <a:r>
              <a:rPr b="1" lang="en" sz="1200">
                <a:solidFill>
                  <a:schemeClr val="dk1"/>
                </a:solidFill>
                <a:latin typeface="Sora"/>
                <a:ea typeface="Sora"/>
                <a:cs typeface="Sora"/>
                <a:sym typeface="Sora"/>
              </a:rPr>
              <a:t>contextual reasoning </a:t>
            </a:r>
            <a:r>
              <a:rPr lang="en" sz="1200">
                <a:solidFill>
                  <a:schemeClr val="dk1"/>
                </a:solidFill>
                <a:latin typeface="Sora"/>
                <a:ea typeface="Sora"/>
                <a:cs typeface="Sora"/>
                <a:sym typeface="Sora"/>
              </a:rPr>
              <a:t>for energy consumption and security events.</a:t>
            </a:r>
            <a:endParaRPr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Why is a solution necessary?</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Despite widespread adoption of smart devices:</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Data is </a:t>
            </a:r>
            <a:r>
              <a:rPr b="1" lang="en" sz="1200">
                <a:solidFill>
                  <a:schemeClr val="dk1"/>
                </a:solidFill>
                <a:latin typeface="Sora"/>
                <a:ea typeface="Sora"/>
                <a:cs typeface="Sora"/>
                <a:sym typeface="Sora"/>
              </a:rPr>
              <a:t>fragmented across multiple platforms.</a:t>
            </a:r>
            <a:endParaRPr b="1"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Users </a:t>
            </a:r>
            <a:r>
              <a:rPr lang="en" sz="1200">
                <a:solidFill>
                  <a:schemeClr val="dk1"/>
                </a:solidFill>
                <a:latin typeface="Sora"/>
                <a:ea typeface="Sora"/>
                <a:cs typeface="Sora"/>
                <a:sym typeface="Sora"/>
              </a:rPr>
              <a:t>receive</a:t>
            </a:r>
            <a:r>
              <a:rPr lang="en" sz="1200">
                <a:solidFill>
                  <a:schemeClr val="dk1"/>
                </a:solidFill>
                <a:latin typeface="Sora"/>
                <a:ea typeface="Sora"/>
                <a:cs typeface="Sora"/>
                <a:sym typeface="Sora"/>
              </a:rPr>
              <a:t> </a:t>
            </a:r>
            <a:r>
              <a:rPr b="1" lang="en" sz="1200">
                <a:solidFill>
                  <a:schemeClr val="dk1"/>
                </a:solidFill>
                <a:latin typeface="Sora"/>
                <a:ea typeface="Sora"/>
                <a:cs typeface="Sora"/>
                <a:sym typeface="Sora"/>
              </a:rPr>
              <a:t>raw sensor output without context or prioritization.</a:t>
            </a:r>
            <a:endParaRPr b="1"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Homeowners lack the ability to </a:t>
            </a:r>
            <a:r>
              <a:rPr b="1" lang="en" sz="1200">
                <a:solidFill>
                  <a:schemeClr val="dk1"/>
                </a:solidFill>
                <a:latin typeface="Sora"/>
                <a:ea typeface="Sora"/>
                <a:cs typeface="Sora"/>
                <a:sym typeface="Sora"/>
              </a:rPr>
              <a:t>assess risks or inefficiencies effectively.</a:t>
            </a:r>
            <a:endParaRPr b="1" sz="1200">
              <a:solidFill>
                <a:schemeClr val="dk1"/>
              </a:solidFill>
              <a:latin typeface="Sora"/>
              <a:ea typeface="Sora"/>
              <a:cs typeface="Sora"/>
              <a:sym typeface="Sora"/>
            </a:endParaRPr>
          </a:p>
          <a:p>
            <a:pPr indent="0" lvl="0" marL="0" rtl="0" algn="l">
              <a:spcBef>
                <a:spcPts val="0"/>
              </a:spcBef>
              <a:spcAft>
                <a:spcPts val="0"/>
              </a:spcAft>
              <a:buClr>
                <a:srgbClr val="000000"/>
              </a:buClr>
              <a:buFont typeface="Arial"/>
              <a:buNone/>
            </a:pPr>
            <a:r>
              <a:rPr b="1" lang="en" sz="1200">
                <a:solidFill>
                  <a:schemeClr val="dk1"/>
                </a:solidFill>
                <a:latin typeface="Sora"/>
                <a:ea typeface="Sora"/>
                <a:cs typeface="Sora"/>
                <a:sym typeface="Sora"/>
              </a:rPr>
              <a:t>Impact if unmet</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Sora"/>
                <a:ea typeface="Sora"/>
                <a:cs typeface="Sora"/>
                <a:sym typeface="Sora"/>
              </a:rPr>
              <a:t>Delayed or missed responses to </a:t>
            </a:r>
            <a:r>
              <a:rPr b="1" lang="en" sz="1200">
                <a:solidFill>
                  <a:schemeClr val="dk1"/>
                </a:solidFill>
                <a:latin typeface="Sora"/>
                <a:ea typeface="Sora"/>
                <a:cs typeface="Sora"/>
                <a:sym typeface="Sora"/>
              </a:rPr>
              <a:t>security threats.</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Increased </a:t>
            </a:r>
            <a:r>
              <a:rPr b="1" lang="en" sz="1200">
                <a:solidFill>
                  <a:schemeClr val="dk1"/>
                </a:solidFill>
                <a:latin typeface="Sora"/>
                <a:ea typeface="Sora"/>
                <a:cs typeface="Sora"/>
                <a:sym typeface="Sora"/>
              </a:rPr>
              <a:t>energy inefficiency and costs.</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Continued reliance on </a:t>
            </a:r>
            <a:r>
              <a:rPr b="1" lang="en" sz="1200">
                <a:solidFill>
                  <a:schemeClr val="dk1"/>
                </a:solidFill>
                <a:latin typeface="Sora"/>
                <a:ea typeface="Sora"/>
                <a:cs typeface="Sora"/>
                <a:sym typeface="Sora"/>
              </a:rPr>
              <a:t>disconnected data with no actionable guidance. </a:t>
            </a:r>
            <a:endParaRPr b="1" sz="1200">
              <a:solidFill>
                <a:schemeClr val="dk1"/>
              </a:solidFill>
              <a:latin typeface="Sora"/>
              <a:ea typeface="Sora"/>
              <a:cs typeface="Sora"/>
              <a:sym typeface="Sora"/>
            </a:endParaRPr>
          </a:p>
          <a:p>
            <a:pPr indent="0" lvl="0" marL="0" rtl="0" algn="l">
              <a:lnSpc>
                <a:spcPct val="115000"/>
              </a:lnSpc>
              <a:spcBef>
                <a:spcPts val="1200"/>
              </a:spcBef>
              <a:spcAft>
                <a:spcPts val="1200"/>
              </a:spcAft>
              <a:buNone/>
            </a:pPr>
            <a:r>
              <a:t/>
            </a:r>
            <a:endParaRPr sz="1200">
              <a:solidFill>
                <a:schemeClr val="dk1"/>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52"/>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 and Objectives</a:t>
            </a:r>
            <a:endParaRPr/>
          </a:p>
        </p:txBody>
      </p:sp>
      <p:sp>
        <p:nvSpPr>
          <p:cNvPr id="1679" name="Google Shape;1679;p52"/>
          <p:cNvSpPr txBox="1"/>
          <p:nvPr/>
        </p:nvSpPr>
        <p:spPr>
          <a:xfrm>
            <a:off x="765650" y="1114375"/>
            <a:ext cx="6858000" cy="3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ra"/>
                <a:ea typeface="Sora"/>
                <a:cs typeface="Sora"/>
                <a:sym typeface="Sora"/>
              </a:rPr>
              <a:t>Main Goal:</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Develop</a:t>
            </a:r>
            <a:r>
              <a:rPr lang="en" sz="1200">
                <a:solidFill>
                  <a:schemeClr val="dk1"/>
                </a:solidFill>
                <a:latin typeface="Sora"/>
                <a:ea typeface="Sora"/>
                <a:cs typeface="Sora"/>
                <a:sym typeface="Sora"/>
              </a:rPr>
              <a:t>  a </a:t>
            </a:r>
            <a:r>
              <a:rPr b="1" lang="en" sz="1200">
                <a:solidFill>
                  <a:schemeClr val="dk1"/>
                </a:solidFill>
                <a:latin typeface="Sora"/>
                <a:ea typeface="Sora"/>
                <a:cs typeface="Sora"/>
                <a:sym typeface="Sora"/>
              </a:rPr>
              <a:t>centralized smart home monitoring system </a:t>
            </a:r>
            <a:r>
              <a:rPr lang="en" sz="1200">
                <a:solidFill>
                  <a:schemeClr val="dk1"/>
                </a:solidFill>
                <a:latin typeface="Sora"/>
                <a:ea typeface="Sora"/>
                <a:cs typeface="Sora"/>
                <a:sym typeface="Sora"/>
              </a:rPr>
              <a:t>that applies data driven reasoning to optimize energy consumption and enhance home security.</a:t>
            </a:r>
            <a:endParaRPr sz="1200">
              <a:solidFill>
                <a:schemeClr val="dk1"/>
              </a:solidFill>
              <a:latin typeface="Sora"/>
              <a:ea typeface="Sora"/>
              <a:cs typeface="Sora"/>
              <a:sym typeface="Sora"/>
            </a:endParaRPr>
          </a:p>
          <a:p>
            <a:pPr indent="0" lvl="0" marL="457200" rtl="0" algn="l">
              <a:spcBef>
                <a:spcPts val="0"/>
              </a:spcBef>
              <a:spcAft>
                <a:spcPts val="0"/>
              </a:spcAft>
              <a:buNone/>
            </a:pPr>
            <a:r>
              <a:t/>
            </a:r>
            <a:endParaRPr sz="1200">
              <a:solidFill>
                <a:schemeClr val="dk1"/>
              </a:solidFill>
              <a:latin typeface="Sora"/>
              <a:ea typeface="Sora"/>
              <a:cs typeface="Sora"/>
              <a:sym typeface="Sora"/>
            </a:endParaRPr>
          </a:p>
          <a:p>
            <a:pPr indent="0" lvl="0" marL="0" rtl="0" algn="l">
              <a:spcBef>
                <a:spcPts val="0"/>
              </a:spcBef>
              <a:spcAft>
                <a:spcPts val="0"/>
              </a:spcAft>
              <a:buNone/>
            </a:pPr>
            <a:r>
              <a:rPr b="1" lang="en" sz="1200">
                <a:solidFill>
                  <a:schemeClr val="dk1"/>
                </a:solidFill>
                <a:latin typeface="Sora"/>
                <a:ea typeface="Sora"/>
                <a:cs typeface="Sora"/>
                <a:sym typeface="Sora"/>
              </a:rPr>
              <a:t>Objectives:</a:t>
            </a:r>
            <a:endParaRPr b="1" sz="1200">
              <a:solidFill>
                <a:schemeClr val="dk1"/>
              </a:solidFill>
              <a:latin typeface="Sora"/>
              <a:ea typeface="Sora"/>
              <a:cs typeface="Sora"/>
              <a:sym typeface="Sora"/>
            </a:endParaRPr>
          </a:p>
          <a:p>
            <a:pPr indent="0" lvl="0" marL="0" rtl="0" algn="l">
              <a:spcBef>
                <a:spcPts val="0"/>
              </a:spcBef>
              <a:spcAft>
                <a:spcPts val="0"/>
              </a:spcAft>
              <a:buNone/>
            </a:pPr>
            <a:r>
              <a:t/>
            </a:r>
            <a:endParaRPr b="1"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Collect and integrate </a:t>
            </a:r>
            <a:r>
              <a:rPr b="1" lang="en" sz="1200">
                <a:solidFill>
                  <a:schemeClr val="dk1"/>
                </a:solidFill>
                <a:latin typeface="Sora"/>
                <a:ea typeface="Sora"/>
                <a:cs typeface="Sora"/>
                <a:sym typeface="Sora"/>
              </a:rPr>
              <a:t>multi-modal sensor data </a:t>
            </a:r>
            <a:r>
              <a:rPr lang="en" sz="1200">
                <a:solidFill>
                  <a:schemeClr val="dk1"/>
                </a:solidFill>
                <a:latin typeface="Sora"/>
                <a:ea typeface="Sora"/>
                <a:cs typeface="Sora"/>
                <a:sym typeface="Sora"/>
              </a:rPr>
              <a:t>(energy, motion, sound) for analysis and model training.</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Enable </a:t>
            </a:r>
            <a:r>
              <a:rPr b="1" lang="en" sz="1200">
                <a:solidFill>
                  <a:schemeClr val="dk1"/>
                </a:solidFill>
                <a:latin typeface="Sora"/>
                <a:ea typeface="Sora"/>
                <a:cs typeface="Sora"/>
                <a:sym typeface="Sora"/>
              </a:rPr>
              <a:t>reliable and secure data transmission </a:t>
            </a:r>
            <a:r>
              <a:rPr lang="en" sz="1200">
                <a:solidFill>
                  <a:schemeClr val="dk1"/>
                </a:solidFill>
                <a:latin typeface="Sora"/>
                <a:ea typeface="Sora"/>
                <a:cs typeface="Sora"/>
                <a:sym typeface="Sora"/>
              </a:rPr>
              <a:t>from devices to the central system.</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Detect anomalies in real time to identify:</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Abnormal energy usage</a:t>
            </a:r>
            <a:endParaRPr sz="1200">
              <a:solidFill>
                <a:schemeClr val="dk1"/>
              </a:solidFill>
              <a:latin typeface="Sora"/>
              <a:ea typeface="Sora"/>
              <a:cs typeface="Sora"/>
              <a:sym typeface="Sora"/>
            </a:endParaRPr>
          </a:p>
          <a:p>
            <a:pPr indent="-304800" lvl="1" marL="9144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Potential security threats</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Analyze historical data to identify trends and support </a:t>
            </a:r>
            <a:r>
              <a:rPr b="1" lang="en" sz="1200">
                <a:solidFill>
                  <a:schemeClr val="dk1"/>
                </a:solidFill>
                <a:latin typeface="Sora"/>
                <a:ea typeface="Sora"/>
                <a:cs typeface="Sora"/>
                <a:sym typeface="Sora"/>
              </a:rPr>
              <a:t>predictive decision-making</a:t>
            </a:r>
            <a:r>
              <a:rPr lang="en" sz="1200">
                <a:solidFill>
                  <a:schemeClr val="dk1"/>
                </a:solidFill>
                <a:latin typeface="Sora"/>
                <a:ea typeface="Sora"/>
                <a:cs typeface="Sora"/>
                <a:sym typeface="Sora"/>
              </a:rPr>
              <a:t>.</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Generate actionable </a:t>
            </a:r>
            <a:r>
              <a:rPr b="1" lang="en" sz="1200">
                <a:solidFill>
                  <a:schemeClr val="dk1"/>
                </a:solidFill>
                <a:latin typeface="Sora"/>
                <a:ea typeface="Sora"/>
                <a:cs typeface="Sora"/>
                <a:sym typeface="Sora"/>
              </a:rPr>
              <a:t>recommendations </a:t>
            </a:r>
            <a:r>
              <a:rPr lang="en" sz="1200">
                <a:solidFill>
                  <a:schemeClr val="dk1"/>
                </a:solidFill>
                <a:latin typeface="Sora"/>
                <a:ea typeface="Sora"/>
                <a:cs typeface="Sora"/>
                <a:sym typeface="Sora"/>
              </a:rPr>
              <a:t>for improving energy efficiency and security.</a:t>
            </a:r>
            <a:endParaRPr sz="1200">
              <a:solidFill>
                <a:schemeClr val="dk1"/>
              </a:solidFill>
              <a:latin typeface="Sora"/>
              <a:ea typeface="Sora"/>
              <a:cs typeface="Sora"/>
              <a:sym typeface="Sora"/>
            </a:endParaRPr>
          </a:p>
          <a:p>
            <a:pPr indent="-304800" lvl="0" marL="457200" rtl="0" algn="l">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Provide users with a </a:t>
            </a:r>
            <a:r>
              <a:rPr b="1" lang="en" sz="1200">
                <a:solidFill>
                  <a:schemeClr val="dk1"/>
                </a:solidFill>
                <a:latin typeface="Sora"/>
                <a:ea typeface="Sora"/>
                <a:cs typeface="Sora"/>
                <a:sym typeface="Sora"/>
              </a:rPr>
              <a:t>visual interface </a:t>
            </a:r>
            <a:r>
              <a:rPr lang="en" sz="1200">
                <a:solidFill>
                  <a:schemeClr val="dk1"/>
                </a:solidFill>
                <a:latin typeface="Sora"/>
                <a:ea typeface="Sora"/>
                <a:cs typeface="Sora"/>
                <a:sym typeface="Sora"/>
              </a:rPr>
              <a:t>to monitor system status and receive timely notifications.</a:t>
            </a:r>
            <a:endParaRPr sz="1200">
              <a:solidFill>
                <a:schemeClr val="dk1"/>
              </a:solidFill>
              <a:latin typeface="Sora"/>
              <a:ea typeface="Sora"/>
              <a:cs typeface="Sora"/>
              <a:sym typeface="Sora"/>
            </a:endParaRPr>
          </a:p>
          <a:p>
            <a:pPr indent="0" lvl="0" marL="0" rtl="0" algn="l">
              <a:spcBef>
                <a:spcPts val="0"/>
              </a:spcBef>
              <a:spcAft>
                <a:spcPts val="0"/>
              </a:spcAft>
              <a:buNone/>
            </a:pPr>
            <a:r>
              <a:t/>
            </a:r>
            <a:endParaRPr b="1" sz="1200">
              <a:solidFill>
                <a:schemeClr val="dk1"/>
              </a:solidFill>
              <a:latin typeface="Sora"/>
              <a:ea typeface="Sora"/>
              <a:cs typeface="Sora"/>
              <a:sym typeface="Sora"/>
            </a:endParaRPr>
          </a:p>
          <a:p>
            <a:pPr indent="0" lvl="0" marL="0" rtl="0" algn="l">
              <a:spcBef>
                <a:spcPts val="0"/>
              </a:spcBef>
              <a:spcAft>
                <a:spcPts val="0"/>
              </a:spcAft>
              <a:buNone/>
            </a:pPr>
            <a:r>
              <a:t/>
            </a:r>
            <a:endParaRPr sz="1200">
              <a:solidFill>
                <a:schemeClr val="dk1"/>
              </a:solidFill>
              <a:latin typeface="Sora"/>
              <a:ea typeface="Sora"/>
              <a:cs typeface="Sora"/>
              <a:sym typeface="Sora"/>
            </a:endParaRPr>
          </a:p>
        </p:txBody>
      </p:sp>
      <p:grpSp>
        <p:nvGrpSpPr>
          <p:cNvPr id="1680" name="Google Shape;1680;p52"/>
          <p:cNvGrpSpPr/>
          <p:nvPr/>
        </p:nvGrpSpPr>
        <p:grpSpPr>
          <a:xfrm>
            <a:off x="7721070" y="3027447"/>
            <a:ext cx="1130320" cy="1222000"/>
            <a:chOff x="2659458" y="1500275"/>
            <a:chExt cx="332261" cy="359232"/>
          </a:xfrm>
        </p:grpSpPr>
        <p:sp>
          <p:nvSpPr>
            <p:cNvPr id="1681" name="Google Shape;1681;p52"/>
            <p:cNvSpPr/>
            <p:nvPr/>
          </p:nvSpPr>
          <p:spPr>
            <a:xfrm>
              <a:off x="2957234" y="1800015"/>
              <a:ext cx="34486" cy="59361"/>
            </a:xfrm>
            <a:custGeom>
              <a:rect b="b" l="l" r="r" t="t"/>
              <a:pathLst>
                <a:path extrusionOk="0" h="2267" w="1317">
                  <a:moveTo>
                    <a:pt x="0" y="1"/>
                  </a:moveTo>
                  <a:lnTo>
                    <a:pt x="248" y="1909"/>
                  </a:lnTo>
                  <a:cubicBezTo>
                    <a:pt x="277" y="2147"/>
                    <a:pt x="465" y="2267"/>
                    <a:pt x="655" y="2267"/>
                  </a:cubicBezTo>
                  <a:cubicBezTo>
                    <a:pt x="844" y="2267"/>
                    <a:pt x="1035" y="2147"/>
                    <a:pt x="1069" y="1909"/>
                  </a:cubicBezTo>
                  <a:lnTo>
                    <a:pt x="1317" y="1"/>
                  </a:lnTo>
                  <a:close/>
                </a:path>
              </a:pathLst>
            </a:custGeom>
            <a:solidFill>
              <a:srgbClr val="95A6B4"/>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2" name="Google Shape;1682;p52"/>
            <p:cNvSpPr/>
            <p:nvPr/>
          </p:nvSpPr>
          <p:spPr>
            <a:xfrm>
              <a:off x="2974463" y="1800015"/>
              <a:ext cx="17256" cy="59492"/>
            </a:xfrm>
            <a:custGeom>
              <a:rect b="b" l="l" r="r" t="t"/>
              <a:pathLst>
                <a:path extrusionOk="0" h="2272" w="659">
                  <a:moveTo>
                    <a:pt x="0" y="1"/>
                  </a:moveTo>
                  <a:lnTo>
                    <a:pt x="0" y="2271"/>
                  </a:lnTo>
                  <a:cubicBezTo>
                    <a:pt x="201" y="2262"/>
                    <a:pt x="382" y="2109"/>
                    <a:pt x="411" y="1909"/>
                  </a:cubicBezTo>
                  <a:lnTo>
                    <a:pt x="659" y="1"/>
                  </a:lnTo>
                  <a:close/>
                </a:path>
              </a:pathLst>
            </a:custGeom>
            <a:solidFill>
              <a:srgbClr val="738A9D"/>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3" name="Google Shape;1683;p52"/>
            <p:cNvSpPr/>
            <p:nvPr/>
          </p:nvSpPr>
          <p:spPr>
            <a:xfrm>
              <a:off x="2659458" y="1500275"/>
              <a:ext cx="266066" cy="358970"/>
            </a:xfrm>
            <a:custGeom>
              <a:rect b="b" l="l" r="r" t="t"/>
              <a:pathLst>
                <a:path extrusionOk="0" h="13709" w="10161">
                  <a:moveTo>
                    <a:pt x="3034" y="0"/>
                  </a:moveTo>
                  <a:lnTo>
                    <a:pt x="1" y="3034"/>
                  </a:lnTo>
                  <a:lnTo>
                    <a:pt x="1" y="13489"/>
                  </a:lnTo>
                  <a:cubicBezTo>
                    <a:pt x="1" y="13613"/>
                    <a:pt x="105" y="13709"/>
                    <a:pt x="220" y="13709"/>
                  </a:cubicBezTo>
                  <a:lnTo>
                    <a:pt x="9941" y="13709"/>
                  </a:lnTo>
                  <a:cubicBezTo>
                    <a:pt x="10065" y="13709"/>
                    <a:pt x="10161" y="13613"/>
                    <a:pt x="10161" y="13489"/>
                  </a:cubicBezTo>
                  <a:lnTo>
                    <a:pt x="10161" y="219"/>
                  </a:lnTo>
                  <a:cubicBezTo>
                    <a:pt x="10161" y="95"/>
                    <a:pt x="10056" y="0"/>
                    <a:pt x="9932" y="0"/>
                  </a:cubicBezTo>
                  <a:close/>
                </a:path>
              </a:pathLst>
            </a:custGeom>
            <a:solidFill>
              <a:schemeClr val="accent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4" name="Google Shape;1684;p52"/>
            <p:cNvSpPr/>
            <p:nvPr/>
          </p:nvSpPr>
          <p:spPr>
            <a:xfrm>
              <a:off x="2659458" y="1500275"/>
              <a:ext cx="92459" cy="92197"/>
            </a:xfrm>
            <a:custGeom>
              <a:rect b="b" l="l" r="r" t="t"/>
              <a:pathLst>
                <a:path extrusionOk="0" h="3521" w="3531">
                  <a:moveTo>
                    <a:pt x="3034" y="0"/>
                  </a:moveTo>
                  <a:lnTo>
                    <a:pt x="1" y="3034"/>
                  </a:lnTo>
                  <a:lnTo>
                    <a:pt x="1" y="3520"/>
                  </a:lnTo>
                  <a:lnTo>
                    <a:pt x="3301" y="3520"/>
                  </a:lnTo>
                  <a:cubicBezTo>
                    <a:pt x="3425" y="3520"/>
                    <a:pt x="3530" y="3425"/>
                    <a:pt x="3530" y="3301"/>
                  </a:cubicBezTo>
                  <a:lnTo>
                    <a:pt x="3530" y="0"/>
                  </a:lnTo>
                  <a:close/>
                </a:path>
              </a:pathLst>
            </a:custGeom>
            <a:solidFill>
              <a:srgbClr val="C8D3DC"/>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5" name="Google Shape;1685;p52"/>
            <p:cNvSpPr/>
            <p:nvPr/>
          </p:nvSpPr>
          <p:spPr>
            <a:xfrm>
              <a:off x="2659458" y="1500275"/>
              <a:ext cx="266066" cy="358970"/>
            </a:xfrm>
            <a:custGeom>
              <a:rect b="b" l="l" r="r" t="t"/>
              <a:pathLst>
                <a:path extrusionOk="0" h="13709" w="10161">
                  <a:moveTo>
                    <a:pt x="9254" y="0"/>
                  </a:moveTo>
                  <a:lnTo>
                    <a:pt x="9254" y="12774"/>
                  </a:lnTo>
                  <a:lnTo>
                    <a:pt x="1" y="12774"/>
                  </a:lnTo>
                  <a:lnTo>
                    <a:pt x="1" y="13489"/>
                  </a:lnTo>
                  <a:cubicBezTo>
                    <a:pt x="1" y="13613"/>
                    <a:pt x="105" y="13709"/>
                    <a:pt x="229" y="13709"/>
                  </a:cubicBezTo>
                  <a:lnTo>
                    <a:pt x="9932" y="13709"/>
                  </a:lnTo>
                  <a:cubicBezTo>
                    <a:pt x="10056" y="13709"/>
                    <a:pt x="10161" y="13613"/>
                    <a:pt x="10161" y="13489"/>
                  </a:cubicBezTo>
                  <a:lnTo>
                    <a:pt x="10161" y="219"/>
                  </a:lnTo>
                  <a:cubicBezTo>
                    <a:pt x="10161" y="95"/>
                    <a:pt x="10056" y="0"/>
                    <a:pt x="9932" y="0"/>
                  </a:cubicBezTo>
                  <a:close/>
                </a:path>
              </a:pathLst>
            </a:custGeom>
            <a:solidFill>
              <a:srgbClr val="C8D3DC"/>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6" name="Google Shape;1686;p52"/>
            <p:cNvSpPr/>
            <p:nvPr/>
          </p:nvSpPr>
          <p:spPr>
            <a:xfrm>
              <a:off x="2659458" y="1500275"/>
              <a:ext cx="79471" cy="79445"/>
            </a:xfrm>
            <a:custGeom>
              <a:rect b="b" l="l" r="r" t="t"/>
              <a:pathLst>
                <a:path extrusionOk="0" h="3034" w="3035">
                  <a:moveTo>
                    <a:pt x="3034" y="0"/>
                  </a:moveTo>
                  <a:lnTo>
                    <a:pt x="1" y="3034"/>
                  </a:lnTo>
                  <a:lnTo>
                    <a:pt x="2815" y="3034"/>
                  </a:lnTo>
                  <a:cubicBezTo>
                    <a:pt x="2939" y="3034"/>
                    <a:pt x="3034" y="2929"/>
                    <a:pt x="3034" y="2814"/>
                  </a:cubicBezTo>
                  <a:lnTo>
                    <a:pt x="3034" y="0"/>
                  </a:lnTo>
                  <a:close/>
                </a:path>
              </a:pathLst>
            </a:custGeom>
            <a:solidFill>
              <a:schemeClr val="dk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7" name="Google Shape;1687;p52"/>
            <p:cNvSpPr/>
            <p:nvPr/>
          </p:nvSpPr>
          <p:spPr>
            <a:xfrm>
              <a:off x="2710414" y="1744817"/>
              <a:ext cx="164154" cy="11024"/>
            </a:xfrm>
            <a:custGeom>
              <a:rect b="b" l="l" r="r" t="t"/>
              <a:pathLst>
                <a:path extrusionOk="0" h="421" w="6269">
                  <a:moveTo>
                    <a:pt x="258" y="1"/>
                  </a:moveTo>
                  <a:cubicBezTo>
                    <a:pt x="1" y="20"/>
                    <a:pt x="1" y="401"/>
                    <a:pt x="258" y="420"/>
                  </a:cubicBezTo>
                  <a:lnTo>
                    <a:pt x="6011" y="420"/>
                  </a:lnTo>
                  <a:cubicBezTo>
                    <a:pt x="6268" y="401"/>
                    <a:pt x="6268" y="20"/>
                    <a:pt x="6011" y="1"/>
                  </a:cubicBezTo>
                  <a:close/>
                </a:path>
              </a:pathLst>
            </a:custGeom>
            <a:solidFill>
              <a:srgbClr val="9BAFBF"/>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8" name="Google Shape;1688;p52"/>
            <p:cNvSpPr/>
            <p:nvPr/>
          </p:nvSpPr>
          <p:spPr>
            <a:xfrm>
              <a:off x="2785853" y="1811013"/>
              <a:ext cx="88715" cy="11024"/>
            </a:xfrm>
            <a:custGeom>
              <a:rect b="b" l="l" r="r" t="t"/>
              <a:pathLst>
                <a:path extrusionOk="0" h="421" w="3388">
                  <a:moveTo>
                    <a:pt x="258" y="1"/>
                  </a:moveTo>
                  <a:cubicBezTo>
                    <a:pt x="1" y="20"/>
                    <a:pt x="1" y="392"/>
                    <a:pt x="258" y="420"/>
                  </a:cubicBezTo>
                  <a:lnTo>
                    <a:pt x="3130" y="420"/>
                  </a:lnTo>
                  <a:cubicBezTo>
                    <a:pt x="3387" y="392"/>
                    <a:pt x="3387" y="20"/>
                    <a:pt x="3130" y="1"/>
                  </a:cubicBezTo>
                  <a:close/>
                </a:path>
              </a:pathLst>
            </a:custGeom>
            <a:solidFill>
              <a:srgbClr val="9BAFBF"/>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89" name="Google Shape;1689;p52"/>
            <p:cNvSpPr/>
            <p:nvPr/>
          </p:nvSpPr>
          <p:spPr>
            <a:xfrm>
              <a:off x="2710414" y="1717349"/>
              <a:ext cx="164154" cy="10998"/>
            </a:xfrm>
            <a:custGeom>
              <a:rect b="b" l="l" r="r" t="t"/>
              <a:pathLst>
                <a:path extrusionOk="0" h="420" w="6269">
                  <a:moveTo>
                    <a:pt x="258" y="0"/>
                  </a:moveTo>
                  <a:cubicBezTo>
                    <a:pt x="1" y="19"/>
                    <a:pt x="1" y="391"/>
                    <a:pt x="258" y="420"/>
                  </a:cubicBezTo>
                  <a:lnTo>
                    <a:pt x="6011" y="420"/>
                  </a:lnTo>
                  <a:cubicBezTo>
                    <a:pt x="6268" y="391"/>
                    <a:pt x="6268" y="19"/>
                    <a:pt x="6011" y="0"/>
                  </a:cubicBezTo>
                  <a:close/>
                </a:path>
              </a:pathLst>
            </a:custGeom>
            <a:solidFill>
              <a:srgbClr val="9BAFBF"/>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0" name="Google Shape;1690;p52"/>
            <p:cNvSpPr/>
            <p:nvPr/>
          </p:nvSpPr>
          <p:spPr>
            <a:xfrm>
              <a:off x="2710414" y="1689855"/>
              <a:ext cx="164154" cy="11024"/>
            </a:xfrm>
            <a:custGeom>
              <a:rect b="b" l="l" r="r" t="t"/>
              <a:pathLst>
                <a:path extrusionOk="0" h="421" w="6269">
                  <a:moveTo>
                    <a:pt x="258" y="1"/>
                  </a:moveTo>
                  <a:cubicBezTo>
                    <a:pt x="1" y="20"/>
                    <a:pt x="1" y="401"/>
                    <a:pt x="258" y="421"/>
                  </a:cubicBezTo>
                  <a:lnTo>
                    <a:pt x="6011" y="421"/>
                  </a:lnTo>
                  <a:cubicBezTo>
                    <a:pt x="6268" y="401"/>
                    <a:pt x="6268" y="20"/>
                    <a:pt x="6011" y="1"/>
                  </a:cubicBezTo>
                  <a:close/>
                </a:path>
              </a:pathLst>
            </a:custGeom>
            <a:solidFill>
              <a:srgbClr val="9BAFBF"/>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1" name="Google Shape;1691;p52"/>
            <p:cNvSpPr/>
            <p:nvPr/>
          </p:nvSpPr>
          <p:spPr>
            <a:xfrm>
              <a:off x="2709576" y="1662360"/>
              <a:ext cx="165830" cy="11050"/>
            </a:xfrm>
            <a:custGeom>
              <a:rect b="b" l="l" r="r" t="t"/>
              <a:pathLst>
                <a:path extrusionOk="0" h="422" w="6333">
                  <a:moveTo>
                    <a:pt x="272" y="1"/>
                  </a:moveTo>
                  <a:cubicBezTo>
                    <a:pt x="0" y="1"/>
                    <a:pt x="0" y="422"/>
                    <a:pt x="272" y="422"/>
                  </a:cubicBezTo>
                  <a:cubicBezTo>
                    <a:pt x="278" y="422"/>
                    <a:pt x="284" y="422"/>
                    <a:pt x="290" y="421"/>
                  </a:cubicBezTo>
                  <a:lnTo>
                    <a:pt x="6043" y="421"/>
                  </a:lnTo>
                  <a:cubicBezTo>
                    <a:pt x="6049" y="422"/>
                    <a:pt x="6055" y="422"/>
                    <a:pt x="6061" y="422"/>
                  </a:cubicBezTo>
                  <a:cubicBezTo>
                    <a:pt x="6333" y="422"/>
                    <a:pt x="6333" y="1"/>
                    <a:pt x="6061" y="1"/>
                  </a:cubicBezTo>
                  <a:cubicBezTo>
                    <a:pt x="6055" y="1"/>
                    <a:pt x="6049" y="1"/>
                    <a:pt x="6043" y="1"/>
                  </a:cubicBezTo>
                  <a:lnTo>
                    <a:pt x="290" y="1"/>
                  </a:lnTo>
                  <a:cubicBezTo>
                    <a:pt x="284" y="1"/>
                    <a:pt x="278" y="1"/>
                    <a:pt x="272" y="1"/>
                  </a:cubicBezTo>
                  <a:close/>
                </a:path>
              </a:pathLst>
            </a:custGeom>
            <a:solidFill>
              <a:srgbClr val="9BAFBF"/>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2" name="Google Shape;1692;p52"/>
            <p:cNvSpPr/>
            <p:nvPr/>
          </p:nvSpPr>
          <p:spPr>
            <a:xfrm>
              <a:off x="2774515" y="1581423"/>
              <a:ext cx="23357" cy="62242"/>
            </a:xfrm>
            <a:custGeom>
              <a:rect b="b" l="l" r="r" t="t"/>
              <a:pathLst>
                <a:path extrusionOk="0" h="2377" w="892">
                  <a:moveTo>
                    <a:pt x="273" y="1"/>
                  </a:moveTo>
                  <a:cubicBezTo>
                    <a:pt x="1" y="1"/>
                    <a:pt x="1" y="422"/>
                    <a:pt x="273" y="422"/>
                  </a:cubicBezTo>
                  <a:cubicBezTo>
                    <a:pt x="279" y="422"/>
                    <a:pt x="285" y="422"/>
                    <a:pt x="291" y="421"/>
                  </a:cubicBezTo>
                  <a:lnTo>
                    <a:pt x="472" y="421"/>
                  </a:lnTo>
                  <a:lnTo>
                    <a:pt x="472" y="2167"/>
                  </a:lnTo>
                  <a:cubicBezTo>
                    <a:pt x="472" y="2282"/>
                    <a:pt x="567" y="2377"/>
                    <a:pt x="682" y="2377"/>
                  </a:cubicBezTo>
                  <a:cubicBezTo>
                    <a:pt x="796" y="2377"/>
                    <a:pt x="892" y="2282"/>
                    <a:pt x="892" y="2167"/>
                  </a:cubicBezTo>
                  <a:lnTo>
                    <a:pt x="892" y="211"/>
                  </a:lnTo>
                  <a:cubicBezTo>
                    <a:pt x="892" y="97"/>
                    <a:pt x="796" y="1"/>
                    <a:pt x="682" y="1"/>
                  </a:cubicBezTo>
                  <a:lnTo>
                    <a:pt x="291" y="1"/>
                  </a:lnTo>
                  <a:cubicBezTo>
                    <a:pt x="285" y="1"/>
                    <a:pt x="279" y="1"/>
                    <a:pt x="273" y="1"/>
                  </a:cubicBezTo>
                  <a:close/>
                </a:path>
              </a:pathLst>
            </a:custGeom>
            <a:solidFill>
              <a:schemeClr val="dk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3" name="Google Shape;1693;p52"/>
            <p:cNvSpPr/>
            <p:nvPr/>
          </p:nvSpPr>
          <p:spPr>
            <a:xfrm>
              <a:off x="2773782" y="1635364"/>
              <a:ext cx="37183" cy="10814"/>
            </a:xfrm>
            <a:custGeom>
              <a:rect b="b" l="l" r="r" t="t"/>
              <a:pathLst>
                <a:path extrusionOk="0" h="413" w="1420">
                  <a:moveTo>
                    <a:pt x="273" y="1"/>
                  </a:moveTo>
                  <a:cubicBezTo>
                    <a:pt x="0" y="1"/>
                    <a:pt x="3" y="413"/>
                    <a:pt x="281" y="413"/>
                  </a:cubicBezTo>
                  <a:cubicBezTo>
                    <a:pt x="287" y="413"/>
                    <a:pt x="293" y="413"/>
                    <a:pt x="300" y="412"/>
                  </a:cubicBezTo>
                  <a:lnTo>
                    <a:pt x="1130" y="412"/>
                  </a:lnTo>
                  <a:cubicBezTo>
                    <a:pt x="1136" y="413"/>
                    <a:pt x="1141" y="413"/>
                    <a:pt x="1147" y="413"/>
                  </a:cubicBezTo>
                  <a:cubicBezTo>
                    <a:pt x="1417" y="413"/>
                    <a:pt x="1419" y="1"/>
                    <a:pt x="1156" y="1"/>
                  </a:cubicBezTo>
                  <a:cubicBezTo>
                    <a:pt x="1147" y="1"/>
                    <a:pt x="1138" y="1"/>
                    <a:pt x="1130" y="2"/>
                  </a:cubicBezTo>
                  <a:lnTo>
                    <a:pt x="300" y="2"/>
                  </a:lnTo>
                  <a:cubicBezTo>
                    <a:pt x="290" y="1"/>
                    <a:pt x="281" y="1"/>
                    <a:pt x="273" y="1"/>
                  </a:cubicBezTo>
                  <a:close/>
                </a:path>
              </a:pathLst>
            </a:custGeom>
            <a:solidFill>
              <a:schemeClr val="dk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4" name="Google Shape;1694;p52"/>
            <p:cNvSpPr/>
            <p:nvPr/>
          </p:nvSpPr>
          <p:spPr>
            <a:xfrm>
              <a:off x="2777866" y="1561103"/>
              <a:ext cx="20005" cy="17125"/>
            </a:xfrm>
            <a:custGeom>
              <a:rect b="b" l="l" r="r" t="t"/>
              <a:pathLst>
                <a:path extrusionOk="0" h="654" w="764">
                  <a:moveTo>
                    <a:pt x="439" y="0"/>
                  </a:moveTo>
                  <a:cubicBezTo>
                    <a:pt x="358" y="0"/>
                    <a:pt x="276" y="31"/>
                    <a:pt x="210" y="100"/>
                  </a:cubicBezTo>
                  <a:cubicBezTo>
                    <a:pt x="0" y="300"/>
                    <a:pt x="153" y="653"/>
                    <a:pt x="439" y="653"/>
                  </a:cubicBezTo>
                  <a:cubicBezTo>
                    <a:pt x="621" y="653"/>
                    <a:pt x="764" y="501"/>
                    <a:pt x="764" y="329"/>
                  </a:cubicBezTo>
                  <a:cubicBezTo>
                    <a:pt x="764" y="130"/>
                    <a:pt x="604" y="0"/>
                    <a:pt x="439" y="0"/>
                  </a:cubicBezTo>
                  <a:close/>
                </a:path>
              </a:pathLst>
            </a:custGeom>
            <a:solidFill>
              <a:schemeClr val="dk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5" name="Google Shape;1695;p52"/>
            <p:cNvSpPr/>
            <p:nvPr/>
          </p:nvSpPr>
          <p:spPr>
            <a:xfrm>
              <a:off x="2957234" y="1582941"/>
              <a:ext cx="34486" cy="229852"/>
            </a:xfrm>
            <a:custGeom>
              <a:rect b="b" l="l" r="r" t="t"/>
              <a:pathLst>
                <a:path extrusionOk="0" h="8778" w="1317">
                  <a:moveTo>
                    <a:pt x="0" y="1"/>
                  </a:moveTo>
                  <a:lnTo>
                    <a:pt x="0" y="8777"/>
                  </a:lnTo>
                  <a:lnTo>
                    <a:pt x="1317" y="8777"/>
                  </a:lnTo>
                  <a:lnTo>
                    <a:pt x="1317" y="1"/>
                  </a:lnTo>
                  <a:close/>
                </a:path>
              </a:pathLst>
            </a:custGeom>
            <a:solidFill>
              <a:srgbClr val="BECBD5"/>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6" name="Google Shape;1696;p52"/>
            <p:cNvSpPr/>
            <p:nvPr/>
          </p:nvSpPr>
          <p:spPr>
            <a:xfrm>
              <a:off x="2974463" y="1582941"/>
              <a:ext cx="17256" cy="229852"/>
            </a:xfrm>
            <a:custGeom>
              <a:rect b="b" l="l" r="r" t="t"/>
              <a:pathLst>
                <a:path extrusionOk="0" h="8778" w="659">
                  <a:moveTo>
                    <a:pt x="0" y="1"/>
                  </a:moveTo>
                  <a:lnTo>
                    <a:pt x="0" y="8777"/>
                  </a:lnTo>
                  <a:lnTo>
                    <a:pt x="659" y="8777"/>
                  </a:lnTo>
                  <a:lnTo>
                    <a:pt x="659" y="1"/>
                  </a:lnTo>
                  <a:close/>
                </a:path>
              </a:pathLst>
            </a:custGeom>
            <a:solidFill>
              <a:schemeClr val="accent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7" name="Google Shape;1697;p52"/>
            <p:cNvSpPr/>
            <p:nvPr/>
          </p:nvSpPr>
          <p:spPr>
            <a:xfrm>
              <a:off x="2957234" y="1550210"/>
              <a:ext cx="34486" cy="40246"/>
            </a:xfrm>
            <a:custGeom>
              <a:rect b="b" l="l" r="r" t="t"/>
              <a:pathLst>
                <a:path extrusionOk="0" h="1537" w="1317">
                  <a:moveTo>
                    <a:pt x="0" y="1"/>
                  </a:moveTo>
                  <a:lnTo>
                    <a:pt x="0" y="1537"/>
                  </a:lnTo>
                  <a:lnTo>
                    <a:pt x="1317" y="1537"/>
                  </a:lnTo>
                  <a:lnTo>
                    <a:pt x="1317" y="1"/>
                  </a:lnTo>
                  <a:close/>
                </a:path>
              </a:pathLst>
            </a:custGeom>
            <a:solidFill>
              <a:srgbClr val="6A7F91"/>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8" name="Google Shape;1698;p52"/>
            <p:cNvSpPr/>
            <p:nvPr/>
          </p:nvSpPr>
          <p:spPr>
            <a:xfrm>
              <a:off x="2974463" y="1550210"/>
              <a:ext cx="17256" cy="40246"/>
            </a:xfrm>
            <a:custGeom>
              <a:rect b="b" l="l" r="r" t="t"/>
              <a:pathLst>
                <a:path extrusionOk="0" h="1537" w="659">
                  <a:moveTo>
                    <a:pt x="0" y="1"/>
                  </a:moveTo>
                  <a:lnTo>
                    <a:pt x="0" y="1537"/>
                  </a:lnTo>
                  <a:lnTo>
                    <a:pt x="659" y="1537"/>
                  </a:lnTo>
                  <a:lnTo>
                    <a:pt x="659" y="1"/>
                  </a:lnTo>
                  <a:close/>
                </a:path>
              </a:pathLst>
            </a:custGeom>
            <a:solidFill>
              <a:srgbClr val="51667B"/>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699" name="Google Shape;1699;p52"/>
            <p:cNvSpPr/>
            <p:nvPr/>
          </p:nvSpPr>
          <p:spPr>
            <a:xfrm>
              <a:off x="2957234" y="1500275"/>
              <a:ext cx="34486" cy="49961"/>
            </a:xfrm>
            <a:custGeom>
              <a:rect b="b" l="l" r="r" t="t"/>
              <a:pathLst>
                <a:path extrusionOk="0" h="1908" w="1317">
                  <a:moveTo>
                    <a:pt x="658" y="0"/>
                  </a:moveTo>
                  <a:cubicBezTo>
                    <a:pt x="296" y="0"/>
                    <a:pt x="0" y="296"/>
                    <a:pt x="0" y="658"/>
                  </a:cubicBezTo>
                  <a:lnTo>
                    <a:pt x="0" y="1908"/>
                  </a:lnTo>
                  <a:lnTo>
                    <a:pt x="1317" y="1908"/>
                  </a:lnTo>
                  <a:lnTo>
                    <a:pt x="1317" y="658"/>
                  </a:lnTo>
                  <a:cubicBezTo>
                    <a:pt x="1317" y="296"/>
                    <a:pt x="1021" y="0"/>
                    <a:pt x="658" y="0"/>
                  </a:cubicBezTo>
                  <a:close/>
                </a:path>
              </a:pathLst>
            </a:custGeom>
            <a:solidFill>
              <a:srgbClr val="95A6B4"/>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sp>
          <p:nvSpPr>
            <p:cNvPr id="1700" name="Google Shape;1700;p52"/>
            <p:cNvSpPr/>
            <p:nvPr/>
          </p:nvSpPr>
          <p:spPr>
            <a:xfrm>
              <a:off x="2974463" y="1500275"/>
              <a:ext cx="17256" cy="49961"/>
            </a:xfrm>
            <a:custGeom>
              <a:rect b="b" l="l" r="r" t="t"/>
              <a:pathLst>
                <a:path extrusionOk="0" h="1908" w="659">
                  <a:moveTo>
                    <a:pt x="0" y="0"/>
                  </a:moveTo>
                  <a:lnTo>
                    <a:pt x="0" y="1908"/>
                  </a:lnTo>
                  <a:lnTo>
                    <a:pt x="659" y="1908"/>
                  </a:lnTo>
                  <a:lnTo>
                    <a:pt x="659" y="658"/>
                  </a:lnTo>
                  <a:cubicBezTo>
                    <a:pt x="659" y="296"/>
                    <a:pt x="363" y="0"/>
                    <a:pt x="0" y="0"/>
                  </a:cubicBezTo>
                  <a:close/>
                </a:path>
              </a:pathLst>
            </a:custGeom>
            <a:solidFill>
              <a:srgbClr val="657E93"/>
            </a:solidFill>
            <a:ln>
              <a:noFill/>
            </a:ln>
          </p:spPr>
          <p:txBody>
            <a:bodyPr anchorCtr="0" anchor="ctr" bIns="311000" lIns="311000" spcFirstLastPara="1" rIns="311000" wrap="square" tIns="311000">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53"/>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Energy Requirements</a:t>
            </a:r>
            <a:endParaRPr/>
          </a:p>
        </p:txBody>
      </p:sp>
      <p:grpSp>
        <p:nvGrpSpPr>
          <p:cNvPr id="1706" name="Google Shape;1706;p53"/>
          <p:cNvGrpSpPr/>
          <p:nvPr/>
        </p:nvGrpSpPr>
        <p:grpSpPr>
          <a:xfrm>
            <a:off x="367297" y="2059021"/>
            <a:ext cx="1225000" cy="576722"/>
            <a:chOff x="835132" y="1750471"/>
            <a:chExt cx="1225000" cy="576722"/>
          </a:xfrm>
        </p:grpSpPr>
        <p:sp>
          <p:nvSpPr>
            <p:cNvPr id="1707" name="Google Shape;1707;p53"/>
            <p:cNvSpPr/>
            <p:nvPr/>
          </p:nvSpPr>
          <p:spPr>
            <a:xfrm>
              <a:off x="840244" y="1926561"/>
              <a:ext cx="300669" cy="37987"/>
            </a:xfrm>
            <a:custGeom>
              <a:rect b="b" l="l" r="r" t="t"/>
              <a:pathLst>
                <a:path extrusionOk="0" h="483" w="3823">
                  <a:moveTo>
                    <a:pt x="0" y="0"/>
                  </a:moveTo>
                  <a:lnTo>
                    <a:pt x="0" y="483"/>
                  </a:lnTo>
                  <a:lnTo>
                    <a:pt x="3822" y="483"/>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3"/>
            <p:cNvSpPr/>
            <p:nvPr/>
          </p:nvSpPr>
          <p:spPr>
            <a:xfrm>
              <a:off x="835132" y="1921449"/>
              <a:ext cx="310107" cy="48211"/>
            </a:xfrm>
            <a:custGeom>
              <a:rect b="b" l="l" r="r" t="t"/>
              <a:pathLst>
                <a:path extrusionOk="0" h="613" w="3943">
                  <a:moveTo>
                    <a:pt x="3822" y="121"/>
                  </a:moveTo>
                  <a:lnTo>
                    <a:pt x="3822" y="492"/>
                  </a:lnTo>
                  <a:lnTo>
                    <a:pt x="121" y="492"/>
                  </a:lnTo>
                  <a:lnTo>
                    <a:pt x="121" y="121"/>
                  </a:lnTo>
                  <a:close/>
                  <a:moveTo>
                    <a:pt x="65" y="0"/>
                  </a:moveTo>
                  <a:cubicBezTo>
                    <a:pt x="28" y="0"/>
                    <a:pt x="0" y="28"/>
                    <a:pt x="0" y="65"/>
                  </a:cubicBezTo>
                  <a:lnTo>
                    <a:pt x="0" y="548"/>
                  </a:lnTo>
                  <a:cubicBezTo>
                    <a:pt x="0" y="566"/>
                    <a:pt x="9" y="585"/>
                    <a:pt x="19" y="594"/>
                  </a:cubicBezTo>
                  <a:cubicBezTo>
                    <a:pt x="28" y="603"/>
                    <a:pt x="47" y="613"/>
                    <a:pt x="65" y="613"/>
                  </a:cubicBezTo>
                  <a:lnTo>
                    <a:pt x="3887" y="613"/>
                  </a:lnTo>
                  <a:cubicBezTo>
                    <a:pt x="3896" y="613"/>
                    <a:pt x="3915" y="603"/>
                    <a:pt x="3924" y="594"/>
                  </a:cubicBezTo>
                  <a:cubicBezTo>
                    <a:pt x="3933" y="585"/>
                    <a:pt x="3943" y="566"/>
                    <a:pt x="3943" y="548"/>
                  </a:cubicBezTo>
                  <a:lnTo>
                    <a:pt x="3943" y="65"/>
                  </a:lnTo>
                  <a:cubicBezTo>
                    <a:pt x="3943" y="28"/>
                    <a:pt x="3915" y="0"/>
                    <a:pt x="38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3"/>
            <p:cNvSpPr/>
            <p:nvPr/>
          </p:nvSpPr>
          <p:spPr>
            <a:xfrm>
              <a:off x="967887" y="201189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3"/>
            <p:cNvSpPr/>
            <p:nvPr/>
          </p:nvSpPr>
          <p:spPr>
            <a:xfrm>
              <a:off x="963483" y="2006780"/>
              <a:ext cx="181754" cy="34369"/>
            </a:xfrm>
            <a:custGeom>
              <a:rect b="b" l="l" r="r" t="t"/>
              <a:pathLst>
                <a:path extrusionOk="0" h="437" w="2311">
                  <a:moveTo>
                    <a:pt x="2190" y="121"/>
                  </a:moveTo>
                  <a:lnTo>
                    <a:pt x="2190" y="325"/>
                  </a:lnTo>
                  <a:lnTo>
                    <a:pt x="112" y="325"/>
                  </a:lnTo>
                  <a:lnTo>
                    <a:pt x="112" y="121"/>
                  </a:lnTo>
                  <a:close/>
                  <a:moveTo>
                    <a:pt x="57" y="1"/>
                  </a:moveTo>
                  <a:cubicBezTo>
                    <a:pt x="38" y="1"/>
                    <a:pt x="29" y="10"/>
                    <a:pt x="19" y="19"/>
                  </a:cubicBezTo>
                  <a:cubicBezTo>
                    <a:pt x="1" y="28"/>
                    <a:pt x="1" y="47"/>
                    <a:pt x="1" y="66"/>
                  </a:cubicBezTo>
                  <a:lnTo>
                    <a:pt x="1" y="381"/>
                  </a:lnTo>
                  <a:cubicBezTo>
                    <a:pt x="1" y="409"/>
                    <a:pt x="29" y="437"/>
                    <a:pt x="57" y="437"/>
                  </a:cubicBezTo>
                  <a:lnTo>
                    <a:pt x="2255" y="437"/>
                  </a:lnTo>
                  <a:cubicBezTo>
                    <a:pt x="2264" y="437"/>
                    <a:pt x="2283" y="427"/>
                    <a:pt x="2292" y="418"/>
                  </a:cubicBezTo>
                  <a:cubicBezTo>
                    <a:pt x="2301" y="409"/>
                    <a:pt x="2311" y="390"/>
                    <a:pt x="2311" y="381"/>
                  </a:cubicBezTo>
                  <a:lnTo>
                    <a:pt x="2311" y="66"/>
                  </a:lnTo>
                  <a:cubicBezTo>
                    <a:pt x="2311" y="28"/>
                    <a:pt x="228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3"/>
            <p:cNvSpPr/>
            <p:nvPr/>
          </p:nvSpPr>
          <p:spPr>
            <a:xfrm>
              <a:off x="967887" y="208338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53"/>
            <p:cNvSpPr/>
            <p:nvPr/>
          </p:nvSpPr>
          <p:spPr>
            <a:xfrm>
              <a:off x="963483" y="2079057"/>
              <a:ext cx="181754" cy="34369"/>
            </a:xfrm>
            <a:custGeom>
              <a:rect b="b" l="l" r="r" t="t"/>
              <a:pathLst>
                <a:path extrusionOk="0" h="437" w="2311">
                  <a:moveTo>
                    <a:pt x="2190" y="111"/>
                  </a:moveTo>
                  <a:lnTo>
                    <a:pt x="2190" y="315"/>
                  </a:lnTo>
                  <a:lnTo>
                    <a:pt x="112" y="315"/>
                  </a:lnTo>
                  <a:lnTo>
                    <a:pt x="112" y="111"/>
                  </a:lnTo>
                  <a:close/>
                  <a:moveTo>
                    <a:pt x="57" y="0"/>
                  </a:moveTo>
                  <a:cubicBezTo>
                    <a:pt x="29" y="0"/>
                    <a:pt x="1" y="28"/>
                    <a:pt x="1" y="56"/>
                  </a:cubicBezTo>
                  <a:lnTo>
                    <a:pt x="1" y="371"/>
                  </a:lnTo>
                  <a:cubicBezTo>
                    <a:pt x="1" y="390"/>
                    <a:pt x="10" y="408"/>
                    <a:pt x="19" y="418"/>
                  </a:cubicBezTo>
                  <a:cubicBezTo>
                    <a:pt x="29" y="427"/>
                    <a:pt x="38" y="436"/>
                    <a:pt x="57" y="436"/>
                  </a:cubicBezTo>
                  <a:lnTo>
                    <a:pt x="2255" y="436"/>
                  </a:lnTo>
                  <a:cubicBezTo>
                    <a:pt x="2283" y="436"/>
                    <a:pt x="2311" y="408"/>
                    <a:pt x="2311" y="371"/>
                  </a:cubicBezTo>
                  <a:lnTo>
                    <a:pt x="2311" y="56"/>
                  </a:lnTo>
                  <a:cubicBezTo>
                    <a:pt x="2311" y="37"/>
                    <a:pt x="2301" y="28"/>
                    <a:pt x="2292" y="19"/>
                  </a:cubicBezTo>
                  <a:cubicBezTo>
                    <a:pt x="2283" y="0"/>
                    <a:pt x="2264"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53"/>
            <p:cNvSpPr/>
            <p:nvPr/>
          </p:nvSpPr>
          <p:spPr>
            <a:xfrm>
              <a:off x="1724468" y="2138277"/>
              <a:ext cx="302164" cy="134880"/>
            </a:xfrm>
            <a:custGeom>
              <a:rect b="b" l="l" r="r" t="t"/>
              <a:pathLst>
                <a:path extrusionOk="0" h="1715" w="3842">
                  <a:moveTo>
                    <a:pt x="69" y="0"/>
                  </a:moveTo>
                  <a:cubicBezTo>
                    <a:pt x="47" y="0"/>
                    <a:pt x="26" y="16"/>
                    <a:pt x="19" y="36"/>
                  </a:cubicBezTo>
                  <a:cubicBezTo>
                    <a:pt x="0" y="63"/>
                    <a:pt x="19" y="101"/>
                    <a:pt x="47" y="110"/>
                  </a:cubicBezTo>
                  <a:lnTo>
                    <a:pt x="3758" y="1705"/>
                  </a:lnTo>
                  <a:cubicBezTo>
                    <a:pt x="3758" y="1715"/>
                    <a:pt x="3767" y="1715"/>
                    <a:pt x="3776" y="1715"/>
                  </a:cubicBezTo>
                  <a:cubicBezTo>
                    <a:pt x="3804" y="1715"/>
                    <a:pt x="3822" y="1696"/>
                    <a:pt x="3832" y="1678"/>
                  </a:cubicBezTo>
                  <a:cubicBezTo>
                    <a:pt x="3841" y="1650"/>
                    <a:pt x="3832" y="1613"/>
                    <a:pt x="3804" y="1603"/>
                  </a:cubicBezTo>
                  <a:lnTo>
                    <a:pt x="93" y="8"/>
                  </a:lnTo>
                  <a:cubicBezTo>
                    <a:pt x="85" y="3"/>
                    <a:pt x="77"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53"/>
            <p:cNvSpPr/>
            <p:nvPr/>
          </p:nvSpPr>
          <p:spPr>
            <a:xfrm>
              <a:off x="2007517" y="2249012"/>
              <a:ext cx="47503" cy="47503"/>
            </a:xfrm>
            <a:custGeom>
              <a:rect b="b" l="l" r="r" t="t"/>
              <a:pathLst>
                <a:path extrusionOk="0" h="604" w="604">
                  <a:moveTo>
                    <a:pt x="437" y="1"/>
                  </a:moveTo>
                  <a:lnTo>
                    <a:pt x="1" y="158"/>
                  </a:lnTo>
                  <a:lnTo>
                    <a:pt x="159" y="603"/>
                  </a:lnTo>
                  <a:lnTo>
                    <a:pt x="604" y="446"/>
                  </a:lnTo>
                  <a:lnTo>
                    <a:pt x="4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53"/>
            <p:cNvSpPr/>
            <p:nvPr/>
          </p:nvSpPr>
          <p:spPr>
            <a:xfrm>
              <a:off x="2002405" y="2244844"/>
              <a:ext cx="57727" cy="56783"/>
            </a:xfrm>
            <a:custGeom>
              <a:rect b="b" l="l" r="r" t="t"/>
              <a:pathLst>
                <a:path extrusionOk="0" h="722" w="734">
                  <a:moveTo>
                    <a:pt x="474" y="137"/>
                  </a:moveTo>
                  <a:lnTo>
                    <a:pt x="595" y="471"/>
                  </a:lnTo>
                  <a:lnTo>
                    <a:pt x="261" y="592"/>
                  </a:lnTo>
                  <a:lnTo>
                    <a:pt x="140" y="258"/>
                  </a:lnTo>
                  <a:lnTo>
                    <a:pt x="474" y="137"/>
                  </a:lnTo>
                  <a:close/>
                  <a:moveTo>
                    <a:pt x="510" y="0"/>
                  </a:moveTo>
                  <a:cubicBezTo>
                    <a:pt x="502" y="0"/>
                    <a:pt x="493" y="2"/>
                    <a:pt x="483" y="7"/>
                  </a:cubicBezTo>
                  <a:lnTo>
                    <a:pt x="47" y="165"/>
                  </a:lnTo>
                  <a:cubicBezTo>
                    <a:pt x="29" y="174"/>
                    <a:pt x="19" y="183"/>
                    <a:pt x="10" y="193"/>
                  </a:cubicBezTo>
                  <a:cubicBezTo>
                    <a:pt x="1" y="211"/>
                    <a:pt x="1" y="230"/>
                    <a:pt x="10" y="239"/>
                  </a:cubicBezTo>
                  <a:lnTo>
                    <a:pt x="168" y="684"/>
                  </a:lnTo>
                  <a:cubicBezTo>
                    <a:pt x="177" y="703"/>
                    <a:pt x="205" y="721"/>
                    <a:pt x="224" y="721"/>
                  </a:cubicBezTo>
                  <a:lnTo>
                    <a:pt x="242" y="721"/>
                  </a:lnTo>
                  <a:lnTo>
                    <a:pt x="687" y="554"/>
                  </a:lnTo>
                  <a:cubicBezTo>
                    <a:pt x="715" y="545"/>
                    <a:pt x="734" y="508"/>
                    <a:pt x="724" y="480"/>
                  </a:cubicBezTo>
                  <a:lnTo>
                    <a:pt x="567" y="35"/>
                  </a:lnTo>
                  <a:cubicBezTo>
                    <a:pt x="557" y="26"/>
                    <a:pt x="548" y="16"/>
                    <a:pt x="530" y="7"/>
                  </a:cubicBezTo>
                  <a:cubicBezTo>
                    <a:pt x="525" y="2"/>
                    <a:pt x="518"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53"/>
            <p:cNvSpPr/>
            <p:nvPr/>
          </p:nvSpPr>
          <p:spPr>
            <a:xfrm>
              <a:off x="1161987" y="1777525"/>
              <a:ext cx="583722" cy="544791"/>
            </a:xfrm>
            <a:custGeom>
              <a:rect b="b" l="l" r="r" t="t"/>
              <a:pathLst>
                <a:path extrusionOk="0" h="6927" w="7422">
                  <a:moveTo>
                    <a:pt x="3708" y="0"/>
                  </a:moveTo>
                  <a:cubicBezTo>
                    <a:pt x="3534" y="0"/>
                    <a:pt x="3359" y="13"/>
                    <a:pt x="3182" y="40"/>
                  </a:cubicBezTo>
                  <a:cubicBezTo>
                    <a:pt x="1290" y="327"/>
                    <a:pt x="0" y="2099"/>
                    <a:pt x="288" y="3992"/>
                  </a:cubicBezTo>
                  <a:cubicBezTo>
                    <a:pt x="548" y="5706"/>
                    <a:pt x="2027" y="6926"/>
                    <a:pt x="3704" y="6926"/>
                  </a:cubicBezTo>
                  <a:cubicBezTo>
                    <a:pt x="3878" y="6926"/>
                    <a:pt x="4053" y="6913"/>
                    <a:pt x="4230" y="6886"/>
                  </a:cubicBezTo>
                  <a:cubicBezTo>
                    <a:pt x="6123" y="6598"/>
                    <a:pt x="7421" y="4827"/>
                    <a:pt x="7134" y="2943"/>
                  </a:cubicBezTo>
                  <a:cubicBezTo>
                    <a:pt x="6873" y="1228"/>
                    <a:pt x="5392" y="0"/>
                    <a:pt x="37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53"/>
            <p:cNvSpPr/>
            <p:nvPr/>
          </p:nvSpPr>
          <p:spPr>
            <a:xfrm>
              <a:off x="1168515" y="1772964"/>
              <a:ext cx="582306" cy="554229"/>
            </a:xfrm>
            <a:custGeom>
              <a:rect b="b" l="l" r="r" t="t"/>
              <a:pathLst>
                <a:path extrusionOk="0" h="7047" w="7404">
                  <a:moveTo>
                    <a:pt x="3628" y="116"/>
                  </a:moveTo>
                  <a:cubicBezTo>
                    <a:pt x="5279" y="116"/>
                    <a:pt x="6736" y="1322"/>
                    <a:pt x="6995" y="3001"/>
                  </a:cubicBezTo>
                  <a:cubicBezTo>
                    <a:pt x="7274" y="4857"/>
                    <a:pt x="6003" y="6601"/>
                    <a:pt x="4147" y="6888"/>
                  </a:cubicBezTo>
                  <a:cubicBezTo>
                    <a:pt x="3971" y="6916"/>
                    <a:pt x="3796" y="6929"/>
                    <a:pt x="3623" y="6929"/>
                  </a:cubicBezTo>
                  <a:cubicBezTo>
                    <a:pt x="1968" y="6929"/>
                    <a:pt x="521" y="5720"/>
                    <a:pt x="260" y="4040"/>
                  </a:cubicBezTo>
                  <a:cubicBezTo>
                    <a:pt x="121" y="3141"/>
                    <a:pt x="344" y="2241"/>
                    <a:pt x="882" y="1508"/>
                  </a:cubicBezTo>
                  <a:cubicBezTo>
                    <a:pt x="1420" y="775"/>
                    <a:pt x="2208" y="293"/>
                    <a:pt x="3108" y="154"/>
                  </a:cubicBezTo>
                  <a:cubicBezTo>
                    <a:pt x="3285" y="126"/>
                    <a:pt x="3461" y="116"/>
                    <a:pt x="3628" y="116"/>
                  </a:cubicBezTo>
                  <a:close/>
                  <a:moveTo>
                    <a:pt x="3628" y="1"/>
                  </a:moveTo>
                  <a:cubicBezTo>
                    <a:pt x="3451" y="1"/>
                    <a:pt x="3271" y="14"/>
                    <a:pt x="3090" y="42"/>
                  </a:cubicBezTo>
                  <a:cubicBezTo>
                    <a:pt x="2162" y="181"/>
                    <a:pt x="1346" y="682"/>
                    <a:pt x="789" y="1443"/>
                  </a:cubicBezTo>
                  <a:cubicBezTo>
                    <a:pt x="233" y="2194"/>
                    <a:pt x="1" y="3131"/>
                    <a:pt x="149" y="4059"/>
                  </a:cubicBezTo>
                  <a:cubicBezTo>
                    <a:pt x="409" y="5794"/>
                    <a:pt x="1912" y="7046"/>
                    <a:pt x="3628" y="7046"/>
                  </a:cubicBezTo>
                  <a:cubicBezTo>
                    <a:pt x="3804" y="7046"/>
                    <a:pt x="3980" y="7028"/>
                    <a:pt x="4157" y="7000"/>
                  </a:cubicBezTo>
                  <a:cubicBezTo>
                    <a:pt x="6077" y="6712"/>
                    <a:pt x="7403" y="4912"/>
                    <a:pt x="7107" y="2992"/>
                  </a:cubicBezTo>
                  <a:cubicBezTo>
                    <a:pt x="6838" y="1253"/>
                    <a:pt x="5336" y="1"/>
                    <a:pt x="3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53"/>
            <p:cNvSpPr/>
            <p:nvPr/>
          </p:nvSpPr>
          <p:spPr>
            <a:xfrm>
              <a:off x="1170717" y="1754875"/>
              <a:ext cx="620214" cy="545027"/>
            </a:xfrm>
            <a:custGeom>
              <a:rect b="b" l="l" r="r" t="t"/>
              <a:pathLst>
                <a:path extrusionOk="0" h="6930" w="7886">
                  <a:moveTo>
                    <a:pt x="3951" y="0"/>
                  </a:moveTo>
                  <a:cubicBezTo>
                    <a:pt x="2835" y="0"/>
                    <a:pt x="1737" y="541"/>
                    <a:pt x="1067" y="1543"/>
                  </a:cubicBezTo>
                  <a:cubicBezTo>
                    <a:pt x="0" y="3129"/>
                    <a:pt x="427" y="5282"/>
                    <a:pt x="2014" y="6348"/>
                  </a:cubicBezTo>
                  <a:cubicBezTo>
                    <a:pt x="2606" y="6741"/>
                    <a:pt x="3275" y="6929"/>
                    <a:pt x="3937" y="6929"/>
                  </a:cubicBezTo>
                  <a:cubicBezTo>
                    <a:pt x="5057" y="6929"/>
                    <a:pt x="6154" y="6390"/>
                    <a:pt x="6819" y="5393"/>
                  </a:cubicBezTo>
                  <a:cubicBezTo>
                    <a:pt x="7886" y="3807"/>
                    <a:pt x="7459" y="1654"/>
                    <a:pt x="5873" y="588"/>
                  </a:cubicBezTo>
                  <a:cubicBezTo>
                    <a:pt x="5282" y="191"/>
                    <a:pt x="4613" y="0"/>
                    <a:pt x="39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53"/>
            <p:cNvSpPr/>
            <p:nvPr/>
          </p:nvSpPr>
          <p:spPr>
            <a:xfrm>
              <a:off x="1184559" y="1750471"/>
              <a:ext cx="593238" cy="554072"/>
            </a:xfrm>
            <a:custGeom>
              <a:rect b="b" l="l" r="r" t="t"/>
              <a:pathLst>
                <a:path extrusionOk="0" h="7045" w="7543">
                  <a:moveTo>
                    <a:pt x="3776" y="115"/>
                  </a:moveTo>
                  <a:cubicBezTo>
                    <a:pt x="4500" y="115"/>
                    <a:pt x="5196" y="347"/>
                    <a:pt x="5789" y="774"/>
                  </a:cubicBezTo>
                  <a:cubicBezTo>
                    <a:pt x="6522" y="1312"/>
                    <a:pt x="6995" y="2109"/>
                    <a:pt x="7134" y="3009"/>
                  </a:cubicBezTo>
                  <a:cubicBezTo>
                    <a:pt x="7422" y="4865"/>
                    <a:pt x="6142" y="6599"/>
                    <a:pt x="4287" y="6887"/>
                  </a:cubicBezTo>
                  <a:cubicBezTo>
                    <a:pt x="4111" y="6914"/>
                    <a:pt x="3936" y="6927"/>
                    <a:pt x="3762" y="6927"/>
                  </a:cubicBezTo>
                  <a:cubicBezTo>
                    <a:pt x="3043" y="6927"/>
                    <a:pt x="2344" y="6699"/>
                    <a:pt x="1754" y="6265"/>
                  </a:cubicBezTo>
                  <a:cubicBezTo>
                    <a:pt x="1021" y="5727"/>
                    <a:pt x="548" y="4939"/>
                    <a:pt x="409" y="4039"/>
                  </a:cubicBezTo>
                  <a:cubicBezTo>
                    <a:pt x="121" y="2184"/>
                    <a:pt x="1401" y="440"/>
                    <a:pt x="3257" y="161"/>
                  </a:cubicBezTo>
                  <a:cubicBezTo>
                    <a:pt x="3433" y="133"/>
                    <a:pt x="3609" y="115"/>
                    <a:pt x="3776" y="115"/>
                  </a:cubicBezTo>
                  <a:close/>
                  <a:moveTo>
                    <a:pt x="3776" y="0"/>
                  </a:moveTo>
                  <a:cubicBezTo>
                    <a:pt x="3598" y="0"/>
                    <a:pt x="3418" y="14"/>
                    <a:pt x="3238" y="41"/>
                  </a:cubicBezTo>
                  <a:cubicBezTo>
                    <a:pt x="1318" y="338"/>
                    <a:pt x="1" y="2137"/>
                    <a:pt x="288" y="4057"/>
                  </a:cubicBezTo>
                  <a:cubicBezTo>
                    <a:pt x="437" y="4985"/>
                    <a:pt x="928" y="5801"/>
                    <a:pt x="1689" y="6358"/>
                  </a:cubicBezTo>
                  <a:cubicBezTo>
                    <a:pt x="2301" y="6813"/>
                    <a:pt x="3025" y="7045"/>
                    <a:pt x="3767" y="7045"/>
                  </a:cubicBezTo>
                  <a:cubicBezTo>
                    <a:pt x="3943" y="7045"/>
                    <a:pt x="4129" y="7035"/>
                    <a:pt x="4305" y="6998"/>
                  </a:cubicBezTo>
                  <a:cubicBezTo>
                    <a:pt x="6225" y="6711"/>
                    <a:pt x="7543" y="4911"/>
                    <a:pt x="7255" y="2991"/>
                  </a:cubicBezTo>
                  <a:cubicBezTo>
                    <a:pt x="7107" y="2054"/>
                    <a:pt x="6615" y="1237"/>
                    <a:pt x="5854" y="681"/>
                  </a:cubicBezTo>
                  <a:cubicBezTo>
                    <a:pt x="5241" y="232"/>
                    <a:pt x="4519" y="0"/>
                    <a:pt x="37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53"/>
            <p:cNvSpPr/>
            <p:nvPr/>
          </p:nvSpPr>
          <p:spPr>
            <a:xfrm>
              <a:off x="1571972" y="1801985"/>
              <a:ext cx="132836" cy="133386"/>
            </a:xfrm>
            <a:custGeom>
              <a:rect b="b" l="l" r="r" t="t"/>
              <a:pathLst>
                <a:path extrusionOk="0" h="1696" w="1689">
                  <a:moveTo>
                    <a:pt x="99" y="0"/>
                  </a:moveTo>
                  <a:cubicBezTo>
                    <a:pt x="67" y="0"/>
                    <a:pt x="33" y="19"/>
                    <a:pt x="19" y="54"/>
                  </a:cubicBezTo>
                  <a:cubicBezTo>
                    <a:pt x="1" y="91"/>
                    <a:pt x="19" y="146"/>
                    <a:pt x="56" y="165"/>
                  </a:cubicBezTo>
                  <a:cubicBezTo>
                    <a:pt x="706" y="462"/>
                    <a:pt x="1216" y="991"/>
                    <a:pt x="1503" y="1640"/>
                  </a:cubicBezTo>
                  <a:cubicBezTo>
                    <a:pt x="1522" y="1677"/>
                    <a:pt x="1550" y="1696"/>
                    <a:pt x="1587" y="1696"/>
                  </a:cubicBezTo>
                  <a:cubicBezTo>
                    <a:pt x="1596" y="1696"/>
                    <a:pt x="1615" y="1696"/>
                    <a:pt x="1624" y="1686"/>
                  </a:cubicBezTo>
                  <a:cubicBezTo>
                    <a:pt x="1670" y="1668"/>
                    <a:pt x="1689" y="1612"/>
                    <a:pt x="1670" y="1575"/>
                  </a:cubicBezTo>
                  <a:cubicBezTo>
                    <a:pt x="1364" y="879"/>
                    <a:pt x="817" y="323"/>
                    <a:pt x="131" y="7"/>
                  </a:cubicBezTo>
                  <a:cubicBezTo>
                    <a:pt x="121" y="2"/>
                    <a:pt x="110" y="0"/>
                    <a:pt x="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53"/>
            <p:cNvSpPr/>
            <p:nvPr/>
          </p:nvSpPr>
          <p:spPr>
            <a:xfrm>
              <a:off x="1333437" y="1933088"/>
              <a:ext cx="144475" cy="248133"/>
            </a:xfrm>
            <a:custGeom>
              <a:rect b="b" l="l" r="r" t="t"/>
              <a:pathLst>
                <a:path extrusionOk="0" h="3155" w="1837">
                  <a:moveTo>
                    <a:pt x="0" y="1"/>
                  </a:moveTo>
                  <a:lnTo>
                    <a:pt x="0" y="2440"/>
                  </a:lnTo>
                  <a:lnTo>
                    <a:pt x="1837" y="3155"/>
                  </a:lnTo>
                  <a:lnTo>
                    <a:pt x="1837" y="75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53"/>
            <p:cNvSpPr/>
            <p:nvPr/>
          </p:nvSpPr>
          <p:spPr>
            <a:xfrm>
              <a:off x="1329033" y="1928763"/>
              <a:ext cx="153992" cy="256863"/>
            </a:xfrm>
            <a:custGeom>
              <a:rect b="b" l="l" r="r" t="t"/>
              <a:pathLst>
                <a:path extrusionOk="0" h="3266" w="1958">
                  <a:moveTo>
                    <a:pt x="112" y="139"/>
                  </a:moveTo>
                  <a:lnTo>
                    <a:pt x="1837" y="844"/>
                  </a:lnTo>
                  <a:lnTo>
                    <a:pt x="1837" y="3117"/>
                  </a:lnTo>
                  <a:lnTo>
                    <a:pt x="112" y="2458"/>
                  </a:lnTo>
                  <a:lnTo>
                    <a:pt x="112" y="139"/>
                  </a:lnTo>
                  <a:close/>
                  <a:moveTo>
                    <a:pt x="75" y="0"/>
                  </a:moveTo>
                  <a:cubicBezTo>
                    <a:pt x="56" y="0"/>
                    <a:pt x="38" y="0"/>
                    <a:pt x="28" y="9"/>
                  </a:cubicBezTo>
                  <a:cubicBezTo>
                    <a:pt x="10" y="19"/>
                    <a:pt x="1" y="37"/>
                    <a:pt x="1" y="56"/>
                  </a:cubicBezTo>
                  <a:lnTo>
                    <a:pt x="1" y="2495"/>
                  </a:lnTo>
                  <a:cubicBezTo>
                    <a:pt x="1" y="2523"/>
                    <a:pt x="10" y="2551"/>
                    <a:pt x="38" y="2551"/>
                  </a:cubicBezTo>
                  <a:lnTo>
                    <a:pt x="1874" y="3256"/>
                  </a:lnTo>
                  <a:cubicBezTo>
                    <a:pt x="1884" y="3265"/>
                    <a:pt x="1893" y="3265"/>
                    <a:pt x="1902" y="3265"/>
                  </a:cubicBezTo>
                  <a:cubicBezTo>
                    <a:pt x="1912" y="3265"/>
                    <a:pt x="1921" y="3256"/>
                    <a:pt x="1930" y="3256"/>
                  </a:cubicBezTo>
                  <a:cubicBezTo>
                    <a:pt x="1949" y="3247"/>
                    <a:pt x="1958" y="3228"/>
                    <a:pt x="1958" y="3210"/>
                  </a:cubicBezTo>
                  <a:lnTo>
                    <a:pt x="1958" y="807"/>
                  </a:lnTo>
                  <a:cubicBezTo>
                    <a:pt x="1958" y="779"/>
                    <a:pt x="1939" y="761"/>
                    <a:pt x="1921" y="751"/>
                  </a:cubicBezTo>
                  <a:lnTo>
                    <a:pt x="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53"/>
            <p:cNvSpPr/>
            <p:nvPr/>
          </p:nvSpPr>
          <p:spPr>
            <a:xfrm>
              <a:off x="1477832" y="1933088"/>
              <a:ext cx="145262" cy="248133"/>
            </a:xfrm>
            <a:custGeom>
              <a:rect b="b" l="l" r="r" t="t"/>
              <a:pathLst>
                <a:path extrusionOk="0" h="3155" w="1847">
                  <a:moveTo>
                    <a:pt x="1847" y="1"/>
                  </a:moveTo>
                  <a:lnTo>
                    <a:pt x="1" y="752"/>
                  </a:lnTo>
                  <a:lnTo>
                    <a:pt x="1" y="3155"/>
                  </a:lnTo>
                  <a:lnTo>
                    <a:pt x="1847" y="2440"/>
                  </a:lnTo>
                  <a:lnTo>
                    <a:pt x="18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53"/>
            <p:cNvSpPr/>
            <p:nvPr/>
          </p:nvSpPr>
          <p:spPr>
            <a:xfrm>
              <a:off x="1473507" y="1928763"/>
              <a:ext cx="153992" cy="256863"/>
            </a:xfrm>
            <a:custGeom>
              <a:rect b="b" l="l" r="r" t="t"/>
              <a:pathLst>
                <a:path extrusionOk="0" h="3266" w="1958">
                  <a:moveTo>
                    <a:pt x="1846" y="139"/>
                  </a:moveTo>
                  <a:lnTo>
                    <a:pt x="1846" y="2458"/>
                  </a:lnTo>
                  <a:lnTo>
                    <a:pt x="121" y="3117"/>
                  </a:lnTo>
                  <a:lnTo>
                    <a:pt x="121" y="844"/>
                  </a:lnTo>
                  <a:lnTo>
                    <a:pt x="1846" y="139"/>
                  </a:lnTo>
                  <a:close/>
                  <a:moveTo>
                    <a:pt x="1883" y="0"/>
                  </a:moveTo>
                  <a:lnTo>
                    <a:pt x="37" y="751"/>
                  </a:lnTo>
                  <a:cubicBezTo>
                    <a:pt x="19" y="761"/>
                    <a:pt x="0" y="779"/>
                    <a:pt x="0" y="807"/>
                  </a:cubicBezTo>
                  <a:lnTo>
                    <a:pt x="0" y="3210"/>
                  </a:lnTo>
                  <a:cubicBezTo>
                    <a:pt x="0" y="3228"/>
                    <a:pt x="10" y="3247"/>
                    <a:pt x="28" y="3256"/>
                  </a:cubicBezTo>
                  <a:cubicBezTo>
                    <a:pt x="37" y="3256"/>
                    <a:pt x="47" y="3265"/>
                    <a:pt x="65" y="3265"/>
                  </a:cubicBezTo>
                  <a:cubicBezTo>
                    <a:pt x="65" y="3265"/>
                    <a:pt x="75" y="3265"/>
                    <a:pt x="84" y="3256"/>
                  </a:cubicBezTo>
                  <a:lnTo>
                    <a:pt x="1921" y="2551"/>
                  </a:lnTo>
                  <a:cubicBezTo>
                    <a:pt x="1948" y="2542"/>
                    <a:pt x="1958" y="2523"/>
                    <a:pt x="1958" y="2495"/>
                  </a:cubicBezTo>
                  <a:lnTo>
                    <a:pt x="1958" y="56"/>
                  </a:lnTo>
                  <a:cubicBezTo>
                    <a:pt x="1958" y="37"/>
                    <a:pt x="1948" y="19"/>
                    <a:pt x="1939" y="9"/>
                  </a:cubicBezTo>
                  <a:cubicBezTo>
                    <a:pt x="1921" y="0"/>
                    <a:pt x="1902" y="0"/>
                    <a:pt x="18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53"/>
            <p:cNvSpPr/>
            <p:nvPr/>
          </p:nvSpPr>
          <p:spPr>
            <a:xfrm>
              <a:off x="1534772" y="1955739"/>
              <a:ext cx="32167" cy="54817"/>
            </a:xfrm>
            <a:custGeom>
              <a:rect b="b" l="l" r="r" t="t"/>
              <a:pathLst>
                <a:path extrusionOk="0" h="697" w="409">
                  <a:moveTo>
                    <a:pt x="409" y="0"/>
                  </a:moveTo>
                  <a:lnTo>
                    <a:pt x="1" y="167"/>
                  </a:lnTo>
                  <a:lnTo>
                    <a:pt x="1" y="696"/>
                  </a:lnTo>
                  <a:lnTo>
                    <a:pt x="409" y="538"/>
                  </a:lnTo>
                  <a:lnTo>
                    <a:pt x="4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53"/>
            <p:cNvSpPr/>
            <p:nvPr/>
          </p:nvSpPr>
          <p:spPr>
            <a:xfrm>
              <a:off x="1530368" y="1951020"/>
              <a:ext cx="40975" cy="63862"/>
            </a:xfrm>
            <a:custGeom>
              <a:rect b="b" l="l" r="r" t="t"/>
              <a:pathLst>
                <a:path extrusionOk="0" h="812" w="521">
                  <a:moveTo>
                    <a:pt x="409" y="144"/>
                  </a:moveTo>
                  <a:lnTo>
                    <a:pt x="409" y="561"/>
                  </a:lnTo>
                  <a:lnTo>
                    <a:pt x="112" y="673"/>
                  </a:lnTo>
                  <a:lnTo>
                    <a:pt x="112" y="264"/>
                  </a:lnTo>
                  <a:lnTo>
                    <a:pt x="409" y="144"/>
                  </a:lnTo>
                  <a:close/>
                  <a:moveTo>
                    <a:pt x="455" y="1"/>
                  </a:moveTo>
                  <a:cubicBezTo>
                    <a:pt x="449" y="1"/>
                    <a:pt x="442" y="2"/>
                    <a:pt x="437" y="5"/>
                  </a:cubicBezTo>
                  <a:lnTo>
                    <a:pt x="29" y="172"/>
                  </a:lnTo>
                  <a:cubicBezTo>
                    <a:pt x="10" y="181"/>
                    <a:pt x="1" y="199"/>
                    <a:pt x="1" y="227"/>
                  </a:cubicBezTo>
                  <a:lnTo>
                    <a:pt x="1" y="756"/>
                  </a:lnTo>
                  <a:cubicBezTo>
                    <a:pt x="1" y="775"/>
                    <a:pt x="10" y="793"/>
                    <a:pt x="19" y="802"/>
                  </a:cubicBezTo>
                  <a:cubicBezTo>
                    <a:pt x="29" y="812"/>
                    <a:pt x="47" y="812"/>
                    <a:pt x="57" y="812"/>
                  </a:cubicBezTo>
                  <a:lnTo>
                    <a:pt x="75" y="812"/>
                  </a:lnTo>
                  <a:lnTo>
                    <a:pt x="483" y="654"/>
                  </a:lnTo>
                  <a:cubicBezTo>
                    <a:pt x="502" y="645"/>
                    <a:pt x="520" y="626"/>
                    <a:pt x="520" y="598"/>
                  </a:cubicBezTo>
                  <a:lnTo>
                    <a:pt x="520" y="60"/>
                  </a:lnTo>
                  <a:cubicBezTo>
                    <a:pt x="520" y="42"/>
                    <a:pt x="511" y="23"/>
                    <a:pt x="493" y="14"/>
                  </a:cubicBezTo>
                  <a:cubicBezTo>
                    <a:pt x="486" y="7"/>
                    <a:pt x="470" y="1"/>
                    <a:pt x="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53"/>
            <p:cNvSpPr/>
            <p:nvPr/>
          </p:nvSpPr>
          <p:spPr>
            <a:xfrm>
              <a:off x="1333437" y="1874733"/>
              <a:ext cx="289659" cy="117578"/>
            </a:xfrm>
            <a:custGeom>
              <a:rect b="b" l="l" r="r" t="t"/>
              <a:pathLst>
                <a:path extrusionOk="0" h="1495" w="3683">
                  <a:moveTo>
                    <a:pt x="1837" y="1"/>
                  </a:moveTo>
                  <a:lnTo>
                    <a:pt x="0" y="743"/>
                  </a:lnTo>
                  <a:lnTo>
                    <a:pt x="1837" y="1494"/>
                  </a:lnTo>
                  <a:lnTo>
                    <a:pt x="3683" y="743"/>
                  </a:lnTo>
                  <a:lnTo>
                    <a:pt x="18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53"/>
            <p:cNvSpPr/>
            <p:nvPr/>
          </p:nvSpPr>
          <p:spPr>
            <a:xfrm>
              <a:off x="1329033" y="1870328"/>
              <a:ext cx="298467" cy="126308"/>
            </a:xfrm>
            <a:custGeom>
              <a:rect b="b" l="l" r="r" t="t"/>
              <a:pathLst>
                <a:path extrusionOk="0" h="1606" w="3795">
                  <a:moveTo>
                    <a:pt x="1902" y="122"/>
                  </a:moveTo>
                  <a:lnTo>
                    <a:pt x="3581" y="799"/>
                  </a:lnTo>
                  <a:lnTo>
                    <a:pt x="1902" y="1485"/>
                  </a:lnTo>
                  <a:lnTo>
                    <a:pt x="214" y="799"/>
                  </a:lnTo>
                  <a:lnTo>
                    <a:pt x="1902" y="122"/>
                  </a:lnTo>
                  <a:close/>
                  <a:moveTo>
                    <a:pt x="1874" y="1"/>
                  </a:moveTo>
                  <a:lnTo>
                    <a:pt x="38" y="743"/>
                  </a:lnTo>
                  <a:cubicBezTo>
                    <a:pt x="10" y="752"/>
                    <a:pt x="1" y="780"/>
                    <a:pt x="1" y="799"/>
                  </a:cubicBezTo>
                  <a:cubicBezTo>
                    <a:pt x="1" y="827"/>
                    <a:pt x="10" y="845"/>
                    <a:pt x="38" y="854"/>
                  </a:cubicBezTo>
                  <a:lnTo>
                    <a:pt x="1874" y="1597"/>
                  </a:lnTo>
                  <a:cubicBezTo>
                    <a:pt x="1884" y="1606"/>
                    <a:pt x="1893" y="1606"/>
                    <a:pt x="1902" y="1606"/>
                  </a:cubicBezTo>
                  <a:cubicBezTo>
                    <a:pt x="1902" y="1606"/>
                    <a:pt x="1912" y="1606"/>
                    <a:pt x="1921" y="1597"/>
                  </a:cubicBezTo>
                  <a:lnTo>
                    <a:pt x="3758" y="854"/>
                  </a:lnTo>
                  <a:cubicBezTo>
                    <a:pt x="3785" y="845"/>
                    <a:pt x="3795" y="827"/>
                    <a:pt x="3795" y="799"/>
                  </a:cubicBezTo>
                  <a:cubicBezTo>
                    <a:pt x="3795" y="780"/>
                    <a:pt x="3785" y="752"/>
                    <a:pt x="3758" y="743"/>
                  </a:cubicBezTo>
                  <a:lnTo>
                    <a:pt x="192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53"/>
            <p:cNvSpPr/>
            <p:nvPr/>
          </p:nvSpPr>
          <p:spPr>
            <a:xfrm>
              <a:off x="1407129" y="1891484"/>
              <a:ext cx="159812" cy="75973"/>
            </a:xfrm>
            <a:custGeom>
              <a:rect b="b" l="l" r="r" t="t"/>
              <a:pathLst>
                <a:path extrusionOk="0" h="966" w="2032">
                  <a:moveTo>
                    <a:pt x="371" y="1"/>
                  </a:moveTo>
                  <a:lnTo>
                    <a:pt x="0" y="168"/>
                  </a:lnTo>
                  <a:lnTo>
                    <a:pt x="1624" y="966"/>
                  </a:lnTo>
                  <a:lnTo>
                    <a:pt x="2032" y="817"/>
                  </a:lnTo>
                  <a:lnTo>
                    <a:pt x="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53"/>
            <p:cNvSpPr/>
            <p:nvPr/>
          </p:nvSpPr>
          <p:spPr>
            <a:xfrm>
              <a:off x="1402017" y="1887159"/>
              <a:ext cx="169328" cy="85411"/>
            </a:xfrm>
            <a:custGeom>
              <a:rect b="b" l="l" r="r" t="t"/>
              <a:pathLst>
                <a:path extrusionOk="0" h="1086" w="2153">
                  <a:moveTo>
                    <a:pt x="436" y="121"/>
                  </a:moveTo>
                  <a:lnTo>
                    <a:pt x="1948" y="863"/>
                  </a:lnTo>
                  <a:lnTo>
                    <a:pt x="1689" y="965"/>
                  </a:lnTo>
                  <a:lnTo>
                    <a:pt x="204" y="223"/>
                  </a:lnTo>
                  <a:lnTo>
                    <a:pt x="436" y="121"/>
                  </a:lnTo>
                  <a:close/>
                  <a:moveTo>
                    <a:pt x="418" y="0"/>
                  </a:moveTo>
                  <a:lnTo>
                    <a:pt x="37" y="167"/>
                  </a:lnTo>
                  <a:cubicBezTo>
                    <a:pt x="19" y="177"/>
                    <a:pt x="9" y="195"/>
                    <a:pt x="0" y="223"/>
                  </a:cubicBezTo>
                  <a:cubicBezTo>
                    <a:pt x="0" y="241"/>
                    <a:pt x="19" y="260"/>
                    <a:pt x="37" y="269"/>
                  </a:cubicBezTo>
                  <a:lnTo>
                    <a:pt x="1661" y="1076"/>
                  </a:lnTo>
                  <a:cubicBezTo>
                    <a:pt x="1670" y="1076"/>
                    <a:pt x="1679" y="1086"/>
                    <a:pt x="1689" y="1086"/>
                  </a:cubicBezTo>
                  <a:cubicBezTo>
                    <a:pt x="1698" y="1086"/>
                    <a:pt x="1698" y="1086"/>
                    <a:pt x="1707" y="1076"/>
                  </a:cubicBezTo>
                  <a:lnTo>
                    <a:pt x="2115" y="928"/>
                  </a:lnTo>
                  <a:cubicBezTo>
                    <a:pt x="2134" y="919"/>
                    <a:pt x="2152" y="900"/>
                    <a:pt x="2152" y="872"/>
                  </a:cubicBezTo>
                  <a:cubicBezTo>
                    <a:pt x="2152" y="854"/>
                    <a:pt x="2143" y="826"/>
                    <a:pt x="2125" y="817"/>
                  </a:cubicBezTo>
                  <a:lnTo>
                    <a:pt x="464" y="10"/>
                  </a:lnTo>
                  <a:cubicBezTo>
                    <a:pt x="445" y="0"/>
                    <a:pt x="427"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1" name="Google Shape;1731;p53"/>
          <p:cNvGrpSpPr/>
          <p:nvPr/>
        </p:nvGrpSpPr>
        <p:grpSpPr>
          <a:xfrm>
            <a:off x="262855" y="2730161"/>
            <a:ext cx="1329443" cy="916475"/>
            <a:chOff x="713230" y="2963286"/>
            <a:chExt cx="1329443" cy="916475"/>
          </a:xfrm>
        </p:grpSpPr>
        <p:sp>
          <p:nvSpPr>
            <p:cNvPr id="1732" name="Google Shape;1732;p53"/>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53"/>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53"/>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53"/>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53"/>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53"/>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53"/>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53"/>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53"/>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53"/>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53"/>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53"/>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53"/>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53"/>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53"/>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53"/>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53"/>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53"/>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53"/>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53"/>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53"/>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53"/>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53"/>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53"/>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3"/>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53"/>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53"/>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53"/>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53"/>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53"/>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53"/>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53"/>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53"/>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53"/>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53"/>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53"/>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53"/>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53"/>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53"/>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53"/>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2" name="Google Shape;1772;p53"/>
          <p:cNvSpPr txBox="1"/>
          <p:nvPr/>
        </p:nvSpPr>
        <p:spPr>
          <a:xfrm>
            <a:off x="1733250" y="1114375"/>
            <a:ext cx="6697500" cy="31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Energy Collection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collects energy data from each monitored device </a:t>
            </a:r>
            <a:r>
              <a:rPr b="1" lang="en" sz="1200">
                <a:solidFill>
                  <a:schemeClr val="dk1"/>
                </a:solidFill>
                <a:latin typeface="Open Sans"/>
                <a:ea typeface="Open Sans"/>
                <a:cs typeface="Open Sans"/>
                <a:sym typeface="Open Sans"/>
              </a:rPr>
              <a:t>every 30 seconds</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Each device shall  report:</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Voltage (V)</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Current (A)</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Power (W)</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Total Energy Consumption (kWh)</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Device Monitoring</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support monitoring of </a:t>
            </a:r>
            <a:r>
              <a:rPr b="1" lang="en" sz="1200">
                <a:solidFill>
                  <a:schemeClr val="dk1"/>
                </a:solidFill>
                <a:latin typeface="Open Sans"/>
                <a:ea typeface="Open Sans"/>
                <a:cs typeface="Open Sans"/>
                <a:sym typeface="Open Sans"/>
              </a:rPr>
              <a:t>multiple devices</a:t>
            </a:r>
            <a:r>
              <a:rPr lang="en" sz="1200">
                <a:solidFill>
                  <a:schemeClr val="dk1"/>
                </a:solidFill>
                <a:latin typeface="Open Sans"/>
                <a:ea typeface="Open Sans"/>
                <a:cs typeface="Open Sans"/>
                <a:sym typeface="Open Sans"/>
              </a:rPr>
              <a:t> over WiFi</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Each device shall have a </a:t>
            </a:r>
            <a:r>
              <a:rPr b="1" lang="en" sz="1200">
                <a:solidFill>
                  <a:schemeClr val="dk1"/>
                </a:solidFill>
                <a:latin typeface="Open Sans"/>
                <a:ea typeface="Open Sans"/>
                <a:cs typeface="Open Sans"/>
                <a:sym typeface="Open Sans"/>
              </a:rPr>
              <a:t>unique identifier</a:t>
            </a:r>
            <a:r>
              <a:rPr lang="en" sz="1200">
                <a:solidFill>
                  <a:schemeClr val="dk1"/>
                </a:solidFill>
                <a:latin typeface="Open Sans"/>
                <a:ea typeface="Open Sans"/>
                <a:cs typeface="Open Sans"/>
                <a:sym typeface="Open Sans"/>
              </a:rPr>
              <a:t> associated with a specific home/unit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Data Storage</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transmit all sensor data to a </a:t>
            </a:r>
            <a:r>
              <a:rPr b="1" lang="en" sz="1200">
                <a:solidFill>
                  <a:schemeClr val="dk1"/>
                </a:solidFill>
                <a:latin typeface="Open Sans"/>
                <a:ea typeface="Open Sans"/>
                <a:cs typeface="Open Sans"/>
                <a:sym typeface="Open Sans"/>
              </a:rPr>
              <a:t>central SQL database.</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Each data entry shall include:</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Timestamp (universal time)</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Device Identifier</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maintain a </a:t>
            </a:r>
            <a:r>
              <a:rPr b="1" lang="en" sz="1200">
                <a:solidFill>
                  <a:schemeClr val="dk1"/>
                </a:solidFill>
                <a:latin typeface="Open Sans"/>
                <a:ea typeface="Open Sans"/>
                <a:cs typeface="Open Sans"/>
                <a:sym typeface="Open Sans"/>
              </a:rPr>
              <a:t>continuous historical record</a:t>
            </a:r>
            <a:r>
              <a:rPr lang="en" sz="1200">
                <a:solidFill>
                  <a:schemeClr val="dk1"/>
                </a:solidFill>
                <a:latin typeface="Open Sans"/>
                <a:ea typeface="Open Sans"/>
                <a:cs typeface="Open Sans"/>
                <a:sym typeface="Open Sans"/>
              </a:rPr>
              <a:t> of energy usage. </a:t>
            </a:r>
            <a:endParaRPr b="1" sz="1200">
              <a:solidFill>
                <a:schemeClr val="dk1"/>
              </a:solidFill>
              <a:latin typeface="Open Sans"/>
              <a:ea typeface="Open Sans"/>
              <a:cs typeface="Open Sans"/>
              <a:sym typeface="Open Sans"/>
            </a:endParaRPr>
          </a:p>
        </p:txBody>
      </p:sp>
      <p:pic>
        <p:nvPicPr>
          <p:cNvPr id="1773" name="Google Shape;1773;p53"/>
          <p:cNvPicPr preferRelativeResize="0"/>
          <p:nvPr/>
        </p:nvPicPr>
        <p:blipFill>
          <a:blip r:embed="rId3">
            <a:alphaModFix/>
          </a:blip>
          <a:stretch>
            <a:fillRect/>
          </a:stretch>
        </p:blipFill>
        <p:spPr>
          <a:xfrm>
            <a:off x="2257263" y="4285075"/>
            <a:ext cx="5180175" cy="429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5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Requirements</a:t>
            </a:r>
            <a:endParaRPr/>
          </a:p>
        </p:txBody>
      </p:sp>
      <p:grpSp>
        <p:nvGrpSpPr>
          <p:cNvPr id="1779" name="Google Shape;1779;p54"/>
          <p:cNvGrpSpPr/>
          <p:nvPr/>
        </p:nvGrpSpPr>
        <p:grpSpPr>
          <a:xfrm>
            <a:off x="7377972" y="2283383"/>
            <a:ext cx="1225000" cy="576722"/>
            <a:chOff x="835132" y="1750471"/>
            <a:chExt cx="1225000" cy="576722"/>
          </a:xfrm>
        </p:grpSpPr>
        <p:sp>
          <p:nvSpPr>
            <p:cNvPr id="1780" name="Google Shape;1780;p54"/>
            <p:cNvSpPr/>
            <p:nvPr/>
          </p:nvSpPr>
          <p:spPr>
            <a:xfrm>
              <a:off x="840244" y="1926561"/>
              <a:ext cx="300669" cy="37987"/>
            </a:xfrm>
            <a:custGeom>
              <a:rect b="b" l="l" r="r" t="t"/>
              <a:pathLst>
                <a:path extrusionOk="0" h="483" w="3823">
                  <a:moveTo>
                    <a:pt x="0" y="0"/>
                  </a:moveTo>
                  <a:lnTo>
                    <a:pt x="0" y="483"/>
                  </a:lnTo>
                  <a:lnTo>
                    <a:pt x="3822" y="483"/>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54"/>
            <p:cNvSpPr/>
            <p:nvPr/>
          </p:nvSpPr>
          <p:spPr>
            <a:xfrm>
              <a:off x="835132" y="1921449"/>
              <a:ext cx="310107" cy="48211"/>
            </a:xfrm>
            <a:custGeom>
              <a:rect b="b" l="l" r="r" t="t"/>
              <a:pathLst>
                <a:path extrusionOk="0" h="613" w="3943">
                  <a:moveTo>
                    <a:pt x="3822" y="121"/>
                  </a:moveTo>
                  <a:lnTo>
                    <a:pt x="3822" y="492"/>
                  </a:lnTo>
                  <a:lnTo>
                    <a:pt x="121" y="492"/>
                  </a:lnTo>
                  <a:lnTo>
                    <a:pt x="121" y="121"/>
                  </a:lnTo>
                  <a:close/>
                  <a:moveTo>
                    <a:pt x="65" y="0"/>
                  </a:moveTo>
                  <a:cubicBezTo>
                    <a:pt x="28" y="0"/>
                    <a:pt x="0" y="28"/>
                    <a:pt x="0" y="65"/>
                  </a:cubicBezTo>
                  <a:lnTo>
                    <a:pt x="0" y="548"/>
                  </a:lnTo>
                  <a:cubicBezTo>
                    <a:pt x="0" y="566"/>
                    <a:pt x="9" y="585"/>
                    <a:pt x="19" y="594"/>
                  </a:cubicBezTo>
                  <a:cubicBezTo>
                    <a:pt x="28" y="603"/>
                    <a:pt x="47" y="613"/>
                    <a:pt x="65" y="613"/>
                  </a:cubicBezTo>
                  <a:lnTo>
                    <a:pt x="3887" y="613"/>
                  </a:lnTo>
                  <a:cubicBezTo>
                    <a:pt x="3896" y="613"/>
                    <a:pt x="3915" y="603"/>
                    <a:pt x="3924" y="594"/>
                  </a:cubicBezTo>
                  <a:cubicBezTo>
                    <a:pt x="3933" y="585"/>
                    <a:pt x="3943" y="566"/>
                    <a:pt x="3943" y="548"/>
                  </a:cubicBezTo>
                  <a:lnTo>
                    <a:pt x="3943" y="65"/>
                  </a:lnTo>
                  <a:cubicBezTo>
                    <a:pt x="3943" y="28"/>
                    <a:pt x="3915" y="0"/>
                    <a:pt x="38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54"/>
            <p:cNvSpPr/>
            <p:nvPr/>
          </p:nvSpPr>
          <p:spPr>
            <a:xfrm>
              <a:off x="967887" y="201189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54"/>
            <p:cNvSpPr/>
            <p:nvPr/>
          </p:nvSpPr>
          <p:spPr>
            <a:xfrm>
              <a:off x="963483" y="2006780"/>
              <a:ext cx="181754" cy="34369"/>
            </a:xfrm>
            <a:custGeom>
              <a:rect b="b" l="l" r="r" t="t"/>
              <a:pathLst>
                <a:path extrusionOk="0" h="437" w="2311">
                  <a:moveTo>
                    <a:pt x="2190" y="121"/>
                  </a:moveTo>
                  <a:lnTo>
                    <a:pt x="2190" y="325"/>
                  </a:lnTo>
                  <a:lnTo>
                    <a:pt x="112" y="325"/>
                  </a:lnTo>
                  <a:lnTo>
                    <a:pt x="112" y="121"/>
                  </a:lnTo>
                  <a:close/>
                  <a:moveTo>
                    <a:pt x="57" y="1"/>
                  </a:moveTo>
                  <a:cubicBezTo>
                    <a:pt x="38" y="1"/>
                    <a:pt x="29" y="10"/>
                    <a:pt x="19" y="19"/>
                  </a:cubicBezTo>
                  <a:cubicBezTo>
                    <a:pt x="1" y="28"/>
                    <a:pt x="1" y="47"/>
                    <a:pt x="1" y="66"/>
                  </a:cubicBezTo>
                  <a:lnTo>
                    <a:pt x="1" y="381"/>
                  </a:lnTo>
                  <a:cubicBezTo>
                    <a:pt x="1" y="409"/>
                    <a:pt x="29" y="437"/>
                    <a:pt x="57" y="437"/>
                  </a:cubicBezTo>
                  <a:lnTo>
                    <a:pt x="2255" y="437"/>
                  </a:lnTo>
                  <a:cubicBezTo>
                    <a:pt x="2264" y="437"/>
                    <a:pt x="2283" y="427"/>
                    <a:pt x="2292" y="418"/>
                  </a:cubicBezTo>
                  <a:cubicBezTo>
                    <a:pt x="2301" y="409"/>
                    <a:pt x="2311" y="390"/>
                    <a:pt x="2311" y="381"/>
                  </a:cubicBezTo>
                  <a:lnTo>
                    <a:pt x="2311" y="66"/>
                  </a:lnTo>
                  <a:cubicBezTo>
                    <a:pt x="2311" y="28"/>
                    <a:pt x="228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54"/>
            <p:cNvSpPr/>
            <p:nvPr/>
          </p:nvSpPr>
          <p:spPr>
            <a:xfrm>
              <a:off x="967887" y="208338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54"/>
            <p:cNvSpPr/>
            <p:nvPr/>
          </p:nvSpPr>
          <p:spPr>
            <a:xfrm>
              <a:off x="963483" y="2079057"/>
              <a:ext cx="181754" cy="34369"/>
            </a:xfrm>
            <a:custGeom>
              <a:rect b="b" l="l" r="r" t="t"/>
              <a:pathLst>
                <a:path extrusionOk="0" h="437" w="2311">
                  <a:moveTo>
                    <a:pt x="2190" y="111"/>
                  </a:moveTo>
                  <a:lnTo>
                    <a:pt x="2190" y="315"/>
                  </a:lnTo>
                  <a:lnTo>
                    <a:pt x="112" y="315"/>
                  </a:lnTo>
                  <a:lnTo>
                    <a:pt x="112" y="111"/>
                  </a:lnTo>
                  <a:close/>
                  <a:moveTo>
                    <a:pt x="57" y="0"/>
                  </a:moveTo>
                  <a:cubicBezTo>
                    <a:pt x="29" y="0"/>
                    <a:pt x="1" y="28"/>
                    <a:pt x="1" y="56"/>
                  </a:cubicBezTo>
                  <a:lnTo>
                    <a:pt x="1" y="371"/>
                  </a:lnTo>
                  <a:cubicBezTo>
                    <a:pt x="1" y="390"/>
                    <a:pt x="10" y="408"/>
                    <a:pt x="19" y="418"/>
                  </a:cubicBezTo>
                  <a:cubicBezTo>
                    <a:pt x="29" y="427"/>
                    <a:pt x="38" y="436"/>
                    <a:pt x="57" y="436"/>
                  </a:cubicBezTo>
                  <a:lnTo>
                    <a:pt x="2255" y="436"/>
                  </a:lnTo>
                  <a:cubicBezTo>
                    <a:pt x="2283" y="436"/>
                    <a:pt x="2311" y="408"/>
                    <a:pt x="2311" y="371"/>
                  </a:cubicBezTo>
                  <a:lnTo>
                    <a:pt x="2311" y="56"/>
                  </a:lnTo>
                  <a:cubicBezTo>
                    <a:pt x="2311" y="37"/>
                    <a:pt x="2301" y="28"/>
                    <a:pt x="2292" y="19"/>
                  </a:cubicBezTo>
                  <a:cubicBezTo>
                    <a:pt x="2283" y="0"/>
                    <a:pt x="2264"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54"/>
            <p:cNvSpPr/>
            <p:nvPr/>
          </p:nvSpPr>
          <p:spPr>
            <a:xfrm>
              <a:off x="1724468" y="2138277"/>
              <a:ext cx="302164" cy="134880"/>
            </a:xfrm>
            <a:custGeom>
              <a:rect b="b" l="l" r="r" t="t"/>
              <a:pathLst>
                <a:path extrusionOk="0" h="1715" w="3842">
                  <a:moveTo>
                    <a:pt x="69" y="0"/>
                  </a:moveTo>
                  <a:cubicBezTo>
                    <a:pt x="47" y="0"/>
                    <a:pt x="26" y="16"/>
                    <a:pt x="19" y="36"/>
                  </a:cubicBezTo>
                  <a:cubicBezTo>
                    <a:pt x="0" y="63"/>
                    <a:pt x="19" y="101"/>
                    <a:pt x="47" y="110"/>
                  </a:cubicBezTo>
                  <a:lnTo>
                    <a:pt x="3758" y="1705"/>
                  </a:lnTo>
                  <a:cubicBezTo>
                    <a:pt x="3758" y="1715"/>
                    <a:pt x="3767" y="1715"/>
                    <a:pt x="3776" y="1715"/>
                  </a:cubicBezTo>
                  <a:cubicBezTo>
                    <a:pt x="3804" y="1715"/>
                    <a:pt x="3822" y="1696"/>
                    <a:pt x="3832" y="1678"/>
                  </a:cubicBezTo>
                  <a:cubicBezTo>
                    <a:pt x="3841" y="1650"/>
                    <a:pt x="3832" y="1613"/>
                    <a:pt x="3804" y="1603"/>
                  </a:cubicBezTo>
                  <a:lnTo>
                    <a:pt x="93" y="8"/>
                  </a:lnTo>
                  <a:cubicBezTo>
                    <a:pt x="85" y="3"/>
                    <a:pt x="77"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54"/>
            <p:cNvSpPr/>
            <p:nvPr/>
          </p:nvSpPr>
          <p:spPr>
            <a:xfrm>
              <a:off x="2007517" y="2249012"/>
              <a:ext cx="47503" cy="47503"/>
            </a:xfrm>
            <a:custGeom>
              <a:rect b="b" l="l" r="r" t="t"/>
              <a:pathLst>
                <a:path extrusionOk="0" h="604" w="604">
                  <a:moveTo>
                    <a:pt x="437" y="1"/>
                  </a:moveTo>
                  <a:lnTo>
                    <a:pt x="1" y="158"/>
                  </a:lnTo>
                  <a:lnTo>
                    <a:pt x="159" y="603"/>
                  </a:lnTo>
                  <a:lnTo>
                    <a:pt x="604" y="446"/>
                  </a:lnTo>
                  <a:lnTo>
                    <a:pt x="4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54"/>
            <p:cNvSpPr/>
            <p:nvPr/>
          </p:nvSpPr>
          <p:spPr>
            <a:xfrm>
              <a:off x="2002405" y="2244844"/>
              <a:ext cx="57727" cy="56783"/>
            </a:xfrm>
            <a:custGeom>
              <a:rect b="b" l="l" r="r" t="t"/>
              <a:pathLst>
                <a:path extrusionOk="0" h="722" w="734">
                  <a:moveTo>
                    <a:pt x="474" y="137"/>
                  </a:moveTo>
                  <a:lnTo>
                    <a:pt x="595" y="471"/>
                  </a:lnTo>
                  <a:lnTo>
                    <a:pt x="261" y="592"/>
                  </a:lnTo>
                  <a:lnTo>
                    <a:pt x="140" y="258"/>
                  </a:lnTo>
                  <a:lnTo>
                    <a:pt x="474" y="137"/>
                  </a:lnTo>
                  <a:close/>
                  <a:moveTo>
                    <a:pt x="510" y="0"/>
                  </a:moveTo>
                  <a:cubicBezTo>
                    <a:pt x="502" y="0"/>
                    <a:pt x="493" y="2"/>
                    <a:pt x="483" y="7"/>
                  </a:cubicBezTo>
                  <a:lnTo>
                    <a:pt x="47" y="165"/>
                  </a:lnTo>
                  <a:cubicBezTo>
                    <a:pt x="29" y="174"/>
                    <a:pt x="19" y="183"/>
                    <a:pt x="10" y="193"/>
                  </a:cubicBezTo>
                  <a:cubicBezTo>
                    <a:pt x="1" y="211"/>
                    <a:pt x="1" y="230"/>
                    <a:pt x="10" y="239"/>
                  </a:cubicBezTo>
                  <a:lnTo>
                    <a:pt x="168" y="684"/>
                  </a:lnTo>
                  <a:cubicBezTo>
                    <a:pt x="177" y="703"/>
                    <a:pt x="205" y="721"/>
                    <a:pt x="224" y="721"/>
                  </a:cubicBezTo>
                  <a:lnTo>
                    <a:pt x="242" y="721"/>
                  </a:lnTo>
                  <a:lnTo>
                    <a:pt x="687" y="554"/>
                  </a:lnTo>
                  <a:cubicBezTo>
                    <a:pt x="715" y="545"/>
                    <a:pt x="734" y="508"/>
                    <a:pt x="724" y="480"/>
                  </a:cubicBezTo>
                  <a:lnTo>
                    <a:pt x="567" y="35"/>
                  </a:lnTo>
                  <a:cubicBezTo>
                    <a:pt x="557" y="26"/>
                    <a:pt x="548" y="16"/>
                    <a:pt x="530" y="7"/>
                  </a:cubicBezTo>
                  <a:cubicBezTo>
                    <a:pt x="525" y="2"/>
                    <a:pt x="518"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54"/>
            <p:cNvSpPr/>
            <p:nvPr/>
          </p:nvSpPr>
          <p:spPr>
            <a:xfrm>
              <a:off x="1161987" y="1777525"/>
              <a:ext cx="583722" cy="544791"/>
            </a:xfrm>
            <a:custGeom>
              <a:rect b="b" l="l" r="r" t="t"/>
              <a:pathLst>
                <a:path extrusionOk="0" h="6927" w="7422">
                  <a:moveTo>
                    <a:pt x="3708" y="0"/>
                  </a:moveTo>
                  <a:cubicBezTo>
                    <a:pt x="3534" y="0"/>
                    <a:pt x="3359" y="13"/>
                    <a:pt x="3182" y="40"/>
                  </a:cubicBezTo>
                  <a:cubicBezTo>
                    <a:pt x="1290" y="327"/>
                    <a:pt x="0" y="2099"/>
                    <a:pt x="288" y="3992"/>
                  </a:cubicBezTo>
                  <a:cubicBezTo>
                    <a:pt x="548" y="5706"/>
                    <a:pt x="2027" y="6926"/>
                    <a:pt x="3704" y="6926"/>
                  </a:cubicBezTo>
                  <a:cubicBezTo>
                    <a:pt x="3878" y="6926"/>
                    <a:pt x="4053" y="6913"/>
                    <a:pt x="4230" y="6886"/>
                  </a:cubicBezTo>
                  <a:cubicBezTo>
                    <a:pt x="6123" y="6598"/>
                    <a:pt x="7421" y="4827"/>
                    <a:pt x="7134" y="2943"/>
                  </a:cubicBezTo>
                  <a:cubicBezTo>
                    <a:pt x="6873" y="1228"/>
                    <a:pt x="5392" y="0"/>
                    <a:pt x="37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54"/>
            <p:cNvSpPr/>
            <p:nvPr/>
          </p:nvSpPr>
          <p:spPr>
            <a:xfrm>
              <a:off x="1168515" y="1772964"/>
              <a:ext cx="582306" cy="554229"/>
            </a:xfrm>
            <a:custGeom>
              <a:rect b="b" l="l" r="r" t="t"/>
              <a:pathLst>
                <a:path extrusionOk="0" h="7047" w="7404">
                  <a:moveTo>
                    <a:pt x="3628" y="116"/>
                  </a:moveTo>
                  <a:cubicBezTo>
                    <a:pt x="5279" y="116"/>
                    <a:pt x="6736" y="1322"/>
                    <a:pt x="6995" y="3001"/>
                  </a:cubicBezTo>
                  <a:cubicBezTo>
                    <a:pt x="7274" y="4857"/>
                    <a:pt x="6003" y="6601"/>
                    <a:pt x="4147" y="6888"/>
                  </a:cubicBezTo>
                  <a:cubicBezTo>
                    <a:pt x="3971" y="6916"/>
                    <a:pt x="3796" y="6929"/>
                    <a:pt x="3623" y="6929"/>
                  </a:cubicBezTo>
                  <a:cubicBezTo>
                    <a:pt x="1968" y="6929"/>
                    <a:pt x="521" y="5720"/>
                    <a:pt x="260" y="4040"/>
                  </a:cubicBezTo>
                  <a:cubicBezTo>
                    <a:pt x="121" y="3141"/>
                    <a:pt x="344" y="2241"/>
                    <a:pt x="882" y="1508"/>
                  </a:cubicBezTo>
                  <a:cubicBezTo>
                    <a:pt x="1420" y="775"/>
                    <a:pt x="2208" y="293"/>
                    <a:pt x="3108" y="154"/>
                  </a:cubicBezTo>
                  <a:cubicBezTo>
                    <a:pt x="3285" y="126"/>
                    <a:pt x="3461" y="116"/>
                    <a:pt x="3628" y="116"/>
                  </a:cubicBezTo>
                  <a:close/>
                  <a:moveTo>
                    <a:pt x="3628" y="1"/>
                  </a:moveTo>
                  <a:cubicBezTo>
                    <a:pt x="3451" y="1"/>
                    <a:pt x="3271" y="14"/>
                    <a:pt x="3090" y="42"/>
                  </a:cubicBezTo>
                  <a:cubicBezTo>
                    <a:pt x="2162" y="181"/>
                    <a:pt x="1346" y="682"/>
                    <a:pt x="789" y="1443"/>
                  </a:cubicBezTo>
                  <a:cubicBezTo>
                    <a:pt x="233" y="2194"/>
                    <a:pt x="1" y="3131"/>
                    <a:pt x="149" y="4059"/>
                  </a:cubicBezTo>
                  <a:cubicBezTo>
                    <a:pt x="409" y="5794"/>
                    <a:pt x="1912" y="7046"/>
                    <a:pt x="3628" y="7046"/>
                  </a:cubicBezTo>
                  <a:cubicBezTo>
                    <a:pt x="3804" y="7046"/>
                    <a:pt x="3980" y="7028"/>
                    <a:pt x="4157" y="7000"/>
                  </a:cubicBezTo>
                  <a:cubicBezTo>
                    <a:pt x="6077" y="6712"/>
                    <a:pt x="7403" y="4912"/>
                    <a:pt x="7107" y="2992"/>
                  </a:cubicBezTo>
                  <a:cubicBezTo>
                    <a:pt x="6838" y="1253"/>
                    <a:pt x="5336" y="1"/>
                    <a:pt x="3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54"/>
            <p:cNvSpPr/>
            <p:nvPr/>
          </p:nvSpPr>
          <p:spPr>
            <a:xfrm>
              <a:off x="1170717" y="1754875"/>
              <a:ext cx="620214" cy="545027"/>
            </a:xfrm>
            <a:custGeom>
              <a:rect b="b" l="l" r="r" t="t"/>
              <a:pathLst>
                <a:path extrusionOk="0" h="6930" w="7886">
                  <a:moveTo>
                    <a:pt x="3951" y="0"/>
                  </a:moveTo>
                  <a:cubicBezTo>
                    <a:pt x="2835" y="0"/>
                    <a:pt x="1737" y="541"/>
                    <a:pt x="1067" y="1543"/>
                  </a:cubicBezTo>
                  <a:cubicBezTo>
                    <a:pt x="0" y="3129"/>
                    <a:pt x="427" y="5282"/>
                    <a:pt x="2014" y="6348"/>
                  </a:cubicBezTo>
                  <a:cubicBezTo>
                    <a:pt x="2606" y="6741"/>
                    <a:pt x="3275" y="6929"/>
                    <a:pt x="3937" y="6929"/>
                  </a:cubicBezTo>
                  <a:cubicBezTo>
                    <a:pt x="5057" y="6929"/>
                    <a:pt x="6154" y="6390"/>
                    <a:pt x="6819" y="5393"/>
                  </a:cubicBezTo>
                  <a:cubicBezTo>
                    <a:pt x="7886" y="3807"/>
                    <a:pt x="7459" y="1654"/>
                    <a:pt x="5873" y="588"/>
                  </a:cubicBezTo>
                  <a:cubicBezTo>
                    <a:pt x="5282" y="191"/>
                    <a:pt x="4613" y="0"/>
                    <a:pt x="39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54"/>
            <p:cNvSpPr/>
            <p:nvPr/>
          </p:nvSpPr>
          <p:spPr>
            <a:xfrm>
              <a:off x="1184559" y="1750471"/>
              <a:ext cx="593238" cy="554072"/>
            </a:xfrm>
            <a:custGeom>
              <a:rect b="b" l="l" r="r" t="t"/>
              <a:pathLst>
                <a:path extrusionOk="0" h="7045" w="7543">
                  <a:moveTo>
                    <a:pt x="3776" y="115"/>
                  </a:moveTo>
                  <a:cubicBezTo>
                    <a:pt x="4500" y="115"/>
                    <a:pt x="5196" y="347"/>
                    <a:pt x="5789" y="774"/>
                  </a:cubicBezTo>
                  <a:cubicBezTo>
                    <a:pt x="6522" y="1312"/>
                    <a:pt x="6995" y="2109"/>
                    <a:pt x="7134" y="3009"/>
                  </a:cubicBezTo>
                  <a:cubicBezTo>
                    <a:pt x="7422" y="4865"/>
                    <a:pt x="6142" y="6599"/>
                    <a:pt x="4287" y="6887"/>
                  </a:cubicBezTo>
                  <a:cubicBezTo>
                    <a:pt x="4111" y="6914"/>
                    <a:pt x="3936" y="6927"/>
                    <a:pt x="3762" y="6927"/>
                  </a:cubicBezTo>
                  <a:cubicBezTo>
                    <a:pt x="3043" y="6927"/>
                    <a:pt x="2344" y="6699"/>
                    <a:pt x="1754" y="6265"/>
                  </a:cubicBezTo>
                  <a:cubicBezTo>
                    <a:pt x="1021" y="5727"/>
                    <a:pt x="548" y="4939"/>
                    <a:pt x="409" y="4039"/>
                  </a:cubicBezTo>
                  <a:cubicBezTo>
                    <a:pt x="121" y="2184"/>
                    <a:pt x="1401" y="440"/>
                    <a:pt x="3257" y="161"/>
                  </a:cubicBezTo>
                  <a:cubicBezTo>
                    <a:pt x="3433" y="133"/>
                    <a:pt x="3609" y="115"/>
                    <a:pt x="3776" y="115"/>
                  </a:cubicBezTo>
                  <a:close/>
                  <a:moveTo>
                    <a:pt x="3776" y="0"/>
                  </a:moveTo>
                  <a:cubicBezTo>
                    <a:pt x="3598" y="0"/>
                    <a:pt x="3418" y="14"/>
                    <a:pt x="3238" y="41"/>
                  </a:cubicBezTo>
                  <a:cubicBezTo>
                    <a:pt x="1318" y="338"/>
                    <a:pt x="1" y="2137"/>
                    <a:pt x="288" y="4057"/>
                  </a:cubicBezTo>
                  <a:cubicBezTo>
                    <a:pt x="437" y="4985"/>
                    <a:pt x="928" y="5801"/>
                    <a:pt x="1689" y="6358"/>
                  </a:cubicBezTo>
                  <a:cubicBezTo>
                    <a:pt x="2301" y="6813"/>
                    <a:pt x="3025" y="7045"/>
                    <a:pt x="3767" y="7045"/>
                  </a:cubicBezTo>
                  <a:cubicBezTo>
                    <a:pt x="3943" y="7045"/>
                    <a:pt x="4129" y="7035"/>
                    <a:pt x="4305" y="6998"/>
                  </a:cubicBezTo>
                  <a:cubicBezTo>
                    <a:pt x="6225" y="6711"/>
                    <a:pt x="7543" y="4911"/>
                    <a:pt x="7255" y="2991"/>
                  </a:cubicBezTo>
                  <a:cubicBezTo>
                    <a:pt x="7107" y="2054"/>
                    <a:pt x="6615" y="1237"/>
                    <a:pt x="5854" y="681"/>
                  </a:cubicBezTo>
                  <a:cubicBezTo>
                    <a:pt x="5241" y="232"/>
                    <a:pt x="4519" y="0"/>
                    <a:pt x="37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54"/>
            <p:cNvSpPr/>
            <p:nvPr/>
          </p:nvSpPr>
          <p:spPr>
            <a:xfrm>
              <a:off x="1571972" y="1801985"/>
              <a:ext cx="132836" cy="133386"/>
            </a:xfrm>
            <a:custGeom>
              <a:rect b="b" l="l" r="r" t="t"/>
              <a:pathLst>
                <a:path extrusionOk="0" h="1696" w="1689">
                  <a:moveTo>
                    <a:pt x="99" y="0"/>
                  </a:moveTo>
                  <a:cubicBezTo>
                    <a:pt x="67" y="0"/>
                    <a:pt x="33" y="19"/>
                    <a:pt x="19" y="54"/>
                  </a:cubicBezTo>
                  <a:cubicBezTo>
                    <a:pt x="1" y="91"/>
                    <a:pt x="19" y="146"/>
                    <a:pt x="56" y="165"/>
                  </a:cubicBezTo>
                  <a:cubicBezTo>
                    <a:pt x="706" y="462"/>
                    <a:pt x="1216" y="991"/>
                    <a:pt x="1503" y="1640"/>
                  </a:cubicBezTo>
                  <a:cubicBezTo>
                    <a:pt x="1522" y="1677"/>
                    <a:pt x="1550" y="1696"/>
                    <a:pt x="1587" y="1696"/>
                  </a:cubicBezTo>
                  <a:cubicBezTo>
                    <a:pt x="1596" y="1696"/>
                    <a:pt x="1615" y="1696"/>
                    <a:pt x="1624" y="1686"/>
                  </a:cubicBezTo>
                  <a:cubicBezTo>
                    <a:pt x="1670" y="1668"/>
                    <a:pt x="1689" y="1612"/>
                    <a:pt x="1670" y="1575"/>
                  </a:cubicBezTo>
                  <a:cubicBezTo>
                    <a:pt x="1364" y="879"/>
                    <a:pt x="817" y="323"/>
                    <a:pt x="131" y="7"/>
                  </a:cubicBezTo>
                  <a:cubicBezTo>
                    <a:pt x="121" y="2"/>
                    <a:pt x="110" y="0"/>
                    <a:pt x="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54"/>
            <p:cNvSpPr/>
            <p:nvPr/>
          </p:nvSpPr>
          <p:spPr>
            <a:xfrm>
              <a:off x="1333437" y="1933088"/>
              <a:ext cx="144475" cy="248133"/>
            </a:xfrm>
            <a:custGeom>
              <a:rect b="b" l="l" r="r" t="t"/>
              <a:pathLst>
                <a:path extrusionOk="0" h="3155" w="1837">
                  <a:moveTo>
                    <a:pt x="0" y="1"/>
                  </a:moveTo>
                  <a:lnTo>
                    <a:pt x="0" y="2440"/>
                  </a:lnTo>
                  <a:lnTo>
                    <a:pt x="1837" y="3155"/>
                  </a:lnTo>
                  <a:lnTo>
                    <a:pt x="1837" y="75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54"/>
            <p:cNvSpPr/>
            <p:nvPr/>
          </p:nvSpPr>
          <p:spPr>
            <a:xfrm>
              <a:off x="1329033" y="1928763"/>
              <a:ext cx="153992" cy="256863"/>
            </a:xfrm>
            <a:custGeom>
              <a:rect b="b" l="l" r="r" t="t"/>
              <a:pathLst>
                <a:path extrusionOk="0" h="3266" w="1958">
                  <a:moveTo>
                    <a:pt x="112" y="139"/>
                  </a:moveTo>
                  <a:lnTo>
                    <a:pt x="1837" y="844"/>
                  </a:lnTo>
                  <a:lnTo>
                    <a:pt x="1837" y="3117"/>
                  </a:lnTo>
                  <a:lnTo>
                    <a:pt x="112" y="2458"/>
                  </a:lnTo>
                  <a:lnTo>
                    <a:pt x="112" y="139"/>
                  </a:lnTo>
                  <a:close/>
                  <a:moveTo>
                    <a:pt x="75" y="0"/>
                  </a:moveTo>
                  <a:cubicBezTo>
                    <a:pt x="56" y="0"/>
                    <a:pt x="38" y="0"/>
                    <a:pt x="28" y="9"/>
                  </a:cubicBezTo>
                  <a:cubicBezTo>
                    <a:pt x="10" y="19"/>
                    <a:pt x="1" y="37"/>
                    <a:pt x="1" y="56"/>
                  </a:cubicBezTo>
                  <a:lnTo>
                    <a:pt x="1" y="2495"/>
                  </a:lnTo>
                  <a:cubicBezTo>
                    <a:pt x="1" y="2523"/>
                    <a:pt x="10" y="2551"/>
                    <a:pt x="38" y="2551"/>
                  </a:cubicBezTo>
                  <a:lnTo>
                    <a:pt x="1874" y="3256"/>
                  </a:lnTo>
                  <a:cubicBezTo>
                    <a:pt x="1884" y="3265"/>
                    <a:pt x="1893" y="3265"/>
                    <a:pt x="1902" y="3265"/>
                  </a:cubicBezTo>
                  <a:cubicBezTo>
                    <a:pt x="1912" y="3265"/>
                    <a:pt x="1921" y="3256"/>
                    <a:pt x="1930" y="3256"/>
                  </a:cubicBezTo>
                  <a:cubicBezTo>
                    <a:pt x="1949" y="3247"/>
                    <a:pt x="1958" y="3228"/>
                    <a:pt x="1958" y="3210"/>
                  </a:cubicBezTo>
                  <a:lnTo>
                    <a:pt x="1958" y="807"/>
                  </a:lnTo>
                  <a:cubicBezTo>
                    <a:pt x="1958" y="779"/>
                    <a:pt x="1939" y="761"/>
                    <a:pt x="1921" y="751"/>
                  </a:cubicBezTo>
                  <a:lnTo>
                    <a:pt x="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54"/>
            <p:cNvSpPr/>
            <p:nvPr/>
          </p:nvSpPr>
          <p:spPr>
            <a:xfrm>
              <a:off x="1477832" y="1933088"/>
              <a:ext cx="145262" cy="248133"/>
            </a:xfrm>
            <a:custGeom>
              <a:rect b="b" l="l" r="r" t="t"/>
              <a:pathLst>
                <a:path extrusionOk="0" h="3155" w="1847">
                  <a:moveTo>
                    <a:pt x="1847" y="1"/>
                  </a:moveTo>
                  <a:lnTo>
                    <a:pt x="1" y="752"/>
                  </a:lnTo>
                  <a:lnTo>
                    <a:pt x="1" y="3155"/>
                  </a:lnTo>
                  <a:lnTo>
                    <a:pt x="1847" y="2440"/>
                  </a:lnTo>
                  <a:lnTo>
                    <a:pt x="18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54"/>
            <p:cNvSpPr/>
            <p:nvPr/>
          </p:nvSpPr>
          <p:spPr>
            <a:xfrm>
              <a:off x="1473507" y="1928763"/>
              <a:ext cx="153992" cy="256863"/>
            </a:xfrm>
            <a:custGeom>
              <a:rect b="b" l="l" r="r" t="t"/>
              <a:pathLst>
                <a:path extrusionOk="0" h="3266" w="1958">
                  <a:moveTo>
                    <a:pt x="1846" y="139"/>
                  </a:moveTo>
                  <a:lnTo>
                    <a:pt x="1846" y="2458"/>
                  </a:lnTo>
                  <a:lnTo>
                    <a:pt x="121" y="3117"/>
                  </a:lnTo>
                  <a:lnTo>
                    <a:pt x="121" y="844"/>
                  </a:lnTo>
                  <a:lnTo>
                    <a:pt x="1846" y="139"/>
                  </a:lnTo>
                  <a:close/>
                  <a:moveTo>
                    <a:pt x="1883" y="0"/>
                  </a:moveTo>
                  <a:lnTo>
                    <a:pt x="37" y="751"/>
                  </a:lnTo>
                  <a:cubicBezTo>
                    <a:pt x="19" y="761"/>
                    <a:pt x="0" y="779"/>
                    <a:pt x="0" y="807"/>
                  </a:cubicBezTo>
                  <a:lnTo>
                    <a:pt x="0" y="3210"/>
                  </a:lnTo>
                  <a:cubicBezTo>
                    <a:pt x="0" y="3228"/>
                    <a:pt x="10" y="3247"/>
                    <a:pt x="28" y="3256"/>
                  </a:cubicBezTo>
                  <a:cubicBezTo>
                    <a:pt x="37" y="3256"/>
                    <a:pt x="47" y="3265"/>
                    <a:pt x="65" y="3265"/>
                  </a:cubicBezTo>
                  <a:cubicBezTo>
                    <a:pt x="65" y="3265"/>
                    <a:pt x="75" y="3265"/>
                    <a:pt x="84" y="3256"/>
                  </a:cubicBezTo>
                  <a:lnTo>
                    <a:pt x="1921" y="2551"/>
                  </a:lnTo>
                  <a:cubicBezTo>
                    <a:pt x="1948" y="2542"/>
                    <a:pt x="1958" y="2523"/>
                    <a:pt x="1958" y="2495"/>
                  </a:cubicBezTo>
                  <a:lnTo>
                    <a:pt x="1958" y="56"/>
                  </a:lnTo>
                  <a:cubicBezTo>
                    <a:pt x="1958" y="37"/>
                    <a:pt x="1948" y="19"/>
                    <a:pt x="1939" y="9"/>
                  </a:cubicBezTo>
                  <a:cubicBezTo>
                    <a:pt x="1921" y="0"/>
                    <a:pt x="1902" y="0"/>
                    <a:pt x="18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54"/>
            <p:cNvSpPr/>
            <p:nvPr/>
          </p:nvSpPr>
          <p:spPr>
            <a:xfrm>
              <a:off x="1534772" y="1955739"/>
              <a:ext cx="32167" cy="54817"/>
            </a:xfrm>
            <a:custGeom>
              <a:rect b="b" l="l" r="r" t="t"/>
              <a:pathLst>
                <a:path extrusionOk="0" h="697" w="409">
                  <a:moveTo>
                    <a:pt x="409" y="0"/>
                  </a:moveTo>
                  <a:lnTo>
                    <a:pt x="1" y="167"/>
                  </a:lnTo>
                  <a:lnTo>
                    <a:pt x="1" y="696"/>
                  </a:lnTo>
                  <a:lnTo>
                    <a:pt x="409" y="538"/>
                  </a:lnTo>
                  <a:lnTo>
                    <a:pt x="4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4"/>
            <p:cNvSpPr/>
            <p:nvPr/>
          </p:nvSpPr>
          <p:spPr>
            <a:xfrm>
              <a:off x="1530368" y="1951020"/>
              <a:ext cx="40975" cy="63862"/>
            </a:xfrm>
            <a:custGeom>
              <a:rect b="b" l="l" r="r" t="t"/>
              <a:pathLst>
                <a:path extrusionOk="0" h="812" w="521">
                  <a:moveTo>
                    <a:pt x="409" y="144"/>
                  </a:moveTo>
                  <a:lnTo>
                    <a:pt x="409" y="561"/>
                  </a:lnTo>
                  <a:lnTo>
                    <a:pt x="112" y="673"/>
                  </a:lnTo>
                  <a:lnTo>
                    <a:pt x="112" y="264"/>
                  </a:lnTo>
                  <a:lnTo>
                    <a:pt x="409" y="144"/>
                  </a:lnTo>
                  <a:close/>
                  <a:moveTo>
                    <a:pt x="455" y="1"/>
                  </a:moveTo>
                  <a:cubicBezTo>
                    <a:pt x="449" y="1"/>
                    <a:pt x="442" y="2"/>
                    <a:pt x="437" y="5"/>
                  </a:cubicBezTo>
                  <a:lnTo>
                    <a:pt x="29" y="172"/>
                  </a:lnTo>
                  <a:cubicBezTo>
                    <a:pt x="10" y="181"/>
                    <a:pt x="1" y="199"/>
                    <a:pt x="1" y="227"/>
                  </a:cubicBezTo>
                  <a:lnTo>
                    <a:pt x="1" y="756"/>
                  </a:lnTo>
                  <a:cubicBezTo>
                    <a:pt x="1" y="775"/>
                    <a:pt x="10" y="793"/>
                    <a:pt x="19" y="802"/>
                  </a:cubicBezTo>
                  <a:cubicBezTo>
                    <a:pt x="29" y="812"/>
                    <a:pt x="47" y="812"/>
                    <a:pt x="57" y="812"/>
                  </a:cubicBezTo>
                  <a:lnTo>
                    <a:pt x="75" y="812"/>
                  </a:lnTo>
                  <a:lnTo>
                    <a:pt x="483" y="654"/>
                  </a:lnTo>
                  <a:cubicBezTo>
                    <a:pt x="502" y="645"/>
                    <a:pt x="520" y="626"/>
                    <a:pt x="520" y="598"/>
                  </a:cubicBezTo>
                  <a:lnTo>
                    <a:pt x="520" y="60"/>
                  </a:lnTo>
                  <a:cubicBezTo>
                    <a:pt x="520" y="42"/>
                    <a:pt x="511" y="23"/>
                    <a:pt x="493" y="14"/>
                  </a:cubicBezTo>
                  <a:cubicBezTo>
                    <a:pt x="486" y="7"/>
                    <a:pt x="470" y="1"/>
                    <a:pt x="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54"/>
            <p:cNvSpPr/>
            <p:nvPr/>
          </p:nvSpPr>
          <p:spPr>
            <a:xfrm>
              <a:off x="1333437" y="1874733"/>
              <a:ext cx="289659" cy="117578"/>
            </a:xfrm>
            <a:custGeom>
              <a:rect b="b" l="l" r="r" t="t"/>
              <a:pathLst>
                <a:path extrusionOk="0" h="1495" w="3683">
                  <a:moveTo>
                    <a:pt x="1837" y="1"/>
                  </a:moveTo>
                  <a:lnTo>
                    <a:pt x="0" y="743"/>
                  </a:lnTo>
                  <a:lnTo>
                    <a:pt x="1837" y="1494"/>
                  </a:lnTo>
                  <a:lnTo>
                    <a:pt x="3683" y="743"/>
                  </a:lnTo>
                  <a:lnTo>
                    <a:pt x="18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54"/>
            <p:cNvSpPr/>
            <p:nvPr/>
          </p:nvSpPr>
          <p:spPr>
            <a:xfrm>
              <a:off x="1329033" y="1870328"/>
              <a:ext cx="298467" cy="126308"/>
            </a:xfrm>
            <a:custGeom>
              <a:rect b="b" l="l" r="r" t="t"/>
              <a:pathLst>
                <a:path extrusionOk="0" h="1606" w="3795">
                  <a:moveTo>
                    <a:pt x="1902" y="122"/>
                  </a:moveTo>
                  <a:lnTo>
                    <a:pt x="3581" y="799"/>
                  </a:lnTo>
                  <a:lnTo>
                    <a:pt x="1902" y="1485"/>
                  </a:lnTo>
                  <a:lnTo>
                    <a:pt x="214" y="799"/>
                  </a:lnTo>
                  <a:lnTo>
                    <a:pt x="1902" y="122"/>
                  </a:lnTo>
                  <a:close/>
                  <a:moveTo>
                    <a:pt x="1874" y="1"/>
                  </a:moveTo>
                  <a:lnTo>
                    <a:pt x="38" y="743"/>
                  </a:lnTo>
                  <a:cubicBezTo>
                    <a:pt x="10" y="752"/>
                    <a:pt x="1" y="780"/>
                    <a:pt x="1" y="799"/>
                  </a:cubicBezTo>
                  <a:cubicBezTo>
                    <a:pt x="1" y="827"/>
                    <a:pt x="10" y="845"/>
                    <a:pt x="38" y="854"/>
                  </a:cubicBezTo>
                  <a:lnTo>
                    <a:pt x="1874" y="1597"/>
                  </a:lnTo>
                  <a:cubicBezTo>
                    <a:pt x="1884" y="1606"/>
                    <a:pt x="1893" y="1606"/>
                    <a:pt x="1902" y="1606"/>
                  </a:cubicBezTo>
                  <a:cubicBezTo>
                    <a:pt x="1902" y="1606"/>
                    <a:pt x="1912" y="1606"/>
                    <a:pt x="1921" y="1597"/>
                  </a:cubicBezTo>
                  <a:lnTo>
                    <a:pt x="3758" y="854"/>
                  </a:lnTo>
                  <a:cubicBezTo>
                    <a:pt x="3785" y="845"/>
                    <a:pt x="3795" y="827"/>
                    <a:pt x="3795" y="799"/>
                  </a:cubicBezTo>
                  <a:cubicBezTo>
                    <a:pt x="3795" y="780"/>
                    <a:pt x="3785" y="752"/>
                    <a:pt x="3758" y="743"/>
                  </a:cubicBezTo>
                  <a:lnTo>
                    <a:pt x="192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54"/>
            <p:cNvSpPr/>
            <p:nvPr/>
          </p:nvSpPr>
          <p:spPr>
            <a:xfrm>
              <a:off x="1407129" y="1891484"/>
              <a:ext cx="159812" cy="75973"/>
            </a:xfrm>
            <a:custGeom>
              <a:rect b="b" l="l" r="r" t="t"/>
              <a:pathLst>
                <a:path extrusionOk="0" h="966" w="2032">
                  <a:moveTo>
                    <a:pt x="371" y="1"/>
                  </a:moveTo>
                  <a:lnTo>
                    <a:pt x="0" y="168"/>
                  </a:lnTo>
                  <a:lnTo>
                    <a:pt x="1624" y="966"/>
                  </a:lnTo>
                  <a:lnTo>
                    <a:pt x="2032" y="817"/>
                  </a:lnTo>
                  <a:lnTo>
                    <a:pt x="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54"/>
            <p:cNvSpPr/>
            <p:nvPr/>
          </p:nvSpPr>
          <p:spPr>
            <a:xfrm>
              <a:off x="1402017" y="1887159"/>
              <a:ext cx="169328" cy="85411"/>
            </a:xfrm>
            <a:custGeom>
              <a:rect b="b" l="l" r="r" t="t"/>
              <a:pathLst>
                <a:path extrusionOk="0" h="1086" w="2153">
                  <a:moveTo>
                    <a:pt x="436" y="121"/>
                  </a:moveTo>
                  <a:lnTo>
                    <a:pt x="1948" y="863"/>
                  </a:lnTo>
                  <a:lnTo>
                    <a:pt x="1689" y="965"/>
                  </a:lnTo>
                  <a:lnTo>
                    <a:pt x="204" y="223"/>
                  </a:lnTo>
                  <a:lnTo>
                    <a:pt x="436" y="121"/>
                  </a:lnTo>
                  <a:close/>
                  <a:moveTo>
                    <a:pt x="418" y="0"/>
                  </a:moveTo>
                  <a:lnTo>
                    <a:pt x="37" y="167"/>
                  </a:lnTo>
                  <a:cubicBezTo>
                    <a:pt x="19" y="177"/>
                    <a:pt x="9" y="195"/>
                    <a:pt x="0" y="223"/>
                  </a:cubicBezTo>
                  <a:cubicBezTo>
                    <a:pt x="0" y="241"/>
                    <a:pt x="19" y="260"/>
                    <a:pt x="37" y="269"/>
                  </a:cubicBezTo>
                  <a:lnTo>
                    <a:pt x="1661" y="1076"/>
                  </a:lnTo>
                  <a:cubicBezTo>
                    <a:pt x="1670" y="1076"/>
                    <a:pt x="1679" y="1086"/>
                    <a:pt x="1689" y="1086"/>
                  </a:cubicBezTo>
                  <a:cubicBezTo>
                    <a:pt x="1698" y="1086"/>
                    <a:pt x="1698" y="1086"/>
                    <a:pt x="1707" y="1076"/>
                  </a:cubicBezTo>
                  <a:lnTo>
                    <a:pt x="2115" y="928"/>
                  </a:lnTo>
                  <a:cubicBezTo>
                    <a:pt x="2134" y="919"/>
                    <a:pt x="2152" y="900"/>
                    <a:pt x="2152" y="872"/>
                  </a:cubicBezTo>
                  <a:cubicBezTo>
                    <a:pt x="2152" y="854"/>
                    <a:pt x="2143" y="826"/>
                    <a:pt x="2125" y="817"/>
                  </a:cubicBezTo>
                  <a:lnTo>
                    <a:pt x="464" y="10"/>
                  </a:lnTo>
                  <a:cubicBezTo>
                    <a:pt x="445" y="0"/>
                    <a:pt x="427"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54"/>
          <p:cNvGrpSpPr/>
          <p:nvPr/>
        </p:nvGrpSpPr>
        <p:grpSpPr>
          <a:xfrm>
            <a:off x="7273530" y="2953286"/>
            <a:ext cx="1329443" cy="916475"/>
            <a:chOff x="713230" y="2963286"/>
            <a:chExt cx="1329443" cy="916475"/>
          </a:xfrm>
        </p:grpSpPr>
        <p:sp>
          <p:nvSpPr>
            <p:cNvPr id="1805" name="Google Shape;1805;p54"/>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54"/>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54"/>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54"/>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54"/>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54"/>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54"/>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54"/>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54"/>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54"/>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54"/>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54"/>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54"/>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54"/>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54"/>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54"/>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54"/>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54"/>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54"/>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54"/>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54"/>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54"/>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54"/>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54"/>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54"/>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54"/>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4"/>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54"/>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54"/>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54"/>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54"/>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54"/>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54"/>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54"/>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54"/>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54"/>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54"/>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54"/>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54"/>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54"/>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5" name="Google Shape;1845;p54"/>
          <p:cNvSpPr txBox="1"/>
          <p:nvPr/>
        </p:nvSpPr>
        <p:spPr>
          <a:xfrm>
            <a:off x="720000" y="1114375"/>
            <a:ext cx="6390600" cy="37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Environmental Monitoring</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Motion and sound sensors shall operate continuously (24/7) while powered.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Sound Detection </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measure environmental noise in </a:t>
            </a:r>
            <a:r>
              <a:rPr b="1" lang="en" sz="1200">
                <a:solidFill>
                  <a:schemeClr val="dk1"/>
                </a:solidFill>
                <a:latin typeface="Open Sans"/>
                <a:ea typeface="Open Sans"/>
                <a:cs typeface="Open Sans"/>
                <a:sym typeface="Open Sans"/>
              </a:rPr>
              <a:t>decibels (dB)</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log events when noise exceeds a configurable threshold (30 dB)</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Motion Detection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detect motion within sensor range.</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log:</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Time of detection</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Duration of motion</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Event Logging</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timestamp all motion and sound events.</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correlate </a:t>
            </a:r>
            <a:r>
              <a:rPr lang="en" sz="1200">
                <a:solidFill>
                  <a:schemeClr val="dk1"/>
                </a:solidFill>
                <a:latin typeface="Open Sans"/>
                <a:ea typeface="Open Sans"/>
                <a:cs typeface="Open Sans"/>
                <a:sym typeface="Open Sans"/>
              </a:rPr>
              <a:t>motion and sound data to identify potential activity patterns.</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AI/ML Integration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shall provide collected sensor and event data as input to AI/ML model.</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AI/ML model shall perform reasoning such as anomaly detection or activity inference.</a:t>
            </a:r>
            <a:endParaRPr sz="1200">
              <a:solidFill>
                <a:schemeClr val="dk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5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Alternatives</a:t>
            </a:r>
            <a:endParaRPr/>
          </a:p>
        </p:txBody>
      </p:sp>
      <p:grpSp>
        <p:nvGrpSpPr>
          <p:cNvPr id="1851" name="Google Shape;1851;p55"/>
          <p:cNvGrpSpPr/>
          <p:nvPr/>
        </p:nvGrpSpPr>
        <p:grpSpPr>
          <a:xfrm>
            <a:off x="7377972" y="2283383"/>
            <a:ext cx="1225000" cy="576722"/>
            <a:chOff x="835132" y="1750471"/>
            <a:chExt cx="1225000" cy="576722"/>
          </a:xfrm>
        </p:grpSpPr>
        <p:sp>
          <p:nvSpPr>
            <p:cNvPr id="1852" name="Google Shape;1852;p55"/>
            <p:cNvSpPr/>
            <p:nvPr/>
          </p:nvSpPr>
          <p:spPr>
            <a:xfrm>
              <a:off x="840244" y="1926561"/>
              <a:ext cx="300669" cy="37987"/>
            </a:xfrm>
            <a:custGeom>
              <a:rect b="b" l="l" r="r" t="t"/>
              <a:pathLst>
                <a:path extrusionOk="0" h="483" w="3823">
                  <a:moveTo>
                    <a:pt x="0" y="0"/>
                  </a:moveTo>
                  <a:lnTo>
                    <a:pt x="0" y="483"/>
                  </a:lnTo>
                  <a:lnTo>
                    <a:pt x="3822" y="483"/>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55"/>
            <p:cNvSpPr/>
            <p:nvPr/>
          </p:nvSpPr>
          <p:spPr>
            <a:xfrm>
              <a:off x="835132" y="1921449"/>
              <a:ext cx="310107" cy="48211"/>
            </a:xfrm>
            <a:custGeom>
              <a:rect b="b" l="l" r="r" t="t"/>
              <a:pathLst>
                <a:path extrusionOk="0" h="613" w="3943">
                  <a:moveTo>
                    <a:pt x="3822" y="121"/>
                  </a:moveTo>
                  <a:lnTo>
                    <a:pt x="3822" y="492"/>
                  </a:lnTo>
                  <a:lnTo>
                    <a:pt x="121" y="492"/>
                  </a:lnTo>
                  <a:lnTo>
                    <a:pt x="121" y="121"/>
                  </a:lnTo>
                  <a:close/>
                  <a:moveTo>
                    <a:pt x="65" y="0"/>
                  </a:moveTo>
                  <a:cubicBezTo>
                    <a:pt x="28" y="0"/>
                    <a:pt x="0" y="28"/>
                    <a:pt x="0" y="65"/>
                  </a:cubicBezTo>
                  <a:lnTo>
                    <a:pt x="0" y="548"/>
                  </a:lnTo>
                  <a:cubicBezTo>
                    <a:pt x="0" y="566"/>
                    <a:pt x="9" y="585"/>
                    <a:pt x="19" y="594"/>
                  </a:cubicBezTo>
                  <a:cubicBezTo>
                    <a:pt x="28" y="603"/>
                    <a:pt x="47" y="613"/>
                    <a:pt x="65" y="613"/>
                  </a:cubicBezTo>
                  <a:lnTo>
                    <a:pt x="3887" y="613"/>
                  </a:lnTo>
                  <a:cubicBezTo>
                    <a:pt x="3896" y="613"/>
                    <a:pt x="3915" y="603"/>
                    <a:pt x="3924" y="594"/>
                  </a:cubicBezTo>
                  <a:cubicBezTo>
                    <a:pt x="3933" y="585"/>
                    <a:pt x="3943" y="566"/>
                    <a:pt x="3943" y="548"/>
                  </a:cubicBezTo>
                  <a:lnTo>
                    <a:pt x="3943" y="65"/>
                  </a:lnTo>
                  <a:cubicBezTo>
                    <a:pt x="3943" y="28"/>
                    <a:pt x="3915" y="0"/>
                    <a:pt x="38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55"/>
            <p:cNvSpPr/>
            <p:nvPr/>
          </p:nvSpPr>
          <p:spPr>
            <a:xfrm>
              <a:off x="967887" y="201189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55"/>
            <p:cNvSpPr/>
            <p:nvPr/>
          </p:nvSpPr>
          <p:spPr>
            <a:xfrm>
              <a:off x="963483" y="2006780"/>
              <a:ext cx="181754" cy="34369"/>
            </a:xfrm>
            <a:custGeom>
              <a:rect b="b" l="l" r="r" t="t"/>
              <a:pathLst>
                <a:path extrusionOk="0" h="437" w="2311">
                  <a:moveTo>
                    <a:pt x="2190" y="121"/>
                  </a:moveTo>
                  <a:lnTo>
                    <a:pt x="2190" y="325"/>
                  </a:lnTo>
                  <a:lnTo>
                    <a:pt x="112" y="325"/>
                  </a:lnTo>
                  <a:lnTo>
                    <a:pt x="112" y="121"/>
                  </a:lnTo>
                  <a:close/>
                  <a:moveTo>
                    <a:pt x="57" y="1"/>
                  </a:moveTo>
                  <a:cubicBezTo>
                    <a:pt x="38" y="1"/>
                    <a:pt x="29" y="10"/>
                    <a:pt x="19" y="19"/>
                  </a:cubicBezTo>
                  <a:cubicBezTo>
                    <a:pt x="1" y="28"/>
                    <a:pt x="1" y="47"/>
                    <a:pt x="1" y="66"/>
                  </a:cubicBezTo>
                  <a:lnTo>
                    <a:pt x="1" y="381"/>
                  </a:lnTo>
                  <a:cubicBezTo>
                    <a:pt x="1" y="409"/>
                    <a:pt x="29" y="437"/>
                    <a:pt x="57" y="437"/>
                  </a:cubicBezTo>
                  <a:lnTo>
                    <a:pt x="2255" y="437"/>
                  </a:lnTo>
                  <a:cubicBezTo>
                    <a:pt x="2264" y="437"/>
                    <a:pt x="2283" y="427"/>
                    <a:pt x="2292" y="418"/>
                  </a:cubicBezTo>
                  <a:cubicBezTo>
                    <a:pt x="2301" y="409"/>
                    <a:pt x="2311" y="390"/>
                    <a:pt x="2311" y="381"/>
                  </a:cubicBezTo>
                  <a:lnTo>
                    <a:pt x="2311" y="66"/>
                  </a:lnTo>
                  <a:cubicBezTo>
                    <a:pt x="2311" y="28"/>
                    <a:pt x="228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55"/>
            <p:cNvSpPr/>
            <p:nvPr/>
          </p:nvSpPr>
          <p:spPr>
            <a:xfrm>
              <a:off x="967887" y="2083382"/>
              <a:ext cx="172238" cy="24931"/>
            </a:xfrm>
            <a:custGeom>
              <a:rect b="b" l="l" r="r" t="t"/>
              <a:pathLst>
                <a:path extrusionOk="0" h="317" w="2190">
                  <a:moveTo>
                    <a:pt x="1" y="1"/>
                  </a:moveTo>
                  <a:lnTo>
                    <a:pt x="1" y="316"/>
                  </a:lnTo>
                  <a:lnTo>
                    <a:pt x="2190" y="316"/>
                  </a:lnTo>
                  <a:lnTo>
                    <a:pt x="21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55"/>
            <p:cNvSpPr/>
            <p:nvPr/>
          </p:nvSpPr>
          <p:spPr>
            <a:xfrm>
              <a:off x="963483" y="2079057"/>
              <a:ext cx="181754" cy="34369"/>
            </a:xfrm>
            <a:custGeom>
              <a:rect b="b" l="l" r="r" t="t"/>
              <a:pathLst>
                <a:path extrusionOk="0" h="437" w="2311">
                  <a:moveTo>
                    <a:pt x="2190" y="111"/>
                  </a:moveTo>
                  <a:lnTo>
                    <a:pt x="2190" y="315"/>
                  </a:lnTo>
                  <a:lnTo>
                    <a:pt x="112" y="315"/>
                  </a:lnTo>
                  <a:lnTo>
                    <a:pt x="112" y="111"/>
                  </a:lnTo>
                  <a:close/>
                  <a:moveTo>
                    <a:pt x="57" y="0"/>
                  </a:moveTo>
                  <a:cubicBezTo>
                    <a:pt x="29" y="0"/>
                    <a:pt x="1" y="28"/>
                    <a:pt x="1" y="56"/>
                  </a:cubicBezTo>
                  <a:lnTo>
                    <a:pt x="1" y="371"/>
                  </a:lnTo>
                  <a:cubicBezTo>
                    <a:pt x="1" y="390"/>
                    <a:pt x="10" y="408"/>
                    <a:pt x="19" y="418"/>
                  </a:cubicBezTo>
                  <a:cubicBezTo>
                    <a:pt x="29" y="427"/>
                    <a:pt x="38" y="436"/>
                    <a:pt x="57" y="436"/>
                  </a:cubicBezTo>
                  <a:lnTo>
                    <a:pt x="2255" y="436"/>
                  </a:lnTo>
                  <a:cubicBezTo>
                    <a:pt x="2283" y="436"/>
                    <a:pt x="2311" y="408"/>
                    <a:pt x="2311" y="371"/>
                  </a:cubicBezTo>
                  <a:lnTo>
                    <a:pt x="2311" y="56"/>
                  </a:lnTo>
                  <a:cubicBezTo>
                    <a:pt x="2311" y="37"/>
                    <a:pt x="2301" y="28"/>
                    <a:pt x="2292" y="19"/>
                  </a:cubicBezTo>
                  <a:cubicBezTo>
                    <a:pt x="2283" y="0"/>
                    <a:pt x="2264"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55"/>
            <p:cNvSpPr/>
            <p:nvPr/>
          </p:nvSpPr>
          <p:spPr>
            <a:xfrm>
              <a:off x="1724468" y="2138277"/>
              <a:ext cx="302164" cy="134880"/>
            </a:xfrm>
            <a:custGeom>
              <a:rect b="b" l="l" r="r" t="t"/>
              <a:pathLst>
                <a:path extrusionOk="0" h="1715" w="3842">
                  <a:moveTo>
                    <a:pt x="69" y="0"/>
                  </a:moveTo>
                  <a:cubicBezTo>
                    <a:pt x="47" y="0"/>
                    <a:pt x="26" y="16"/>
                    <a:pt x="19" y="36"/>
                  </a:cubicBezTo>
                  <a:cubicBezTo>
                    <a:pt x="0" y="63"/>
                    <a:pt x="19" y="101"/>
                    <a:pt x="47" y="110"/>
                  </a:cubicBezTo>
                  <a:lnTo>
                    <a:pt x="3758" y="1705"/>
                  </a:lnTo>
                  <a:cubicBezTo>
                    <a:pt x="3758" y="1715"/>
                    <a:pt x="3767" y="1715"/>
                    <a:pt x="3776" y="1715"/>
                  </a:cubicBezTo>
                  <a:cubicBezTo>
                    <a:pt x="3804" y="1715"/>
                    <a:pt x="3822" y="1696"/>
                    <a:pt x="3832" y="1678"/>
                  </a:cubicBezTo>
                  <a:cubicBezTo>
                    <a:pt x="3841" y="1650"/>
                    <a:pt x="3832" y="1613"/>
                    <a:pt x="3804" y="1603"/>
                  </a:cubicBezTo>
                  <a:lnTo>
                    <a:pt x="93" y="8"/>
                  </a:lnTo>
                  <a:cubicBezTo>
                    <a:pt x="85" y="3"/>
                    <a:pt x="77"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55"/>
            <p:cNvSpPr/>
            <p:nvPr/>
          </p:nvSpPr>
          <p:spPr>
            <a:xfrm>
              <a:off x="2007517" y="2249012"/>
              <a:ext cx="47503" cy="47503"/>
            </a:xfrm>
            <a:custGeom>
              <a:rect b="b" l="l" r="r" t="t"/>
              <a:pathLst>
                <a:path extrusionOk="0" h="604" w="604">
                  <a:moveTo>
                    <a:pt x="437" y="1"/>
                  </a:moveTo>
                  <a:lnTo>
                    <a:pt x="1" y="158"/>
                  </a:lnTo>
                  <a:lnTo>
                    <a:pt x="159" y="603"/>
                  </a:lnTo>
                  <a:lnTo>
                    <a:pt x="604" y="446"/>
                  </a:lnTo>
                  <a:lnTo>
                    <a:pt x="4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55"/>
            <p:cNvSpPr/>
            <p:nvPr/>
          </p:nvSpPr>
          <p:spPr>
            <a:xfrm>
              <a:off x="2002405" y="2244844"/>
              <a:ext cx="57727" cy="56783"/>
            </a:xfrm>
            <a:custGeom>
              <a:rect b="b" l="l" r="r" t="t"/>
              <a:pathLst>
                <a:path extrusionOk="0" h="722" w="734">
                  <a:moveTo>
                    <a:pt x="474" y="137"/>
                  </a:moveTo>
                  <a:lnTo>
                    <a:pt x="595" y="471"/>
                  </a:lnTo>
                  <a:lnTo>
                    <a:pt x="261" y="592"/>
                  </a:lnTo>
                  <a:lnTo>
                    <a:pt x="140" y="258"/>
                  </a:lnTo>
                  <a:lnTo>
                    <a:pt x="474" y="137"/>
                  </a:lnTo>
                  <a:close/>
                  <a:moveTo>
                    <a:pt x="510" y="0"/>
                  </a:moveTo>
                  <a:cubicBezTo>
                    <a:pt x="502" y="0"/>
                    <a:pt x="493" y="2"/>
                    <a:pt x="483" y="7"/>
                  </a:cubicBezTo>
                  <a:lnTo>
                    <a:pt x="47" y="165"/>
                  </a:lnTo>
                  <a:cubicBezTo>
                    <a:pt x="29" y="174"/>
                    <a:pt x="19" y="183"/>
                    <a:pt x="10" y="193"/>
                  </a:cubicBezTo>
                  <a:cubicBezTo>
                    <a:pt x="1" y="211"/>
                    <a:pt x="1" y="230"/>
                    <a:pt x="10" y="239"/>
                  </a:cubicBezTo>
                  <a:lnTo>
                    <a:pt x="168" y="684"/>
                  </a:lnTo>
                  <a:cubicBezTo>
                    <a:pt x="177" y="703"/>
                    <a:pt x="205" y="721"/>
                    <a:pt x="224" y="721"/>
                  </a:cubicBezTo>
                  <a:lnTo>
                    <a:pt x="242" y="721"/>
                  </a:lnTo>
                  <a:lnTo>
                    <a:pt x="687" y="554"/>
                  </a:lnTo>
                  <a:cubicBezTo>
                    <a:pt x="715" y="545"/>
                    <a:pt x="734" y="508"/>
                    <a:pt x="724" y="480"/>
                  </a:cubicBezTo>
                  <a:lnTo>
                    <a:pt x="567" y="35"/>
                  </a:lnTo>
                  <a:cubicBezTo>
                    <a:pt x="557" y="26"/>
                    <a:pt x="548" y="16"/>
                    <a:pt x="530" y="7"/>
                  </a:cubicBezTo>
                  <a:cubicBezTo>
                    <a:pt x="525" y="2"/>
                    <a:pt x="518"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55"/>
            <p:cNvSpPr/>
            <p:nvPr/>
          </p:nvSpPr>
          <p:spPr>
            <a:xfrm>
              <a:off x="1161987" y="1777525"/>
              <a:ext cx="583722" cy="544791"/>
            </a:xfrm>
            <a:custGeom>
              <a:rect b="b" l="l" r="r" t="t"/>
              <a:pathLst>
                <a:path extrusionOk="0" h="6927" w="7422">
                  <a:moveTo>
                    <a:pt x="3708" y="0"/>
                  </a:moveTo>
                  <a:cubicBezTo>
                    <a:pt x="3534" y="0"/>
                    <a:pt x="3359" y="13"/>
                    <a:pt x="3182" y="40"/>
                  </a:cubicBezTo>
                  <a:cubicBezTo>
                    <a:pt x="1290" y="327"/>
                    <a:pt x="0" y="2099"/>
                    <a:pt x="288" y="3992"/>
                  </a:cubicBezTo>
                  <a:cubicBezTo>
                    <a:pt x="548" y="5706"/>
                    <a:pt x="2027" y="6926"/>
                    <a:pt x="3704" y="6926"/>
                  </a:cubicBezTo>
                  <a:cubicBezTo>
                    <a:pt x="3878" y="6926"/>
                    <a:pt x="4053" y="6913"/>
                    <a:pt x="4230" y="6886"/>
                  </a:cubicBezTo>
                  <a:cubicBezTo>
                    <a:pt x="6123" y="6598"/>
                    <a:pt x="7421" y="4827"/>
                    <a:pt x="7134" y="2943"/>
                  </a:cubicBezTo>
                  <a:cubicBezTo>
                    <a:pt x="6873" y="1228"/>
                    <a:pt x="5392" y="0"/>
                    <a:pt x="37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5"/>
            <p:cNvSpPr/>
            <p:nvPr/>
          </p:nvSpPr>
          <p:spPr>
            <a:xfrm>
              <a:off x="1168515" y="1772964"/>
              <a:ext cx="582306" cy="554229"/>
            </a:xfrm>
            <a:custGeom>
              <a:rect b="b" l="l" r="r" t="t"/>
              <a:pathLst>
                <a:path extrusionOk="0" h="7047" w="7404">
                  <a:moveTo>
                    <a:pt x="3628" y="116"/>
                  </a:moveTo>
                  <a:cubicBezTo>
                    <a:pt x="5279" y="116"/>
                    <a:pt x="6736" y="1322"/>
                    <a:pt x="6995" y="3001"/>
                  </a:cubicBezTo>
                  <a:cubicBezTo>
                    <a:pt x="7274" y="4857"/>
                    <a:pt x="6003" y="6601"/>
                    <a:pt x="4147" y="6888"/>
                  </a:cubicBezTo>
                  <a:cubicBezTo>
                    <a:pt x="3971" y="6916"/>
                    <a:pt x="3796" y="6929"/>
                    <a:pt x="3623" y="6929"/>
                  </a:cubicBezTo>
                  <a:cubicBezTo>
                    <a:pt x="1968" y="6929"/>
                    <a:pt x="521" y="5720"/>
                    <a:pt x="260" y="4040"/>
                  </a:cubicBezTo>
                  <a:cubicBezTo>
                    <a:pt x="121" y="3141"/>
                    <a:pt x="344" y="2241"/>
                    <a:pt x="882" y="1508"/>
                  </a:cubicBezTo>
                  <a:cubicBezTo>
                    <a:pt x="1420" y="775"/>
                    <a:pt x="2208" y="293"/>
                    <a:pt x="3108" y="154"/>
                  </a:cubicBezTo>
                  <a:cubicBezTo>
                    <a:pt x="3285" y="126"/>
                    <a:pt x="3461" y="116"/>
                    <a:pt x="3628" y="116"/>
                  </a:cubicBezTo>
                  <a:close/>
                  <a:moveTo>
                    <a:pt x="3628" y="1"/>
                  </a:moveTo>
                  <a:cubicBezTo>
                    <a:pt x="3451" y="1"/>
                    <a:pt x="3271" y="14"/>
                    <a:pt x="3090" y="42"/>
                  </a:cubicBezTo>
                  <a:cubicBezTo>
                    <a:pt x="2162" y="181"/>
                    <a:pt x="1346" y="682"/>
                    <a:pt x="789" y="1443"/>
                  </a:cubicBezTo>
                  <a:cubicBezTo>
                    <a:pt x="233" y="2194"/>
                    <a:pt x="1" y="3131"/>
                    <a:pt x="149" y="4059"/>
                  </a:cubicBezTo>
                  <a:cubicBezTo>
                    <a:pt x="409" y="5794"/>
                    <a:pt x="1912" y="7046"/>
                    <a:pt x="3628" y="7046"/>
                  </a:cubicBezTo>
                  <a:cubicBezTo>
                    <a:pt x="3804" y="7046"/>
                    <a:pt x="3980" y="7028"/>
                    <a:pt x="4157" y="7000"/>
                  </a:cubicBezTo>
                  <a:cubicBezTo>
                    <a:pt x="6077" y="6712"/>
                    <a:pt x="7403" y="4912"/>
                    <a:pt x="7107" y="2992"/>
                  </a:cubicBezTo>
                  <a:cubicBezTo>
                    <a:pt x="6838" y="1253"/>
                    <a:pt x="5336" y="1"/>
                    <a:pt x="3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55"/>
            <p:cNvSpPr/>
            <p:nvPr/>
          </p:nvSpPr>
          <p:spPr>
            <a:xfrm>
              <a:off x="1170717" y="1754875"/>
              <a:ext cx="620214" cy="545027"/>
            </a:xfrm>
            <a:custGeom>
              <a:rect b="b" l="l" r="r" t="t"/>
              <a:pathLst>
                <a:path extrusionOk="0" h="6930" w="7886">
                  <a:moveTo>
                    <a:pt x="3951" y="0"/>
                  </a:moveTo>
                  <a:cubicBezTo>
                    <a:pt x="2835" y="0"/>
                    <a:pt x="1737" y="541"/>
                    <a:pt x="1067" y="1543"/>
                  </a:cubicBezTo>
                  <a:cubicBezTo>
                    <a:pt x="0" y="3129"/>
                    <a:pt x="427" y="5282"/>
                    <a:pt x="2014" y="6348"/>
                  </a:cubicBezTo>
                  <a:cubicBezTo>
                    <a:pt x="2606" y="6741"/>
                    <a:pt x="3275" y="6929"/>
                    <a:pt x="3937" y="6929"/>
                  </a:cubicBezTo>
                  <a:cubicBezTo>
                    <a:pt x="5057" y="6929"/>
                    <a:pt x="6154" y="6390"/>
                    <a:pt x="6819" y="5393"/>
                  </a:cubicBezTo>
                  <a:cubicBezTo>
                    <a:pt x="7886" y="3807"/>
                    <a:pt x="7459" y="1654"/>
                    <a:pt x="5873" y="588"/>
                  </a:cubicBezTo>
                  <a:cubicBezTo>
                    <a:pt x="5282" y="191"/>
                    <a:pt x="4613" y="0"/>
                    <a:pt x="39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55"/>
            <p:cNvSpPr/>
            <p:nvPr/>
          </p:nvSpPr>
          <p:spPr>
            <a:xfrm>
              <a:off x="1184559" y="1750471"/>
              <a:ext cx="593238" cy="554072"/>
            </a:xfrm>
            <a:custGeom>
              <a:rect b="b" l="l" r="r" t="t"/>
              <a:pathLst>
                <a:path extrusionOk="0" h="7045" w="7543">
                  <a:moveTo>
                    <a:pt x="3776" y="115"/>
                  </a:moveTo>
                  <a:cubicBezTo>
                    <a:pt x="4500" y="115"/>
                    <a:pt x="5196" y="347"/>
                    <a:pt x="5789" y="774"/>
                  </a:cubicBezTo>
                  <a:cubicBezTo>
                    <a:pt x="6522" y="1312"/>
                    <a:pt x="6995" y="2109"/>
                    <a:pt x="7134" y="3009"/>
                  </a:cubicBezTo>
                  <a:cubicBezTo>
                    <a:pt x="7422" y="4865"/>
                    <a:pt x="6142" y="6599"/>
                    <a:pt x="4287" y="6887"/>
                  </a:cubicBezTo>
                  <a:cubicBezTo>
                    <a:pt x="4111" y="6914"/>
                    <a:pt x="3936" y="6927"/>
                    <a:pt x="3762" y="6927"/>
                  </a:cubicBezTo>
                  <a:cubicBezTo>
                    <a:pt x="3043" y="6927"/>
                    <a:pt x="2344" y="6699"/>
                    <a:pt x="1754" y="6265"/>
                  </a:cubicBezTo>
                  <a:cubicBezTo>
                    <a:pt x="1021" y="5727"/>
                    <a:pt x="548" y="4939"/>
                    <a:pt x="409" y="4039"/>
                  </a:cubicBezTo>
                  <a:cubicBezTo>
                    <a:pt x="121" y="2184"/>
                    <a:pt x="1401" y="440"/>
                    <a:pt x="3257" y="161"/>
                  </a:cubicBezTo>
                  <a:cubicBezTo>
                    <a:pt x="3433" y="133"/>
                    <a:pt x="3609" y="115"/>
                    <a:pt x="3776" y="115"/>
                  </a:cubicBezTo>
                  <a:close/>
                  <a:moveTo>
                    <a:pt x="3776" y="0"/>
                  </a:moveTo>
                  <a:cubicBezTo>
                    <a:pt x="3598" y="0"/>
                    <a:pt x="3418" y="14"/>
                    <a:pt x="3238" y="41"/>
                  </a:cubicBezTo>
                  <a:cubicBezTo>
                    <a:pt x="1318" y="338"/>
                    <a:pt x="1" y="2137"/>
                    <a:pt x="288" y="4057"/>
                  </a:cubicBezTo>
                  <a:cubicBezTo>
                    <a:pt x="437" y="4985"/>
                    <a:pt x="928" y="5801"/>
                    <a:pt x="1689" y="6358"/>
                  </a:cubicBezTo>
                  <a:cubicBezTo>
                    <a:pt x="2301" y="6813"/>
                    <a:pt x="3025" y="7045"/>
                    <a:pt x="3767" y="7045"/>
                  </a:cubicBezTo>
                  <a:cubicBezTo>
                    <a:pt x="3943" y="7045"/>
                    <a:pt x="4129" y="7035"/>
                    <a:pt x="4305" y="6998"/>
                  </a:cubicBezTo>
                  <a:cubicBezTo>
                    <a:pt x="6225" y="6711"/>
                    <a:pt x="7543" y="4911"/>
                    <a:pt x="7255" y="2991"/>
                  </a:cubicBezTo>
                  <a:cubicBezTo>
                    <a:pt x="7107" y="2054"/>
                    <a:pt x="6615" y="1237"/>
                    <a:pt x="5854" y="681"/>
                  </a:cubicBezTo>
                  <a:cubicBezTo>
                    <a:pt x="5241" y="232"/>
                    <a:pt x="4519" y="0"/>
                    <a:pt x="37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55"/>
            <p:cNvSpPr/>
            <p:nvPr/>
          </p:nvSpPr>
          <p:spPr>
            <a:xfrm>
              <a:off x="1571972" y="1801985"/>
              <a:ext cx="132836" cy="133386"/>
            </a:xfrm>
            <a:custGeom>
              <a:rect b="b" l="l" r="r" t="t"/>
              <a:pathLst>
                <a:path extrusionOk="0" h="1696" w="1689">
                  <a:moveTo>
                    <a:pt x="99" y="0"/>
                  </a:moveTo>
                  <a:cubicBezTo>
                    <a:pt x="67" y="0"/>
                    <a:pt x="33" y="19"/>
                    <a:pt x="19" y="54"/>
                  </a:cubicBezTo>
                  <a:cubicBezTo>
                    <a:pt x="1" y="91"/>
                    <a:pt x="19" y="146"/>
                    <a:pt x="56" y="165"/>
                  </a:cubicBezTo>
                  <a:cubicBezTo>
                    <a:pt x="706" y="462"/>
                    <a:pt x="1216" y="991"/>
                    <a:pt x="1503" y="1640"/>
                  </a:cubicBezTo>
                  <a:cubicBezTo>
                    <a:pt x="1522" y="1677"/>
                    <a:pt x="1550" y="1696"/>
                    <a:pt x="1587" y="1696"/>
                  </a:cubicBezTo>
                  <a:cubicBezTo>
                    <a:pt x="1596" y="1696"/>
                    <a:pt x="1615" y="1696"/>
                    <a:pt x="1624" y="1686"/>
                  </a:cubicBezTo>
                  <a:cubicBezTo>
                    <a:pt x="1670" y="1668"/>
                    <a:pt x="1689" y="1612"/>
                    <a:pt x="1670" y="1575"/>
                  </a:cubicBezTo>
                  <a:cubicBezTo>
                    <a:pt x="1364" y="879"/>
                    <a:pt x="817" y="323"/>
                    <a:pt x="131" y="7"/>
                  </a:cubicBezTo>
                  <a:cubicBezTo>
                    <a:pt x="121" y="2"/>
                    <a:pt x="110" y="0"/>
                    <a:pt x="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5"/>
            <p:cNvSpPr/>
            <p:nvPr/>
          </p:nvSpPr>
          <p:spPr>
            <a:xfrm>
              <a:off x="1333437" y="1933088"/>
              <a:ext cx="144475" cy="248133"/>
            </a:xfrm>
            <a:custGeom>
              <a:rect b="b" l="l" r="r" t="t"/>
              <a:pathLst>
                <a:path extrusionOk="0" h="3155" w="1837">
                  <a:moveTo>
                    <a:pt x="0" y="1"/>
                  </a:moveTo>
                  <a:lnTo>
                    <a:pt x="0" y="2440"/>
                  </a:lnTo>
                  <a:lnTo>
                    <a:pt x="1837" y="3155"/>
                  </a:lnTo>
                  <a:lnTo>
                    <a:pt x="1837" y="75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55"/>
            <p:cNvSpPr/>
            <p:nvPr/>
          </p:nvSpPr>
          <p:spPr>
            <a:xfrm>
              <a:off x="1329033" y="1928763"/>
              <a:ext cx="153992" cy="256863"/>
            </a:xfrm>
            <a:custGeom>
              <a:rect b="b" l="l" r="r" t="t"/>
              <a:pathLst>
                <a:path extrusionOk="0" h="3266" w="1958">
                  <a:moveTo>
                    <a:pt x="112" y="139"/>
                  </a:moveTo>
                  <a:lnTo>
                    <a:pt x="1837" y="844"/>
                  </a:lnTo>
                  <a:lnTo>
                    <a:pt x="1837" y="3117"/>
                  </a:lnTo>
                  <a:lnTo>
                    <a:pt x="112" y="2458"/>
                  </a:lnTo>
                  <a:lnTo>
                    <a:pt x="112" y="139"/>
                  </a:lnTo>
                  <a:close/>
                  <a:moveTo>
                    <a:pt x="75" y="0"/>
                  </a:moveTo>
                  <a:cubicBezTo>
                    <a:pt x="56" y="0"/>
                    <a:pt x="38" y="0"/>
                    <a:pt x="28" y="9"/>
                  </a:cubicBezTo>
                  <a:cubicBezTo>
                    <a:pt x="10" y="19"/>
                    <a:pt x="1" y="37"/>
                    <a:pt x="1" y="56"/>
                  </a:cubicBezTo>
                  <a:lnTo>
                    <a:pt x="1" y="2495"/>
                  </a:lnTo>
                  <a:cubicBezTo>
                    <a:pt x="1" y="2523"/>
                    <a:pt x="10" y="2551"/>
                    <a:pt x="38" y="2551"/>
                  </a:cubicBezTo>
                  <a:lnTo>
                    <a:pt x="1874" y="3256"/>
                  </a:lnTo>
                  <a:cubicBezTo>
                    <a:pt x="1884" y="3265"/>
                    <a:pt x="1893" y="3265"/>
                    <a:pt x="1902" y="3265"/>
                  </a:cubicBezTo>
                  <a:cubicBezTo>
                    <a:pt x="1912" y="3265"/>
                    <a:pt x="1921" y="3256"/>
                    <a:pt x="1930" y="3256"/>
                  </a:cubicBezTo>
                  <a:cubicBezTo>
                    <a:pt x="1949" y="3247"/>
                    <a:pt x="1958" y="3228"/>
                    <a:pt x="1958" y="3210"/>
                  </a:cubicBezTo>
                  <a:lnTo>
                    <a:pt x="1958" y="807"/>
                  </a:lnTo>
                  <a:cubicBezTo>
                    <a:pt x="1958" y="779"/>
                    <a:pt x="1939" y="761"/>
                    <a:pt x="1921" y="751"/>
                  </a:cubicBezTo>
                  <a:lnTo>
                    <a:pt x="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55"/>
            <p:cNvSpPr/>
            <p:nvPr/>
          </p:nvSpPr>
          <p:spPr>
            <a:xfrm>
              <a:off x="1477832" y="1933088"/>
              <a:ext cx="145262" cy="248133"/>
            </a:xfrm>
            <a:custGeom>
              <a:rect b="b" l="l" r="r" t="t"/>
              <a:pathLst>
                <a:path extrusionOk="0" h="3155" w="1847">
                  <a:moveTo>
                    <a:pt x="1847" y="1"/>
                  </a:moveTo>
                  <a:lnTo>
                    <a:pt x="1" y="752"/>
                  </a:lnTo>
                  <a:lnTo>
                    <a:pt x="1" y="3155"/>
                  </a:lnTo>
                  <a:lnTo>
                    <a:pt x="1847" y="2440"/>
                  </a:lnTo>
                  <a:lnTo>
                    <a:pt x="18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55"/>
            <p:cNvSpPr/>
            <p:nvPr/>
          </p:nvSpPr>
          <p:spPr>
            <a:xfrm>
              <a:off x="1473507" y="1928763"/>
              <a:ext cx="153992" cy="256863"/>
            </a:xfrm>
            <a:custGeom>
              <a:rect b="b" l="l" r="r" t="t"/>
              <a:pathLst>
                <a:path extrusionOk="0" h="3266" w="1958">
                  <a:moveTo>
                    <a:pt x="1846" y="139"/>
                  </a:moveTo>
                  <a:lnTo>
                    <a:pt x="1846" y="2458"/>
                  </a:lnTo>
                  <a:lnTo>
                    <a:pt x="121" y="3117"/>
                  </a:lnTo>
                  <a:lnTo>
                    <a:pt x="121" y="844"/>
                  </a:lnTo>
                  <a:lnTo>
                    <a:pt x="1846" y="139"/>
                  </a:lnTo>
                  <a:close/>
                  <a:moveTo>
                    <a:pt x="1883" y="0"/>
                  </a:moveTo>
                  <a:lnTo>
                    <a:pt x="37" y="751"/>
                  </a:lnTo>
                  <a:cubicBezTo>
                    <a:pt x="19" y="761"/>
                    <a:pt x="0" y="779"/>
                    <a:pt x="0" y="807"/>
                  </a:cubicBezTo>
                  <a:lnTo>
                    <a:pt x="0" y="3210"/>
                  </a:lnTo>
                  <a:cubicBezTo>
                    <a:pt x="0" y="3228"/>
                    <a:pt x="10" y="3247"/>
                    <a:pt x="28" y="3256"/>
                  </a:cubicBezTo>
                  <a:cubicBezTo>
                    <a:pt x="37" y="3256"/>
                    <a:pt x="47" y="3265"/>
                    <a:pt x="65" y="3265"/>
                  </a:cubicBezTo>
                  <a:cubicBezTo>
                    <a:pt x="65" y="3265"/>
                    <a:pt x="75" y="3265"/>
                    <a:pt x="84" y="3256"/>
                  </a:cubicBezTo>
                  <a:lnTo>
                    <a:pt x="1921" y="2551"/>
                  </a:lnTo>
                  <a:cubicBezTo>
                    <a:pt x="1948" y="2542"/>
                    <a:pt x="1958" y="2523"/>
                    <a:pt x="1958" y="2495"/>
                  </a:cubicBezTo>
                  <a:lnTo>
                    <a:pt x="1958" y="56"/>
                  </a:lnTo>
                  <a:cubicBezTo>
                    <a:pt x="1958" y="37"/>
                    <a:pt x="1948" y="19"/>
                    <a:pt x="1939" y="9"/>
                  </a:cubicBezTo>
                  <a:cubicBezTo>
                    <a:pt x="1921" y="0"/>
                    <a:pt x="1902" y="0"/>
                    <a:pt x="18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55"/>
            <p:cNvSpPr/>
            <p:nvPr/>
          </p:nvSpPr>
          <p:spPr>
            <a:xfrm>
              <a:off x="1534772" y="1955739"/>
              <a:ext cx="32167" cy="54817"/>
            </a:xfrm>
            <a:custGeom>
              <a:rect b="b" l="l" r="r" t="t"/>
              <a:pathLst>
                <a:path extrusionOk="0" h="697" w="409">
                  <a:moveTo>
                    <a:pt x="409" y="0"/>
                  </a:moveTo>
                  <a:lnTo>
                    <a:pt x="1" y="167"/>
                  </a:lnTo>
                  <a:lnTo>
                    <a:pt x="1" y="696"/>
                  </a:lnTo>
                  <a:lnTo>
                    <a:pt x="409" y="538"/>
                  </a:lnTo>
                  <a:lnTo>
                    <a:pt x="4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55"/>
            <p:cNvSpPr/>
            <p:nvPr/>
          </p:nvSpPr>
          <p:spPr>
            <a:xfrm>
              <a:off x="1530368" y="1951020"/>
              <a:ext cx="40975" cy="63862"/>
            </a:xfrm>
            <a:custGeom>
              <a:rect b="b" l="l" r="r" t="t"/>
              <a:pathLst>
                <a:path extrusionOk="0" h="812" w="521">
                  <a:moveTo>
                    <a:pt x="409" y="144"/>
                  </a:moveTo>
                  <a:lnTo>
                    <a:pt x="409" y="561"/>
                  </a:lnTo>
                  <a:lnTo>
                    <a:pt x="112" y="673"/>
                  </a:lnTo>
                  <a:lnTo>
                    <a:pt x="112" y="264"/>
                  </a:lnTo>
                  <a:lnTo>
                    <a:pt x="409" y="144"/>
                  </a:lnTo>
                  <a:close/>
                  <a:moveTo>
                    <a:pt x="455" y="1"/>
                  </a:moveTo>
                  <a:cubicBezTo>
                    <a:pt x="449" y="1"/>
                    <a:pt x="442" y="2"/>
                    <a:pt x="437" y="5"/>
                  </a:cubicBezTo>
                  <a:lnTo>
                    <a:pt x="29" y="172"/>
                  </a:lnTo>
                  <a:cubicBezTo>
                    <a:pt x="10" y="181"/>
                    <a:pt x="1" y="199"/>
                    <a:pt x="1" y="227"/>
                  </a:cubicBezTo>
                  <a:lnTo>
                    <a:pt x="1" y="756"/>
                  </a:lnTo>
                  <a:cubicBezTo>
                    <a:pt x="1" y="775"/>
                    <a:pt x="10" y="793"/>
                    <a:pt x="19" y="802"/>
                  </a:cubicBezTo>
                  <a:cubicBezTo>
                    <a:pt x="29" y="812"/>
                    <a:pt x="47" y="812"/>
                    <a:pt x="57" y="812"/>
                  </a:cubicBezTo>
                  <a:lnTo>
                    <a:pt x="75" y="812"/>
                  </a:lnTo>
                  <a:lnTo>
                    <a:pt x="483" y="654"/>
                  </a:lnTo>
                  <a:cubicBezTo>
                    <a:pt x="502" y="645"/>
                    <a:pt x="520" y="626"/>
                    <a:pt x="520" y="598"/>
                  </a:cubicBezTo>
                  <a:lnTo>
                    <a:pt x="520" y="60"/>
                  </a:lnTo>
                  <a:cubicBezTo>
                    <a:pt x="520" y="42"/>
                    <a:pt x="511" y="23"/>
                    <a:pt x="493" y="14"/>
                  </a:cubicBezTo>
                  <a:cubicBezTo>
                    <a:pt x="486" y="7"/>
                    <a:pt x="470" y="1"/>
                    <a:pt x="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55"/>
            <p:cNvSpPr/>
            <p:nvPr/>
          </p:nvSpPr>
          <p:spPr>
            <a:xfrm>
              <a:off x="1333437" y="1874733"/>
              <a:ext cx="289659" cy="117578"/>
            </a:xfrm>
            <a:custGeom>
              <a:rect b="b" l="l" r="r" t="t"/>
              <a:pathLst>
                <a:path extrusionOk="0" h="1495" w="3683">
                  <a:moveTo>
                    <a:pt x="1837" y="1"/>
                  </a:moveTo>
                  <a:lnTo>
                    <a:pt x="0" y="743"/>
                  </a:lnTo>
                  <a:lnTo>
                    <a:pt x="1837" y="1494"/>
                  </a:lnTo>
                  <a:lnTo>
                    <a:pt x="3683" y="743"/>
                  </a:lnTo>
                  <a:lnTo>
                    <a:pt x="183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55"/>
            <p:cNvSpPr/>
            <p:nvPr/>
          </p:nvSpPr>
          <p:spPr>
            <a:xfrm>
              <a:off x="1329033" y="1870328"/>
              <a:ext cx="298467" cy="126308"/>
            </a:xfrm>
            <a:custGeom>
              <a:rect b="b" l="l" r="r" t="t"/>
              <a:pathLst>
                <a:path extrusionOk="0" h="1606" w="3795">
                  <a:moveTo>
                    <a:pt x="1902" y="122"/>
                  </a:moveTo>
                  <a:lnTo>
                    <a:pt x="3581" y="799"/>
                  </a:lnTo>
                  <a:lnTo>
                    <a:pt x="1902" y="1485"/>
                  </a:lnTo>
                  <a:lnTo>
                    <a:pt x="214" y="799"/>
                  </a:lnTo>
                  <a:lnTo>
                    <a:pt x="1902" y="122"/>
                  </a:lnTo>
                  <a:close/>
                  <a:moveTo>
                    <a:pt x="1874" y="1"/>
                  </a:moveTo>
                  <a:lnTo>
                    <a:pt x="38" y="743"/>
                  </a:lnTo>
                  <a:cubicBezTo>
                    <a:pt x="10" y="752"/>
                    <a:pt x="1" y="780"/>
                    <a:pt x="1" y="799"/>
                  </a:cubicBezTo>
                  <a:cubicBezTo>
                    <a:pt x="1" y="827"/>
                    <a:pt x="10" y="845"/>
                    <a:pt x="38" y="854"/>
                  </a:cubicBezTo>
                  <a:lnTo>
                    <a:pt x="1874" y="1597"/>
                  </a:lnTo>
                  <a:cubicBezTo>
                    <a:pt x="1884" y="1606"/>
                    <a:pt x="1893" y="1606"/>
                    <a:pt x="1902" y="1606"/>
                  </a:cubicBezTo>
                  <a:cubicBezTo>
                    <a:pt x="1902" y="1606"/>
                    <a:pt x="1912" y="1606"/>
                    <a:pt x="1921" y="1597"/>
                  </a:cubicBezTo>
                  <a:lnTo>
                    <a:pt x="3758" y="854"/>
                  </a:lnTo>
                  <a:cubicBezTo>
                    <a:pt x="3785" y="845"/>
                    <a:pt x="3795" y="827"/>
                    <a:pt x="3795" y="799"/>
                  </a:cubicBezTo>
                  <a:cubicBezTo>
                    <a:pt x="3795" y="780"/>
                    <a:pt x="3785" y="752"/>
                    <a:pt x="3758" y="743"/>
                  </a:cubicBezTo>
                  <a:lnTo>
                    <a:pt x="192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55"/>
            <p:cNvSpPr/>
            <p:nvPr/>
          </p:nvSpPr>
          <p:spPr>
            <a:xfrm>
              <a:off x="1407129" y="1891484"/>
              <a:ext cx="159812" cy="75973"/>
            </a:xfrm>
            <a:custGeom>
              <a:rect b="b" l="l" r="r" t="t"/>
              <a:pathLst>
                <a:path extrusionOk="0" h="966" w="2032">
                  <a:moveTo>
                    <a:pt x="371" y="1"/>
                  </a:moveTo>
                  <a:lnTo>
                    <a:pt x="0" y="168"/>
                  </a:lnTo>
                  <a:lnTo>
                    <a:pt x="1624" y="966"/>
                  </a:lnTo>
                  <a:lnTo>
                    <a:pt x="2032" y="817"/>
                  </a:lnTo>
                  <a:lnTo>
                    <a:pt x="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55"/>
            <p:cNvSpPr/>
            <p:nvPr/>
          </p:nvSpPr>
          <p:spPr>
            <a:xfrm>
              <a:off x="1402017" y="1887159"/>
              <a:ext cx="169328" cy="85411"/>
            </a:xfrm>
            <a:custGeom>
              <a:rect b="b" l="l" r="r" t="t"/>
              <a:pathLst>
                <a:path extrusionOk="0" h="1086" w="2153">
                  <a:moveTo>
                    <a:pt x="436" y="121"/>
                  </a:moveTo>
                  <a:lnTo>
                    <a:pt x="1948" y="863"/>
                  </a:lnTo>
                  <a:lnTo>
                    <a:pt x="1689" y="965"/>
                  </a:lnTo>
                  <a:lnTo>
                    <a:pt x="204" y="223"/>
                  </a:lnTo>
                  <a:lnTo>
                    <a:pt x="436" y="121"/>
                  </a:lnTo>
                  <a:close/>
                  <a:moveTo>
                    <a:pt x="418" y="0"/>
                  </a:moveTo>
                  <a:lnTo>
                    <a:pt x="37" y="167"/>
                  </a:lnTo>
                  <a:cubicBezTo>
                    <a:pt x="19" y="177"/>
                    <a:pt x="9" y="195"/>
                    <a:pt x="0" y="223"/>
                  </a:cubicBezTo>
                  <a:cubicBezTo>
                    <a:pt x="0" y="241"/>
                    <a:pt x="19" y="260"/>
                    <a:pt x="37" y="269"/>
                  </a:cubicBezTo>
                  <a:lnTo>
                    <a:pt x="1661" y="1076"/>
                  </a:lnTo>
                  <a:cubicBezTo>
                    <a:pt x="1670" y="1076"/>
                    <a:pt x="1679" y="1086"/>
                    <a:pt x="1689" y="1086"/>
                  </a:cubicBezTo>
                  <a:cubicBezTo>
                    <a:pt x="1698" y="1086"/>
                    <a:pt x="1698" y="1086"/>
                    <a:pt x="1707" y="1076"/>
                  </a:cubicBezTo>
                  <a:lnTo>
                    <a:pt x="2115" y="928"/>
                  </a:lnTo>
                  <a:cubicBezTo>
                    <a:pt x="2134" y="919"/>
                    <a:pt x="2152" y="900"/>
                    <a:pt x="2152" y="872"/>
                  </a:cubicBezTo>
                  <a:cubicBezTo>
                    <a:pt x="2152" y="854"/>
                    <a:pt x="2143" y="826"/>
                    <a:pt x="2125" y="817"/>
                  </a:cubicBezTo>
                  <a:lnTo>
                    <a:pt x="464" y="10"/>
                  </a:lnTo>
                  <a:cubicBezTo>
                    <a:pt x="445" y="0"/>
                    <a:pt x="427"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6" name="Google Shape;1876;p55"/>
          <p:cNvGrpSpPr/>
          <p:nvPr/>
        </p:nvGrpSpPr>
        <p:grpSpPr>
          <a:xfrm>
            <a:off x="7273530" y="2953286"/>
            <a:ext cx="1329443" cy="916475"/>
            <a:chOff x="713230" y="2963286"/>
            <a:chExt cx="1329443" cy="916475"/>
          </a:xfrm>
        </p:grpSpPr>
        <p:sp>
          <p:nvSpPr>
            <p:cNvPr id="1877" name="Google Shape;1877;p55"/>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55"/>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5"/>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55"/>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55"/>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5"/>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55"/>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55"/>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55"/>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55"/>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55"/>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55"/>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55"/>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55"/>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5"/>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55"/>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55"/>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55"/>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55"/>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55"/>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55"/>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55"/>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5"/>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55"/>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55"/>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55"/>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55"/>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55"/>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55"/>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55"/>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55"/>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55"/>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5"/>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55"/>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55"/>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55"/>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55"/>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55"/>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55"/>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55"/>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7" name="Google Shape;1917;p55"/>
          <p:cNvSpPr txBox="1"/>
          <p:nvPr/>
        </p:nvSpPr>
        <p:spPr>
          <a:xfrm>
            <a:off x="671675" y="1308175"/>
            <a:ext cx="6220800" cy="3346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Cloud Database (AWS)</a:t>
            </a:r>
            <a:r>
              <a:rPr lang="en" sz="1200"/>
              <a:t>: Moved from </a:t>
            </a:r>
            <a:r>
              <a:rPr b="1" lang="en" sz="1200"/>
              <a:t>local storage</a:t>
            </a:r>
            <a:r>
              <a:rPr lang="en" sz="1200"/>
              <a:t> to </a:t>
            </a:r>
            <a:r>
              <a:rPr b="1" lang="en" sz="1200"/>
              <a:t>AWS</a:t>
            </a:r>
            <a:r>
              <a:rPr lang="en" sz="1200"/>
              <a:t> for more reliable data storage and easier access for analysis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Home Assistant via Docker on Raspberry Pi</a:t>
            </a:r>
            <a:r>
              <a:rPr lang="en" sz="1200"/>
              <a:t>: Replaced a rigid deployment setup with </a:t>
            </a:r>
            <a:r>
              <a:rPr b="1" lang="en" sz="1200"/>
              <a:t>Docker</a:t>
            </a:r>
            <a:r>
              <a:rPr lang="en" sz="1200"/>
              <a:t> for a more flexible environment and </a:t>
            </a:r>
            <a:r>
              <a:rPr b="1" lang="en" sz="1200"/>
              <a:t>remote </a:t>
            </a:r>
            <a:r>
              <a:rPr lang="en" sz="1200"/>
              <a:t>device</a:t>
            </a:r>
            <a:r>
              <a:rPr b="1" lang="en" sz="1200"/>
              <a:t> access</a:t>
            </a:r>
            <a:endParaRPr b="1" sz="1200"/>
          </a:p>
          <a:p>
            <a:pPr indent="0" lvl="0" marL="0" rtl="0" algn="l">
              <a:spcBef>
                <a:spcPts val="0"/>
              </a:spcBef>
              <a:spcAft>
                <a:spcPts val="0"/>
              </a:spcAft>
              <a:buNone/>
            </a:pPr>
            <a:r>
              <a:t/>
            </a:r>
            <a:endParaRPr b="1" sz="1200"/>
          </a:p>
          <a:p>
            <a:pPr indent="-304800" lvl="0" marL="457200" rtl="0" algn="l">
              <a:spcBef>
                <a:spcPts val="0"/>
              </a:spcBef>
              <a:spcAft>
                <a:spcPts val="0"/>
              </a:spcAft>
              <a:buSzPts val="1200"/>
              <a:buChar char="●"/>
            </a:pPr>
            <a:r>
              <a:rPr b="1" lang="en" sz="1200"/>
              <a:t>Breaker-Level Energy Monitoring</a:t>
            </a:r>
            <a:r>
              <a:rPr lang="en" sz="1200"/>
              <a:t>: Switched from </a:t>
            </a:r>
            <a:r>
              <a:rPr b="1" lang="en" sz="1200"/>
              <a:t>smart </a:t>
            </a:r>
            <a:r>
              <a:rPr lang="en" sz="1200"/>
              <a:t>plugs </a:t>
            </a:r>
            <a:r>
              <a:rPr lang="en" sz="1200"/>
              <a:t>to </a:t>
            </a:r>
            <a:r>
              <a:rPr b="1" lang="en" sz="1200"/>
              <a:t>measurement</a:t>
            </a:r>
            <a:r>
              <a:rPr lang="en" sz="1200"/>
              <a:t> tools</a:t>
            </a:r>
            <a:r>
              <a:rPr b="1" lang="en" sz="1200"/>
              <a:t> </a:t>
            </a:r>
            <a:r>
              <a:rPr lang="en" sz="1200"/>
              <a:t>connected directly to electrical breakers for more </a:t>
            </a:r>
            <a:r>
              <a:rPr b="1" lang="en" sz="1200"/>
              <a:t>accurate</a:t>
            </a:r>
            <a:r>
              <a:rPr lang="en" sz="1200"/>
              <a:t> and </a:t>
            </a:r>
            <a:r>
              <a:rPr b="1" lang="en" sz="1200"/>
              <a:t>comprehensive</a:t>
            </a:r>
            <a:r>
              <a:rPr lang="en" sz="1200"/>
              <a:t> energy tracking</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Sound Microphones over Sound Sensors</a:t>
            </a:r>
            <a:r>
              <a:rPr lang="en" sz="1200"/>
              <a:t>:  Original </a:t>
            </a:r>
            <a:r>
              <a:rPr b="1" lang="en" sz="1200"/>
              <a:t>sound sensing </a:t>
            </a:r>
            <a:r>
              <a:rPr lang="en" sz="1200"/>
              <a:t>approach could not produce meaningful data, so we switched to </a:t>
            </a:r>
            <a:r>
              <a:rPr b="1" lang="en" sz="1200"/>
              <a:t>microphones</a:t>
            </a:r>
            <a:r>
              <a:rPr lang="en" sz="1200"/>
              <a:t> plugged </a:t>
            </a:r>
            <a:r>
              <a:rPr b="1" lang="en" sz="1200"/>
              <a:t>directly</a:t>
            </a:r>
            <a:r>
              <a:rPr lang="en" sz="1200"/>
              <a:t> into the </a:t>
            </a:r>
            <a:r>
              <a:rPr b="1" lang="en" sz="1200"/>
              <a:t>Raspberry Pi</a:t>
            </a:r>
            <a:r>
              <a:rPr lang="en" sz="1200"/>
              <a:t> to capture sound</a:t>
            </a:r>
            <a:r>
              <a:rPr b="1" lang="en" sz="1200"/>
              <a:t> magnitude</a:t>
            </a:r>
            <a:r>
              <a:rPr lang="en" sz="1200"/>
              <a:t> effectively</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Motion Sensor Hub Requirement</a:t>
            </a:r>
            <a:r>
              <a:rPr lang="en" sz="1200"/>
              <a:t>: Discovered that </a:t>
            </a:r>
            <a:r>
              <a:rPr b="1" lang="en" sz="1200"/>
              <a:t>motion sensors </a:t>
            </a:r>
            <a:r>
              <a:rPr lang="en" sz="1200"/>
              <a:t>for Units 2 and 3 require a </a:t>
            </a:r>
            <a:r>
              <a:rPr b="1" lang="en" sz="1200"/>
              <a:t>hub</a:t>
            </a:r>
            <a:r>
              <a:rPr lang="en" sz="1200"/>
              <a:t> to operate; resolved by leveraging </a:t>
            </a:r>
            <a:r>
              <a:rPr b="1" lang="en" sz="1200"/>
              <a:t>Home Assistant</a:t>
            </a:r>
            <a:r>
              <a:rPr lang="en" sz="1200"/>
              <a:t> compatibility to </a:t>
            </a:r>
            <a:r>
              <a:rPr b="1" lang="en" sz="1200"/>
              <a:t>integrate</a:t>
            </a:r>
            <a:r>
              <a:rPr lang="en" sz="1200"/>
              <a:t> them into the existing </a:t>
            </a:r>
            <a:r>
              <a:rPr b="1" lang="en" sz="1200"/>
              <a:t>architecture</a:t>
            </a:r>
            <a:endParaRPr b="1" sz="1200"/>
          </a:p>
          <a:p>
            <a:pPr indent="0" lvl="0" marL="0" rtl="0" algn="l">
              <a:spcBef>
                <a:spcPts val="0"/>
              </a:spcBef>
              <a:spcAft>
                <a:spcPts val="0"/>
              </a:spcAft>
              <a:buNone/>
            </a:pPr>
            <a:r>
              <a:t/>
            </a:r>
            <a:endParaRPr b="1" sz="1100"/>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56"/>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System-Level Description</a:t>
            </a:r>
            <a:endParaRPr/>
          </a:p>
        </p:txBody>
      </p:sp>
      <p:grpSp>
        <p:nvGrpSpPr>
          <p:cNvPr id="1923" name="Google Shape;1923;p56"/>
          <p:cNvGrpSpPr/>
          <p:nvPr/>
        </p:nvGrpSpPr>
        <p:grpSpPr>
          <a:xfrm>
            <a:off x="8013165" y="3659274"/>
            <a:ext cx="887675" cy="801288"/>
            <a:chOff x="6544194" y="2365864"/>
            <a:chExt cx="529544" cy="478038"/>
          </a:xfrm>
        </p:grpSpPr>
        <p:sp>
          <p:nvSpPr>
            <p:cNvPr id="1924" name="Google Shape;1924;p56"/>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56"/>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56"/>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56"/>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56"/>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56"/>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56"/>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56"/>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56"/>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56"/>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34" name="Google Shape;1934;p56"/>
          <p:cNvPicPr preferRelativeResize="0"/>
          <p:nvPr/>
        </p:nvPicPr>
        <p:blipFill>
          <a:blip r:embed="rId3">
            <a:alphaModFix/>
          </a:blip>
          <a:stretch>
            <a:fillRect/>
          </a:stretch>
        </p:blipFill>
        <p:spPr>
          <a:xfrm>
            <a:off x="1813175" y="1114375"/>
            <a:ext cx="5479424" cy="3603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57"/>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Sensors/Devices</a:t>
            </a:r>
            <a:endParaRPr/>
          </a:p>
        </p:txBody>
      </p:sp>
      <p:grpSp>
        <p:nvGrpSpPr>
          <p:cNvPr id="1940" name="Google Shape;1940;p57"/>
          <p:cNvGrpSpPr/>
          <p:nvPr/>
        </p:nvGrpSpPr>
        <p:grpSpPr>
          <a:xfrm>
            <a:off x="8013165" y="3659274"/>
            <a:ext cx="887675" cy="801288"/>
            <a:chOff x="6544194" y="2365864"/>
            <a:chExt cx="529544" cy="478038"/>
          </a:xfrm>
        </p:grpSpPr>
        <p:sp>
          <p:nvSpPr>
            <p:cNvPr id="1941" name="Google Shape;1941;p57"/>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7"/>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57"/>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57"/>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57"/>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57"/>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57"/>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57"/>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57"/>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57"/>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51" name="Google Shape;1951;p57"/>
          <p:cNvPicPr preferRelativeResize="0"/>
          <p:nvPr/>
        </p:nvPicPr>
        <p:blipFill>
          <a:blip r:embed="rId4">
            <a:alphaModFix/>
          </a:blip>
          <a:stretch>
            <a:fillRect/>
          </a:stretch>
        </p:blipFill>
        <p:spPr>
          <a:xfrm>
            <a:off x="5325325" y="1255375"/>
            <a:ext cx="3524050" cy="1849975"/>
          </a:xfrm>
          <a:prstGeom prst="rect">
            <a:avLst/>
          </a:prstGeom>
          <a:noFill/>
          <a:ln>
            <a:noFill/>
          </a:ln>
        </p:spPr>
      </p:pic>
      <p:sp>
        <p:nvSpPr>
          <p:cNvPr id="1952" name="Google Shape;1952;p57"/>
          <p:cNvSpPr txBox="1"/>
          <p:nvPr/>
        </p:nvSpPr>
        <p:spPr>
          <a:xfrm>
            <a:off x="618150" y="1109798"/>
            <a:ext cx="4556100" cy="3597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Open Sans"/>
              <a:buChar char="●"/>
            </a:pPr>
            <a:r>
              <a:rPr b="1" lang="en" sz="1200">
                <a:solidFill>
                  <a:schemeClr val="dk1"/>
                </a:solidFill>
                <a:latin typeface="Open Sans"/>
                <a:ea typeface="Open Sans"/>
                <a:cs typeface="Open Sans"/>
                <a:sym typeface="Open Sans"/>
              </a:rPr>
              <a:t>Kasa Smart Plugs:</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Captures devices energy output</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(Current, Voltage, Power, etc.)</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Currently set up in unit 1 or 2</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Emporia Vue Energy Monitor + Emporia Energy Plugs</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Installed directly into the breaker box </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Clamps onto each individual breaker and measures energy output (voltage, current, power, energy usage (kWh))</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Gives a per-</a:t>
            </a:r>
            <a:r>
              <a:rPr lang="en" sz="1200">
                <a:solidFill>
                  <a:schemeClr val="dk1"/>
                </a:solidFill>
                <a:latin typeface="Open Sans"/>
                <a:ea typeface="Open Sans"/>
                <a:cs typeface="Open Sans"/>
                <a:sym typeface="Open Sans"/>
              </a:rPr>
              <a:t>appliance</a:t>
            </a:r>
            <a:r>
              <a:rPr lang="en" sz="1200">
                <a:solidFill>
                  <a:schemeClr val="dk1"/>
                </a:solidFill>
                <a:latin typeface="Open Sans"/>
                <a:ea typeface="Open Sans"/>
                <a:cs typeface="Open Sans"/>
                <a:sym typeface="Open Sans"/>
              </a:rPr>
              <a:t> data</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Current set up in unit 3</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Zigbee Dongle and Presence Detector</a:t>
            </a:r>
            <a:endParaRPr b="1"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Detects motion using infrared (body heat)</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Gives data of motion detected (1) or no motion detected (0)</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Microsoft USB Microphone</a:t>
            </a:r>
            <a:r>
              <a:rPr lang="en" sz="1200">
                <a:solidFill>
                  <a:schemeClr val="dk1"/>
                </a:solidFill>
                <a:latin typeface="Open Sans"/>
                <a:ea typeface="Open Sans"/>
                <a:cs typeface="Open Sans"/>
                <a:sym typeface="Open Sans"/>
              </a:rPr>
              <a:t> </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Detects sound based on environment and tracks if there is a spike is noise, which will be logged</a:t>
            </a:r>
            <a:endParaRPr sz="1200">
              <a:solidFill>
                <a:schemeClr val="dk1"/>
              </a:solidFill>
              <a:latin typeface="Open Sans"/>
              <a:ea typeface="Open Sans"/>
              <a:cs typeface="Open Sans"/>
              <a:sym typeface="Open Sans"/>
            </a:endParaRPr>
          </a:p>
        </p:txBody>
      </p:sp>
      <p:sp>
        <p:nvSpPr>
          <p:cNvPr id="1953" name="Google Shape;1953;p57"/>
          <p:cNvSpPr txBox="1"/>
          <p:nvPr/>
        </p:nvSpPr>
        <p:spPr>
          <a:xfrm>
            <a:off x="5464350" y="3105350"/>
            <a:ext cx="3246000" cy="6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dk1"/>
                </a:solidFill>
                <a:latin typeface="Open Sans"/>
                <a:ea typeface="Open Sans"/>
                <a:cs typeface="Open Sans"/>
                <a:sym typeface="Open Sans"/>
              </a:rPr>
              <a:t>All of these are either physically connected or managed off the Raspberry Pi</a:t>
            </a:r>
            <a:endParaRPr i="1" sz="1100">
              <a:solidFill>
                <a:schemeClr val="dk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58"/>
          <p:cNvSpPr txBox="1"/>
          <p:nvPr>
            <p:ph type="title"/>
          </p:nvPr>
        </p:nvSpPr>
        <p:spPr>
          <a:xfrm>
            <a:off x="716550" y="32995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Pictures</a:t>
            </a:r>
            <a:endParaRPr/>
          </a:p>
        </p:txBody>
      </p:sp>
      <p:grpSp>
        <p:nvGrpSpPr>
          <p:cNvPr id="1959" name="Google Shape;1959;p58"/>
          <p:cNvGrpSpPr/>
          <p:nvPr/>
        </p:nvGrpSpPr>
        <p:grpSpPr>
          <a:xfrm>
            <a:off x="7791615" y="3842299"/>
            <a:ext cx="887675" cy="801288"/>
            <a:chOff x="6544194" y="2365864"/>
            <a:chExt cx="529544" cy="478038"/>
          </a:xfrm>
        </p:grpSpPr>
        <p:sp>
          <p:nvSpPr>
            <p:cNvPr id="1960" name="Google Shape;1960;p58"/>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58"/>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58"/>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58"/>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8"/>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58"/>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58"/>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58"/>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58"/>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58"/>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70" name="Google Shape;1970;p58"/>
          <p:cNvPicPr preferRelativeResize="0"/>
          <p:nvPr/>
        </p:nvPicPr>
        <p:blipFill>
          <a:blip r:embed="rId4">
            <a:alphaModFix/>
          </a:blip>
          <a:stretch>
            <a:fillRect/>
          </a:stretch>
        </p:blipFill>
        <p:spPr>
          <a:xfrm>
            <a:off x="634525" y="1356600"/>
            <a:ext cx="1898438" cy="1543975"/>
          </a:xfrm>
          <a:prstGeom prst="rect">
            <a:avLst/>
          </a:prstGeom>
          <a:noFill/>
          <a:ln>
            <a:noFill/>
          </a:ln>
        </p:spPr>
      </p:pic>
      <p:pic>
        <p:nvPicPr>
          <p:cNvPr id="1971" name="Google Shape;1971;p58"/>
          <p:cNvPicPr preferRelativeResize="0"/>
          <p:nvPr/>
        </p:nvPicPr>
        <p:blipFill>
          <a:blip r:embed="rId5">
            <a:alphaModFix/>
          </a:blip>
          <a:stretch>
            <a:fillRect/>
          </a:stretch>
        </p:blipFill>
        <p:spPr>
          <a:xfrm>
            <a:off x="5617148" y="1531300"/>
            <a:ext cx="1245396" cy="1478484"/>
          </a:xfrm>
          <a:prstGeom prst="rect">
            <a:avLst/>
          </a:prstGeom>
          <a:noFill/>
          <a:ln>
            <a:noFill/>
          </a:ln>
        </p:spPr>
      </p:pic>
      <p:pic>
        <p:nvPicPr>
          <p:cNvPr id="1972" name="Google Shape;1972;p58"/>
          <p:cNvPicPr preferRelativeResize="0"/>
          <p:nvPr/>
        </p:nvPicPr>
        <p:blipFill>
          <a:blip r:embed="rId6">
            <a:alphaModFix/>
          </a:blip>
          <a:stretch>
            <a:fillRect/>
          </a:stretch>
        </p:blipFill>
        <p:spPr>
          <a:xfrm>
            <a:off x="7299226" y="1559971"/>
            <a:ext cx="1478472" cy="1478472"/>
          </a:xfrm>
          <a:prstGeom prst="rect">
            <a:avLst/>
          </a:prstGeom>
          <a:noFill/>
          <a:ln>
            <a:noFill/>
          </a:ln>
        </p:spPr>
      </p:pic>
      <p:sp>
        <p:nvSpPr>
          <p:cNvPr id="1973" name="Google Shape;1973;p58"/>
          <p:cNvSpPr txBox="1"/>
          <p:nvPr/>
        </p:nvSpPr>
        <p:spPr>
          <a:xfrm>
            <a:off x="1060075" y="950987"/>
            <a:ext cx="7546500" cy="357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1600">
                <a:solidFill>
                  <a:schemeClr val="dk1"/>
                </a:solidFill>
                <a:latin typeface="Open Sans"/>
                <a:ea typeface="Open Sans"/>
                <a:cs typeface="Open Sans"/>
                <a:sym typeface="Open Sans"/>
              </a:rPr>
              <a:t>       Energy Monitoring			                  Security (Motion + Sound)</a:t>
            </a:r>
            <a:endParaRPr b="1" sz="1600">
              <a:solidFill>
                <a:schemeClr val="dk1"/>
              </a:solidFill>
              <a:latin typeface="Open Sans"/>
              <a:ea typeface="Open Sans"/>
              <a:cs typeface="Open Sans"/>
              <a:sym typeface="Open Sans"/>
            </a:endParaRPr>
          </a:p>
        </p:txBody>
      </p:sp>
      <p:sp>
        <p:nvSpPr>
          <p:cNvPr id="1974" name="Google Shape;1974;p58"/>
          <p:cNvSpPr/>
          <p:nvPr/>
        </p:nvSpPr>
        <p:spPr>
          <a:xfrm>
            <a:off x="6896052" y="2091851"/>
            <a:ext cx="335400" cy="357300"/>
          </a:xfrm>
          <a:prstGeom prst="mathPlus">
            <a:avLst>
              <a:gd fmla="val 23520" name="adj1"/>
            </a:avLst>
          </a:prstGeom>
          <a:solidFill>
            <a:schemeClr val="dk1"/>
          </a:solidFill>
          <a:ln cap="flat" cmpd="sng" w="7050">
            <a:solidFill>
              <a:schemeClr val="dk2"/>
            </a:solidFill>
            <a:prstDash val="solid"/>
            <a:round/>
            <a:headEnd len="sm" w="sm" type="none"/>
            <a:tailEnd len="sm" w="sm" type="none"/>
          </a:ln>
        </p:spPr>
        <p:txBody>
          <a:bodyPr anchorCtr="0" anchor="ctr" bIns="67750" lIns="67750" spcFirstLastPara="1" rIns="67750" wrap="square" tIns="67750">
            <a:noAutofit/>
          </a:bodyPr>
          <a:lstStyle/>
          <a:p>
            <a:pPr indent="0" lvl="0" marL="0" rtl="0" algn="ctr">
              <a:spcBef>
                <a:spcPts val="0"/>
              </a:spcBef>
              <a:spcAft>
                <a:spcPts val="0"/>
              </a:spcAft>
              <a:buNone/>
            </a:pPr>
            <a:r>
              <a:t/>
            </a:r>
            <a:endParaRPr sz="1038">
              <a:latin typeface="Open Sans"/>
              <a:ea typeface="Open Sans"/>
              <a:cs typeface="Open Sans"/>
              <a:sym typeface="Open Sans"/>
            </a:endParaRPr>
          </a:p>
        </p:txBody>
      </p:sp>
      <p:pic>
        <p:nvPicPr>
          <p:cNvPr id="1975" name="Google Shape;1975;p58"/>
          <p:cNvPicPr preferRelativeResize="0"/>
          <p:nvPr/>
        </p:nvPicPr>
        <p:blipFill>
          <a:blip r:embed="rId7">
            <a:alphaModFix/>
          </a:blip>
          <a:stretch>
            <a:fillRect/>
          </a:stretch>
        </p:blipFill>
        <p:spPr>
          <a:xfrm>
            <a:off x="579575" y="2969375"/>
            <a:ext cx="1898450" cy="1727700"/>
          </a:xfrm>
          <a:prstGeom prst="rect">
            <a:avLst/>
          </a:prstGeom>
          <a:noFill/>
          <a:ln>
            <a:noFill/>
          </a:ln>
        </p:spPr>
      </p:pic>
      <p:pic>
        <p:nvPicPr>
          <p:cNvPr id="1976" name="Google Shape;1976;p58"/>
          <p:cNvPicPr preferRelativeResize="0"/>
          <p:nvPr/>
        </p:nvPicPr>
        <p:blipFill>
          <a:blip r:embed="rId8">
            <a:alphaModFix/>
          </a:blip>
          <a:stretch>
            <a:fillRect/>
          </a:stretch>
        </p:blipFill>
        <p:spPr>
          <a:xfrm>
            <a:off x="2713237" y="1356625"/>
            <a:ext cx="2472313" cy="32964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sp>
        <p:nvSpPr>
          <p:cNvPr id="1981" name="Google Shape;1981;p59"/>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Testing/Validation</a:t>
            </a:r>
            <a:endParaRPr/>
          </a:p>
        </p:txBody>
      </p:sp>
      <p:grpSp>
        <p:nvGrpSpPr>
          <p:cNvPr id="1982" name="Google Shape;1982;p59"/>
          <p:cNvGrpSpPr/>
          <p:nvPr/>
        </p:nvGrpSpPr>
        <p:grpSpPr>
          <a:xfrm>
            <a:off x="8013165" y="3659274"/>
            <a:ext cx="887675" cy="801288"/>
            <a:chOff x="6544194" y="2365864"/>
            <a:chExt cx="529544" cy="478038"/>
          </a:xfrm>
        </p:grpSpPr>
        <p:sp>
          <p:nvSpPr>
            <p:cNvPr id="1983" name="Google Shape;1983;p59"/>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59"/>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59"/>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59"/>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9"/>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59"/>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59"/>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59"/>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59"/>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59"/>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93" name="Google Shape;1993;p59"/>
          <p:cNvPicPr preferRelativeResize="0"/>
          <p:nvPr/>
        </p:nvPicPr>
        <p:blipFill>
          <a:blip r:embed="rId4">
            <a:alphaModFix/>
          </a:blip>
          <a:stretch>
            <a:fillRect/>
          </a:stretch>
        </p:blipFill>
        <p:spPr>
          <a:xfrm>
            <a:off x="5592100" y="1678835"/>
            <a:ext cx="3401868" cy="1785825"/>
          </a:xfrm>
          <a:prstGeom prst="rect">
            <a:avLst/>
          </a:prstGeom>
          <a:noFill/>
          <a:ln>
            <a:noFill/>
          </a:ln>
        </p:spPr>
      </p:pic>
      <p:sp>
        <p:nvSpPr>
          <p:cNvPr id="1994" name="Google Shape;1994;p59"/>
          <p:cNvSpPr txBox="1"/>
          <p:nvPr/>
        </p:nvSpPr>
        <p:spPr>
          <a:xfrm>
            <a:off x="621275" y="1114375"/>
            <a:ext cx="4896900" cy="3305100"/>
          </a:xfrm>
          <a:prstGeom prst="rect">
            <a:avLst/>
          </a:prstGeom>
          <a:noFill/>
          <a:ln>
            <a:noFill/>
          </a:ln>
        </p:spPr>
        <p:txBody>
          <a:bodyPr anchorCtr="0" anchor="t" bIns="91425" lIns="91425" spcFirstLastPara="1" rIns="91425" wrap="square" tIns="91425">
            <a:noAutofit/>
          </a:bodyPr>
          <a:lstStyle/>
          <a:p>
            <a:pPr indent="-292100" lvl="0" marL="457200" rtl="0" algn="l">
              <a:spcBef>
                <a:spcPts val="1200"/>
              </a:spcBef>
              <a:spcAft>
                <a:spcPts val="0"/>
              </a:spcAft>
              <a:buClr>
                <a:schemeClr val="dk1"/>
              </a:buClr>
              <a:buSzPts val="1000"/>
              <a:buFont typeface="Open Sans"/>
              <a:buChar char="●"/>
            </a:pPr>
            <a:r>
              <a:rPr b="1" lang="en" sz="1000">
                <a:solidFill>
                  <a:schemeClr val="dk1"/>
                </a:solidFill>
                <a:latin typeface="Open Sans"/>
                <a:ea typeface="Open Sans"/>
                <a:cs typeface="Open Sans"/>
                <a:sym typeface="Open Sans"/>
              </a:rPr>
              <a:t>Smart Plug Energy Monitoring</a:t>
            </a:r>
            <a:endParaRPr b="1"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Test:</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Connect appliances with known power consumption.</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Compare smart plug readings with expected wattage.</a:t>
            </a:r>
            <a:endParaRPr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Validation:</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Energy readings are within +/- 10% of expected values.</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Continuous monitoring works without data loss.</a:t>
            </a:r>
            <a:endParaRPr sz="1000">
              <a:solidFill>
                <a:schemeClr val="dk1"/>
              </a:solidFill>
              <a:latin typeface="Open Sans"/>
              <a:ea typeface="Open Sans"/>
              <a:cs typeface="Open Sans"/>
              <a:sym typeface="Open Sans"/>
            </a:endParaRPr>
          </a:p>
          <a:p>
            <a:pPr indent="-292100" lvl="0" marL="457200" rtl="0" algn="l">
              <a:spcBef>
                <a:spcPts val="0"/>
              </a:spcBef>
              <a:spcAft>
                <a:spcPts val="0"/>
              </a:spcAft>
              <a:buClr>
                <a:schemeClr val="dk1"/>
              </a:buClr>
              <a:buSzPts val="1000"/>
              <a:buFont typeface="Open Sans"/>
              <a:buChar char="●"/>
            </a:pPr>
            <a:r>
              <a:rPr b="1" lang="en" sz="1000">
                <a:solidFill>
                  <a:schemeClr val="dk1"/>
                </a:solidFill>
                <a:latin typeface="Open Sans"/>
                <a:ea typeface="Open Sans"/>
                <a:cs typeface="Open Sans"/>
                <a:sym typeface="Open Sans"/>
              </a:rPr>
              <a:t>Motion Sensor Detection</a:t>
            </a:r>
            <a:endParaRPr b="1"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Test:</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Perform controlled movements in area at different locations and angles.</a:t>
            </a:r>
            <a:endParaRPr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Validation:</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Motion is detected.</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Detection accuracy greater than 90%</a:t>
            </a:r>
            <a:endParaRPr sz="1000">
              <a:solidFill>
                <a:schemeClr val="dk1"/>
              </a:solidFill>
              <a:latin typeface="Open Sans"/>
              <a:ea typeface="Open Sans"/>
              <a:cs typeface="Open Sans"/>
              <a:sym typeface="Open Sans"/>
            </a:endParaRPr>
          </a:p>
          <a:p>
            <a:pPr indent="-292100" lvl="0" marL="457200" rtl="0" algn="l">
              <a:spcBef>
                <a:spcPts val="0"/>
              </a:spcBef>
              <a:spcAft>
                <a:spcPts val="0"/>
              </a:spcAft>
              <a:buClr>
                <a:schemeClr val="dk1"/>
              </a:buClr>
              <a:buSzPts val="1000"/>
              <a:buFont typeface="Open Sans"/>
              <a:buChar char="●"/>
            </a:pPr>
            <a:r>
              <a:rPr b="1" lang="en" sz="1000">
                <a:solidFill>
                  <a:schemeClr val="dk1"/>
                </a:solidFill>
                <a:latin typeface="Open Sans"/>
                <a:ea typeface="Open Sans"/>
                <a:cs typeface="Open Sans"/>
                <a:sym typeface="Open Sans"/>
              </a:rPr>
              <a:t>Sound Sensor Detection</a:t>
            </a:r>
            <a:endParaRPr b="1"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Test:</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Simulate normal and abnormal sound levels (loud noise, glass breaking, etc.)</a:t>
            </a:r>
            <a:endParaRPr sz="1000">
              <a:solidFill>
                <a:schemeClr val="dk1"/>
              </a:solidFill>
              <a:latin typeface="Open Sans"/>
              <a:ea typeface="Open Sans"/>
              <a:cs typeface="Open Sans"/>
              <a:sym typeface="Open Sans"/>
            </a:endParaRPr>
          </a:p>
          <a:p>
            <a:pPr indent="-292100" lvl="1" marL="9144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Validation:</a:t>
            </a:r>
            <a:endParaRPr sz="1000">
              <a:solidFill>
                <a:schemeClr val="dk1"/>
              </a:solidFill>
              <a:latin typeface="Open Sans"/>
              <a:ea typeface="Open Sans"/>
              <a:cs typeface="Open Sans"/>
              <a:sym typeface="Open Sans"/>
            </a:endParaRPr>
          </a:p>
          <a:p>
            <a:pPr indent="-292100" lvl="2" marL="1371600" rtl="0" algn="l">
              <a:spcBef>
                <a:spcPts val="0"/>
              </a:spcBef>
              <a:spcAft>
                <a:spcPts val="0"/>
              </a:spcAft>
              <a:buClr>
                <a:schemeClr val="dk1"/>
              </a:buClr>
              <a:buSzPts val="1000"/>
              <a:buFont typeface="Open Sans"/>
              <a:buChar char="■"/>
            </a:pPr>
            <a:r>
              <a:rPr lang="en" sz="1000">
                <a:solidFill>
                  <a:schemeClr val="dk1"/>
                </a:solidFill>
                <a:latin typeface="Open Sans"/>
                <a:ea typeface="Open Sans"/>
                <a:cs typeface="Open Sans"/>
                <a:sym typeface="Open Sans"/>
              </a:rPr>
              <a:t>Sensor differentiates between normal and abnormal sound levels.</a:t>
            </a:r>
            <a:endParaRPr sz="10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1000">
              <a:solidFill>
                <a:schemeClr val="dk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60"/>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Edge Processing</a:t>
            </a:r>
            <a:endParaRPr/>
          </a:p>
        </p:txBody>
      </p:sp>
      <p:grpSp>
        <p:nvGrpSpPr>
          <p:cNvPr id="2000" name="Google Shape;2000;p60"/>
          <p:cNvGrpSpPr/>
          <p:nvPr/>
        </p:nvGrpSpPr>
        <p:grpSpPr>
          <a:xfrm>
            <a:off x="8013165" y="3659274"/>
            <a:ext cx="887675" cy="801288"/>
            <a:chOff x="6544194" y="2365864"/>
            <a:chExt cx="529544" cy="478038"/>
          </a:xfrm>
        </p:grpSpPr>
        <p:sp>
          <p:nvSpPr>
            <p:cNvPr id="2001" name="Google Shape;2001;p60"/>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60"/>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60"/>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60"/>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60"/>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60"/>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60"/>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60"/>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60"/>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60"/>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011" name="Google Shape;2011;p60"/>
          <p:cNvPicPr preferRelativeResize="0"/>
          <p:nvPr/>
        </p:nvPicPr>
        <p:blipFill>
          <a:blip r:embed="rId4">
            <a:alphaModFix/>
          </a:blip>
          <a:stretch>
            <a:fillRect/>
          </a:stretch>
        </p:blipFill>
        <p:spPr>
          <a:xfrm>
            <a:off x="4945025" y="1694525"/>
            <a:ext cx="3349426" cy="1754450"/>
          </a:xfrm>
          <a:prstGeom prst="rect">
            <a:avLst/>
          </a:prstGeom>
          <a:noFill/>
          <a:ln>
            <a:noFill/>
          </a:ln>
        </p:spPr>
      </p:pic>
      <p:sp>
        <p:nvSpPr>
          <p:cNvPr id="2012" name="Google Shape;2012;p60"/>
          <p:cNvSpPr txBox="1"/>
          <p:nvPr/>
        </p:nvSpPr>
        <p:spPr>
          <a:xfrm>
            <a:off x="845050" y="1274875"/>
            <a:ext cx="3917400" cy="318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000">
                <a:latin typeface="Open Sans"/>
                <a:ea typeface="Open Sans"/>
                <a:cs typeface="Open Sans"/>
                <a:sym typeface="Open Sans"/>
              </a:rPr>
              <a:t>Role in Our System</a:t>
            </a:r>
            <a:endParaRPr b="1" sz="1000">
              <a:latin typeface="Open Sans"/>
              <a:ea typeface="Open Sans"/>
              <a:cs typeface="Open Sans"/>
              <a:sym typeface="Open Sans"/>
            </a:endParaRPr>
          </a:p>
          <a:p>
            <a:pPr indent="-292100" lvl="0" marL="457200" rtl="0" algn="l">
              <a:lnSpc>
                <a:spcPct val="115000"/>
              </a:lnSpc>
              <a:spcBef>
                <a:spcPts val="1200"/>
              </a:spcBef>
              <a:spcAft>
                <a:spcPts val="0"/>
              </a:spcAft>
              <a:buSzPts val="1000"/>
              <a:buFont typeface="Open Sans"/>
              <a:buChar char="●"/>
            </a:pPr>
            <a:r>
              <a:rPr lang="en" sz="1000">
                <a:latin typeface="Open Sans"/>
                <a:ea typeface="Open Sans"/>
                <a:cs typeface="Open Sans"/>
                <a:sym typeface="Open Sans"/>
              </a:rPr>
              <a:t>Local decision-making for real-time security events</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Reduces latency (no cloud delay for alerts/actions)</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Maintains functionality even if internet is down</a:t>
            </a:r>
            <a:endParaRPr sz="1000">
              <a:latin typeface="Open Sans"/>
              <a:ea typeface="Open Sans"/>
              <a:cs typeface="Open Sans"/>
              <a:sym typeface="Open Sans"/>
            </a:endParaRPr>
          </a:p>
          <a:p>
            <a:pPr indent="0" lvl="0" marL="0" rtl="0" algn="l">
              <a:lnSpc>
                <a:spcPct val="115000"/>
              </a:lnSpc>
              <a:spcBef>
                <a:spcPts val="1200"/>
              </a:spcBef>
              <a:spcAft>
                <a:spcPts val="0"/>
              </a:spcAft>
              <a:buNone/>
            </a:pPr>
            <a:r>
              <a:rPr b="1" lang="en" sz="1000">
                <a:latin typeface="Open Sans"/>
                <a:ea typeface="Open Sans"/>
                <a:cs typeface="Open Sans"/>
                <a:sym typeface="Open Sans"/>
              </a:rPr>
              <a:t>What Runs on the Edge</a:t>
            </a:r>
            <a:endParaRPr b="1" sz="1000">
              <a:latin typeface="Open Sans"/>
              <a:ea typeface="Open Sans"/>
              <a:cs typeface="Open Sans"/>
              <a:sym typeface="Open Sans"/>
            </a:endParaRPr>
          </a:p>
          <a:p>
            <a:pPr indent="-292100" lvl="0" marL="457200" rtl="0" algn="l">
              <a:lnSpc>
                <a:spcPct val="115000"/>
              </a:lnSpc>
              <a:spcBef>
                <a:spcPts val="1200"/>
              </a:spcBef>
              <a:spcAft>
                <a:spcPts val="0"/>
              </a:spcAft>
              <a:buSzPts val="1000"/>
              <a:buFont typeface="Open Sans"/>
              <a:buChar char="●"/>
            </a:pPr>
            <a:r>
              <a:rPr b="1" lang="en" sz="1000">
                <a:latin typeface="Open Sans"/>
                <a:ea typeface="Open Sans"/>
                <a:cs typeface="Open Sans"/>
                <a:sym typeface="Open Sans"/>
              </a:rPr>
              <a:t>Home Assistant (Dockerized)</a:t>
            </a:r>
            <a:endParaRPr b="1" sz="1000">
              <a:latin typeface="Open Sans"/>
              <a:ea typeface="Open Sans"/>
              <a:cs typeface="Open Sans"/>
              <a:sym typeface="Open Sans"/>
            </a:endParaRPr>
          </a:p>
          <a:p>
            <a:pPr indent="-292100" lvl="1" marL="9144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Device coordination and automation engine</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b="1" lang="en" sz="1000">
                <a:latin typeface="Open Sans"/>
                <a:ea typeface="Open Sans"/>
                <a:cs typeface="Open Sans"/>
                <a:sym typeface="Open Sans"/>
              </a:rPr>
              <a:t>Sensor Data Collection &amp; Filtering</a:t>
            </a:r>
            <a:endParaRPr b="1" sz="1000">
              <a:latin typeface="Open Sans"/>
              <a:ea typeface="Open Sans"/>
              <a:cs typeface="Open Sans"/>
              <a:sym typeface="Open Sans"/>
            </a:endParaRPr>
          </a:p>
          <a:p>
            <a:pPr indent="-292100" lvl="1" marL="9144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Motion, sound, camera triggers processed locally</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b="1" lang="en" sz="1000">
                <a:latin typeface="Open Sans"/>
                <a:ea typeface="Open Sans"/>
                <a:cs typeface="Open Sans"/>
                <a:sym typeface="Open Sans"/>
              </a:rPr>
              <a:t>Event Detection Logic (Python / Cron Jobs)</a:t>
            </a:r>
            <a:endParaRPr b="1" sz="1000">
              <a:latin typeface="Open Sans"/>
              <a:ea typeface="Open Sans"/>
              <a:cs typeface="Open Sans"/>
              <a:sym typeface="Open Sans"/>
            </a:endParaRPr>
          </a:p>
          <a:p>
            <a:pPr indent="-292100" lvl="1" marL="9144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Detect suspicious patterns (unexpected motion, noise spikes)</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b="1" lang="en" sz="1000">
                <a:latin typeface="Open Sans"/>
                <a:ea typeface="Open Sans"/>
                <a:cs typeface="Open Sans"/>
                <a:sym typeface="Open Sans"/>
              </a:rPr>
              <a:t>Data Relay</a:t>
            </a:r>
            <a:endParaRPr b="1" sz="1000">
              <a:latin typeface="Open Sans"/>
              <a:ea typeface="Open Sans"/>
              <a:cs typeface="Open Sans"/>
              <a:sym typeface="Open Sans"/>
            </a:endParaRPr>
          </a:p>
          <a:p>
            <a:pPr indent="-292100" lvl="1" marL="9144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Sends relevant events to cloud/dashboard (not raw data)</a:t>
            </a:r>
            <a:endParaRPr sz="1000">
              <a:latin typeface="Open Sans"/>
              <a:ea typeface="Open Sans"/>
              <a:cs typeface="Open Sans"/>
              <a:sym typeface="Open Sans"/>
            </a:endParaRPr>
          </a:p>
          <a:p>
            <a:pPr indent="0" lvl="0" marL="0" rtl="0" algn="l">
              <a:spcBef>
                <a:spcPts val="1200"/>
              </a:spcBef>
              <a:spcAft>
                <a:spcPts val="0"/>
              </a:spcAft>
              <a:buNone/>
            </a:pPr>
            <a:r>
              <a:t/>
            </a:r>
            <a:endParaRPr sz="1200">
              <a:solidFill>
                <a:schemeClr val="dk1"/>
              </a:solidFill>
              <a:latin typeface="Open Sans"/>
              <a:ea typeface="Open Sans"/>
              <a:cs typeface="Open Sans"/>
              <a:sym typeface="Open Sans"/>
            </a:endParaRPr>
          </a:p>
        </p:txBody>
      </p:sp>
      <p:sp>
        <p:nvSpPr>
          <p:cNvPr id="2013" name="Google Shape;2013;p60"/>
          <p:cNvSpPr txBox="1"/>
          <p:nvPr/>
        </p:nvSpPr>
        <p:spPr>
          <a:xfrm>
            <a:off x="4899275" y="3375275"/>
            <a:ext cx="2921100" cy="91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000">
                <a:latin typeface="Open Sans"/>
                <a:ea typeface="Open Sans"/>
                <a:cs typeface="Open Sans"/>
                <a:sym typeface="Open Sans"/>
              </a:rPr>
              <a:t>Why Edge Processing Matters</a:t>
            </a:r>
            <a:endParaRPr b="1" sz="1000">
              <a:latin typeface="Open Sans"/>
              <a:ea typeface="Open Sans"/>
              <a:cs typeface="Open Sans"/>
              <a:sym typeface="Open Sans"/>
            </a:endParaRPr>
          </a:p>
          <a:p>
            <a:pPr indent="-292100" lvl="0" marL="457200" rtl="0" algn="l">
              <a:lnSpc>
                <a:spcPct val="115000"/>
              </a:lnSpc>
              <a:spcBef>
                <a:spcPts val="1200"/>
              </a:spcBef>
              <a:spcAft>
                <a:spcPts val="0"/>
              </a:spcAft>
              <a:buSzPts val="1000"/>
              <a:buFont typeface="Open Sans"/>
              <a:buChar char="●"/>
            </a:pPr>
            <a:r>
              <a:rPr lang="en" sz="1000">
                <a:latin typeface="Open Sans"/>
                <a:ea typeface="Open Sans"/>
                <a:cs typeface="Open Sans"/>
                <a:sym typeface="Open Sans"/>
              </a:rPr>
              <a:t>Faster alerts (instant response vs cloud round-trip)</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Improved privacy (sensitive data stays local)</a:t>
            </a:r>
            <a:endParaRPr sz="1000">
              <a:latin typeface="Open Sans"/>
              <a:ea typeface="Open Sans"/>
              <a:cs typeface="Open Sans"/>
              <a:sym typeface="Open Sans"/>
            </a:endParaRPr>
          </a:p>
          <a:p>
            <a:pPr indent="-292100" lvl="0" marL="457200" rtl="0" algn="l">
              <a:lnSpc>
                <a:spcPct val="115000"/>
              </a:lnSpc>
              <a:spcBef>
                <a:spcPts val="0"/>
              </a:spcBef>
              <a:spcAft>
                <a:spcPts val="0"/>
              </a:spcAft>
              <a:buSzPts val="1000"/>
              <a:buFont typeface="Open Sans"/>
              <a:buChar char="●"/>
            </a:pPr>
            <a:r>
              <a:rPr lang="en" sz="1000">
                <a:latin typeface="Open Sans"/>
                <a:ea typeface="Open Sans"/>
                <a:cs typeface="Open Sans"/>
                <a:sym typeface="Open Sans"/>
              </a:rPr>
              <a:t>Lower bandwidth usage</a:t>
            </a:r>
            <a:endParaRPr sz="1000">
              <a:latin typeface="Open Sans"/>
              <a:ea typeface="Open Sans"/>
              <a:cs typeface="Open Sans"/>
              <a:sym typeface="Open Sans"/>
            </a:endParaRPr>
          </a:p>
          <a:p>
            <a:pPr indent="0" lvl="0" marL="0" rtl="0" algn="l">
              <a:spcBef>
                <a:spcPts val="120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61"/>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Testing/Validation</a:t>
            </a:r>
            <a:endParaRPr/>
          </a:p>
        </p:txBody>
      </p:sp>
      <p:grpSp>
        <p:nvGrpSpPr>
          <p:cNvPr id="2019" name="Google Shape;2019;p61"/>
          <p:cNvGrpSpPr/>
          <p:nvPr/>
        </p:nvGrpSpPr>
        <p:grpSpPr>
          <a:xfrm>
            <a:off x="8013165" y="3659274"/>
            <a:ext cx="887675" cy="801288"/>
            <a:chOff x="6544194" y="2365864"/>
            <a:chExt cx="529544" cy="478038"/>
          </a:xfrm>
        </p:grpSpPr>
        <p:sp>
          <p:nvSpPr>
            <p:cNvPr id="2020" name="Google Shape;2020;p61"/>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61"/>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61"/>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61"/>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61"/>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61"/>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61"/>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61"/>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61"/>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61"/>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0" name="Google Shape;2030;p61"/>
          <p:cNvSpPr txBox="1"/>
          <p:nvPr/>
        </p:nvSpPr>
        <p:spPr>
          <a:xfrm>
            <a:off x="854800" y="1221150"/>
            <a:ext cx="7019100" cy="31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2031" name="Google Shape;2031;p61"/>
          <p:cNvSpPr txBox="1"/>
          <p:nvPr/>
        </p:nvSpPr>
        <p:spPr>
          <a:xfrm>
            <a:off x="635550" y="1285025"/>
            <a:ext cx="6757500" cy="328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t>End-to-End System Testing</a:t>
            </a:r>
            <a:endParaRPr b="1" sz="1300"/>
          </a:p>
          <a:p>
            <a:pPr indent="-298450" lvl="0" marL="457200" rtl="0" algn="l">
              <a:lnSpc>
                <a:spcPct val="115000"/>
              </a:lnSpc>
              <a:spcBef>
                <a:spcPts val="1200"/>
              </a:spcBef>
              <a:spcAft>
                <a:spcPts val="0"/>
              </a:spcAft>
              <a:buSzPts val="1100"/>
              <a:buChar char="●"/>
            </a:pPr>
            <a:r>
              <a:rPr lang="en" sz="1100"/>
              <a:t>Simulated real home scenarios (motion, sound, energy)</a:t>
            </a:r>
            <a:endParaRPr sz="1100"/>
          </a:p>
          <a:p>
            <a:pPr indent="-298450" lvl="0" marL="457200" rtl="0" algn="l">
              <a:lnSpc>
                <a:spcPct val="115000"/>
              </a:lnSpc>
              <a:spcBef>
                <a:spcPts val="0"/>
              </a:spcBef>
              <a:spcAft>
                <a:spcPts val="0"/>
              </a:spcAft>
              <a:buSzPts val="1100"/>
              <a:buChar char="●"/>
            </a:pPr>
            <a:r>
              <a:rPr lang="en" sz="1100"/>
              <a:t>Verified full pipeline:</a:t>
            </a:r>
            <a:br>
              <a:rPr lang="en" sz="1100"/>
            </a:br>
            <a:r>
              <a:rPr lang="en" sz="1100"/>
              <a:t> </a:t>
            </a:r>
            <a:r>
              <a:rPr b="1" lang="en" sz="1100"/>
              <a:t>Sensors → Home Assistant → API → Database</a:t>
            </a:r>
            <a:endParaRPr b="1" sz="1100"/>
          </a:p>
          <a:p>
            <a:pPr indent="0" lvl="0" marL="0" rtl="0" algn="l">
              <a:lnSpc>
                <a:spcPct val="115000"/>
              </a:lnSpc>
              <a:spcBef>
                <a:spcPts val="1400"/>
              </a:spcBef>
              <a:spcAft>
                <a:spcPts val="0"/>
              </a:spcAft>
              <a:buNone/>
            </a:pPr>
            <a:r>
              <a:rPr b="1" lang="en" sz="1300"/>
              <a:t>Key Tests Performed</a:t>
            </a:r>
            <a:endParaRPr b="1" sz="1300"/>
          </a:p>
          <a:p>
            <a:pPr indent="-298450" lvl="0" marL="457200" rtl="0" algn="l">
              <a:lnSpc>
                <a:spcPct val="115000"/>
              </a:lnSpc>
              <a:spcBef>
                <a:spcPts val="1200"/>
              </a:spcBef>
              <a:spcAft>
                <a:spcPts val="0"/>
              </a:spcAft>
              <a:buSzPts val="1100"/>
              <a:buChar char="●"/>
            </a:pPr>
            <a:r>
              <a:rPr b="1" lang="en" sz="1100"/>
              <a:t>Motion Detection:</a:t>
            </a:r>
            <a:endParaRPr b="1" sz="1100"/>
          </a:p>
          <a:p>
            <a:pPr indent="-298450" lvl="1" marL="914400" rtl="0" algn="l">
              <a:lnSpc>
                <a:spcPct val="115000"/>
              </a:lnSpc>
              <a:spcBef>
                <a:spcPts val="0"/>
              </a:spcBef>
              <a:spcAft>
                <a:spcPts val="0"/>
              </a:spcAft>
              <a:buSzPts val="1100"/>
              <a:buChar char="○"/>
            </a:pPr>
            <a:r>
              <a:rPr lang="en" sz="1100"/>
              <a:t>Controlled movement at different angles and distances</a:t>
            </a:r>
            <a:endParaRPr sz="1100"/>
          </a:p>
          <a:p>
            <a:pPr indent="-298450" lvl="0" marL="457200" rtl="0" algn="l">
              <a:lnSpc>
                <a:spcPct val="115000"/>
              </a:lnSpc>
              <a:spcBef>
                <a:spcPts val="0"/>
              </a:spcBef>
              <a:spcAft>
                <a:spcPts val="0"/>
              </a:spcAft>
              <a:buSzPts val="1100"/>
              <a:buChar char="●"/>
            </a:pPr>
            <a:r>
              <a:rPr b="1" lang="en" sz="1100"/>
              <a:t>Sound Detection:</a:t>
            </a:r>
            <a:endParaRPr b="1" sz="1100"/>
          </a:p>
          <a:p>
            <a:pPr indent="-298450" lvl="1" marL="914400" rtl="0" algn="l">
              <a:lnSpc>
                <a:spcPct val="115000"/>
              </a:lnSpc>
              <a:spcBef>
                <a:spcPts val="0"/>
              </a:spcBef>
              <a:spcAft>
                <a:spcPts val="0"/>
              </a:spcAft>
              <a:buSzPts val="1100"/>
              <a:buChar char="○"/>
            </a:pPr>
            <a:r>
              <a:rPr lang="en" sz="1100"/>
              <a:t>Normal vs abnormal noise (e.g., loud spikes)</a:t>
            </a:r>
            <a:endParaRPr sz="1100"/>
          </a:p>
          <a:p>
            <a:pPr indent="-298450" lvl="0" marL="457200" rtl="0" algn="l">
              <a:lnSpc>
                <a:spcPct val="115000"/>
              </a:lnSpc>
              <a:spcBef>
                <a:spcPts val="0"/>
              </a:spcBef>
              <a:spcAft>
                <a:spcPts val="0"/>
              </a:spcAft>
              <a:buSzPts val="1100"/>
              <a:buChar char="●"/>
            </a:pPr>
            <a:r>
              <a:rPr b="1" lang="en" sz="1100"/>
              <a:t>Energy Monitoring:</a:t>
            </a:r>
            <a:endParaRPr b="1" sz="1100"/>
          </a:p>
          <a:p>
            <a:pPr indent="-298450" lvl="1" marL="914400" rtl="0" algn="l">
              <a:lnSpc>
                <a:spcPct val="115000"/>
              </a:lnSpc>
              <a:spcBef>
                <a:spcPts val="0"/>
              </a:spcBef>
              <a:spcAft>
                <a:spcPts val="0"/>
              </a:spcAft>
              <a:buSzPts val="1100"/>
              <a:buChar char="○"/>
            </a:pPr>
            <a:r>
              <a:rPr lang="en" sz="1100"/>
              <a:t>Compared readings against known appliance usage</a:t>
            </a:r>
            <a:endParaRPr sz="1200">
              <a:solidFill>
                <a:schemeClr val="dk1"/>
              </a:solidFill>
              <a:latin typeface="Open Sans"/>
              <a:ea typeface="Open Sans"/>
              <a:cs typeface="Open Sans"/>
              <a:sym typeface="Open Sans"/>
            </a:endParaRPr>
          </a:p>
        </p:txBody>
      </p:sp>
      <p:pic>
        <p:nvPicPr>
          <p:cNvPr id="2032" name="Google Shape;2032;p61"/>
          <p:cNvPicPr preferRelativeResize="0"/>
          <p:nvPr/>
        </p:nvPicPr>
        <p:blipFill>
          <a:blip r:embed="rId4">
            <a:alphaModFix/>
          </a:blip>
          <a:stretch>
            <a:fillRect/>
          </a:stretch>
        </p:blipFill>
        <p:spPr>
          <a:xfrm>
            <a:off x="5417625" y="1221150"/>
            <a:ext cx="2929625" cy="1534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sp>
        <p:nvSpPr>
          <p:cNvPr id="2037" name="Google Shape;2037;p62"/>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Testing/Validation</a:t>
            </a:r>
            <a:endParaRPr/>
          </a:p>
        </p:txBody>
      </p:sp>
      <p:grpSp>
        <p:nvGrpSpPr>
          <p:cNvPr id="2038" name="Google Shape;2038;p62"/>
          <p:cNvGrpSpPr/>
          <p:nvPr/>
        </p:nvGrpSpPr>
        <p:grpSpPr>
          <a:xfrm>
            <a:off x="8013165" y="3659274"/>
            <a:ext cx="887675" cy="801288"/>
            <a:chOff x="6544194" y="2365864"/>
            <a:chExt cx="529544" cy="478038"/>
          </a:xfrm>
        </p:grpSpPr>
        <p:sp>
          <p:nvSpPr>
            <p:cNvPr id="2039" name="Google Shape;2039;p62"/>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62"/>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62"/>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62"/>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62"/>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62"/>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62"/>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62"/>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62"/>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62"/>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9" name="Google Shape;2049;p62"/>
          <p:cNvSpPr txBox="1"/>
          <p:nvPr/>
        </p:nvSpPr>
        <p:spPr>
          <a:xfrm>
            <a:off x="854800" y="1221150"/>
            <a:ext cx="7019100" cy="31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2050" name="Google Shape;2050;p62"/>
          <p:cNvSpPr txBox="1"/>
          <p:nvPr/>
        </p:nvSpPr>
        <p:spPr>
          <a:xfrm>
            <a:off x="671900" y="1292300"/>
            <a:ext cx="6757500" cy="328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t>S</a:t>
            </a:r>
            <a:r>
              <a:rPr b="1" lang="en" sz="1300"/>
              <a:t>ystem Validation</a:t>
            </a:r>
            <a:endParaRPr b="1" sz="1300"/>
          </a:p>
          <a:p>
            <a:pPr indent="-298450" lvl="0" marL="457200" rtl="0" algn="l">
              <a:lnSpc>
                <a:spcPct val="115000"/>
              </a:lnSpc>
              <a:spcBef>
                <a:spcPts val="1200"/>
              </a:spcBef>
              <a:spcAft>
                <a:spcPts val="0"/>
              </a:spcAft>
              <a:buSzPts val="1100"/>
              <a:buChar char="●"/>
            </a:pPr>
            <a:r>
              <a:rPr lang="en" sz="1100"/>
              <a:t>Accurate detection across all sensor types (&gt;90%)</a:t>
            </a:r>
            <a:endParaRPr sz="1100"/>
          </a:p>
          <a:p>
            <a:pPr indent="-298450" lvl="0" marL="457200" rtl="0" algn="l">
              <a:lnSpc>
                <a:spcPct val="115000"/>
              </a:lnSpc>
              <a:spcBef>
                <a:spcPts val="0"/>
              </a:spcBef>
              <a:spcAft>
                <a:spcPts val="0"/>
              </a:spcAft>
              <a:buSzPts val="1100"/>
              <a:buChar char="●"/>
            </a:pPr>
            <a:r>
              <a:rPr lang="en" sz="1100"/>
              <a:t>Energy readings within ±10% of expected values</a:t>
            </a:r>
            <a:endParaRPr sz="1100"/>
          </a:p>
          <a:p>
            <a:pPr indent="-298450" lvl="0" marL="457200" rtl="0" algn="l">
              <a:lnSpc>
                <a:spcPct val="115000"/>
              </a:lnSpc>
              <a:spcBef>
                <a:spcPts val="0"/>
              </a:spcBef>
              <a:spcAft>
                <a:spcPts val="0"/>
              </a:spcAft>
              <a:buSzPts val="1100"/>
              <a:buChar char="●"/>
            </a:pPr>
            <a:r>
              <a:rPr lang="en" sz="1100"/>
              <a:t>Reliable data transmission with no significant loss</a:t>
            </a:r>
            <a:endParaRPr sz="1100"/>
          </a:p>
          <a:p>
            <a:pPr indent="-298450" lvl="0" marL="457200" rtl="0" algn="l">
              <a:lnSpc>
                <a:spcPct val="115000"/>
              </a:lnSpc>
              <a:spcBef>
                <a:spcPts val="0"/>
              </a:spcBef>
              <a:spcAft>
                <a:spcPts val="0"/>
              </a:spcAft>
              <a:buSzPts val="1100"/>
              <a:buChar char="●"/>
            </a:pPr>
            <a:r>
              <a:rPr lang="en" sz="1100"/>
              <a:t>Alerts triggered correctly for abnormal events</a:t>
            </a:r>
            <a:endParaRPr sz="1100"/>
          </a:p>
          <a:p>
            <a:pPr indent="0" lvl="0" marL="0" rtl="0" algn="l">
              <a:lnSpc>
                <a:spcPct val="115000"/>
              </a:lnSpc>
              <a:spcBef>
                <a:spcPts val="1400"/>
              </a:spcBef>
              <a:spcAft>
                <a:spcPts val="0"/>
              </a:spcAft>
              <a:buNone/>
            </a:pPr>
            <a:r>
              <a:rPr b="1" lang="en" sz="1300"/>
              <a:t>Performance Results</a:t>
            </a:r>
            <a:endParaRPr b="1" sz="1300"/>
          </a:p>
          <a:p>
            <a:pPr indent="-298450" lvl="0" marL="457200" rtl="0" algn="l">
              <a:lnSpc>
                <a:spcPct val="115000"/>
              </a:lnSpc>
              <a:spcBef>
                <a:spcPts val="1200"/>
              </a:spcBef>
              <a:spcAft>
                <a:spcPts val="0"/>
              </a:spcAft>
              <a:buSzPts val="1100"/>
              <a:buChar char="●"/>
            </a:pPr>
            <a:r>
              <a:rPr lang="en" sz="1100"/>
              <a:t>Near real-time alert response (&lt; 2 seconds)</a:t>
            </a:r>
            <a:endParaRPr sz="1100"/>
          </a:p>
          <a:p>
            <a:pPr indent="-298450" lvl="0" marL="457200" rtl="0" algn="l">
              <a:lnSpc>
                <a:spcPct val="115000"/>
              </a:lnSpc>
              <a:spcBef>
                <a:spcPts val="0"/>
              </a:spcBef>
              <a:spcAft>
                <a:spcPts val="0"/>
              </a:spcAft>
              <a:buSzPts val="1100"/>
              <a:buChar char="●"/>
            </a:pPr>
            <a:r>
              <a:rPr lang="en" sz="1100"/>
              <a:t>Stable operation under continuous data collection</a:t>
            </a:r>
            <a:endParaRPr b="1" sz="1300"/>
          </a:p>
        </p:txBody>
      </p:sp>
      <p:pic>
        <p:nvPicPr>
          <p:cNvPr id="2051" name="Google Shape;2051;p62"/>
          <p:cNvPicPr preferRelativeResize="0"/>
          <p:nvPr/>
        </p:nvPicPr>
        <p:blipFill>
          <a:blip r:embed="rId4">
            <a:alphaModFix/>
          </a:blip>
          <a:stretch>
            <a:fillRect/>
          </a:stretch>
        </p:blipFill>
        <p:spPr>
          <a:xfrm>
            <a:off x="5497600" y="1292300"/>
            <a:ext cx="3089450" cy="1618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sp>
        <p:nvSpPr>
          <p:cNvPr id="2056" name="Google Shape;2056;p63"/>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Overview</a:t>
            </a:r>
            <a:endParaRPr/>
          </a:p>
        </p:txBody>
      </p:sp>
      <p:grpSp>
        <p:nvGrpSpPr>
          <p:cNvPr id="2057" name="Google Shape;2057;p63"/>
          <p:cNvGrpSpPr/>
          <p:nvPr/>
        </p:nvGrpSpPr>
        <p:grpSpPr>
          <a:xfrm>
            <a:off x="7539765" y="3773324"/>
            <a:ext cx="887675" cy="801288"/>
            <a:chOff x="6544194" y="2365864"/>
            <a:chExt cx="529544" cy="478038"/>
          </a:xfrm>
        </p:grpSpPr>
        <p:sp>
          <p:nvSpPr>
            <p:cNvPr id="2058" name="Google Shape;2058;p63"/>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63"/>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63"/>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63"/>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63"/>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63"/>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63"/>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63"/>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63"/>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63"/>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068" name="Google Shape;2068;p63"/>
          <p:cNvPicPr preferRelativeResize="0"/>
          <p:nvPr/>
        </p:nvPicPr>
        <p:blipFill>
          <a:blip r:embed="rId4">
            <a:alphaModFix/>
          </a:blip>
          <a:stretch>
            <a:fillRect/>
          </a:stretch>
        </p:blipFill>
        <p:spPr>
          <a:xfrm>
            <a:off x="6521650" y="435651"/>
            <a:ext cx="2018800" cy="1064004"/>
          </a:xfrm>
          <a:prstGeom prst="rect">
            <a:avLst/>
          </a:prstGeom>
          <a:noFill/>
          <a:ln>
            <a:noFill/>
          </a:ln>
        </p:spPr>
      </p:pic>
      <p:sp>
        <p:nvSpPr>
          <p:cNvPr id="2069" name="Google Shape;2069;p63"/>
          <p:cNvSpPr txBox="1"/>
          <p:nvPr/>
        </p:nvSpPr>
        <p:spPr>
          <a:xfrm>
            <a:off x="736250" y="1292300"/>
            <a:ext cx="6377400" cy="3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Platform Selection:</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uses a </a:t>
            </a:r>
            <a:r>
              <a:rPr b="1" lang="en" sz="1200">
                <a:solidFill>
                  <a:schemeClr val="dk1"/>
                </a:solidFill>
                <a:latin typeface="Open Sans"/>
                <a:ea typeface="Open Sans"/>
                <a:cs typeface="Open Sans"/>
                <a:sym typeface="Open Sans"/>
              </a:rPr>
              <a:t>MySQL relational database </a:t>
            </a:r>
            <a:r>
              <a:rPr lang="en" sz="1200">
                <a:solidFill>
                  <a:schemeClr val="dk1"/>
                </a:solidFill>
                <a:latin typeface="Open Sans"/>
                <a:ea typeface="Open Sans"/>
                <a:cs typeface="Open Sans"/>
                <a:sym typeface="Open Sans"/>
              </a:rPr>
              <a:t>hosted on </a:t>
            </a:r>
            <a:r>
              <a:rPr b="1" lang="en" sz="1200">
                <a:solidFill>
                  <a:schemeClr val="dk1"/>
                </a:solidFill>
                <a:latin typeface="Open Sans"/>
                <a:ea typeface="Open Sans"/>
                <a:cs typeface="Open Sans"/>
                <a:sym typeface="Open Sans"/>
              </a:rPr>
              <a:t>Amazon RDS (AWS)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Stored Data:</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database maintains structured records for:</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Homes </a:t>
            </a:r>
            <a:r>
              <a:rPr lang="en" sz="1200">
                <a:solidFill>
                  <a:schemeClr val="dk1"/>
                </a:solidFill>
                <a:latin typeface="Open Sans"/>
                <a:ea typeface="Open Sans"/>
                <a:cs typeface="Open Sans"/>
                <a:sym typeface="Open Sans"/>
              </a:rPr>
              <a:t>(user environments)</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Devices </a:t>
            </a:r>
            <a:r>
              <a:rPr lang="en" sz="1200">
                <a:solidFill>
                  <a:schemeClr val="dk1"/>
                </a:solidFill>
                <a:latin typeface="Open Sans"/>
                <a:ea typeface="Open Sans"/>
                <a:cs typeface="Open Sans"/>
                <a:sym typeface="Open Sans"/>
              </a:rPr>
              <a:t>(associated with each home)</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Sensor Readings </a:t>
            </a:r>
            <a:r>
              <a:rPr lang="en" sz="1200">
                <a:solidFill>
                  <a:schemeClr val="dk1"/>
                </a:solidFill>
                <a:latin typeface="Open Sans"/>
                <a:ea typeface="Open Sans"/>
                <a:cs typeface="Open Sans"/>
                <a:sym typeface="Open Sans"/>
              </a:rPr>
              <a:t>(time-series energy and environmental data)</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Data Representation:</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data is stored using </a:t>
            </a:r>
            <a:r>
              <a:rPr b="1" lang="en" sz="1200">
                <a:solidFill>
                  <a:schemeClr val="dk1"/>
                </a:solidFill>
                <a:latin typeface="Open Sans"/>
                <a:ea typeface="Open Sans"/>
                <a:cs typeface="Open Sans"/>
                <a:sym typeface="Open Sans"/>
              </a:rPr>
              <a:t>MySQL JSON fields </a:t>
            </a:r>
            <a:r>
              <a:rPr lang="en" sz="1200">
                <a:solidFill>
                  <a:schemeClr val="dk1"/>
                </a:solidFill>
                <a:latin typeface="Open Sans"/>
                <a:ea typeface="Open Sans"/>
                <a:cs typeface="Open Sans"/>
                <a:sym typeface="Open Sans"/>
              </a:rPr>
              <a:t>to support </a:t>
            </a:r>
            <a:r>
              <a:rPr b="1" lang="en" sz="1200">
                <a:solidFill>
                  <a:schemeClr val="dk1"/>
                </a:solidFill>
                <a:latin typeface="Open Sans"/>
                <a:ea typeface="Open Sans"/>
                <a:cs typeface="Open Sans"/>
                <a:sym typeface="Open Sans"/>
              </a:rPr>
              <a:t>flexible schemas </a:t>
            </a:r>
            <a:r>
              <a:rPr lang="en" sz="1200">
                <a:solidFill>
                  <a:schemeClr val="dk1"/>
                </a:solidFill>
                <a:latin typeface="Open Sans"/>
                <a:ea typeface="Open Sans"/>
                <a:cs typeface="Open Sans"/>
                <a:sym typeface="Open Sans"/>
              </a:rPr>
              <a:t>for different device types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Design Rationale: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Relational Structure </a:t>
            </a:r>
            <a:r>
              <a:rPr lang="en" sz="1200">
                <a:solidFill>
                  <a:schemeClr val="dk1"/>
                </a:solidFill>
                <a:latin typeface="Open Sans"/>
                <a:ea typeface="Open Sans"/>
                <a:cs typeface="Open Sans"/>
                <a:sym typeface="Open Sans"/>
              </a:rPr>
              <a:t>supports clear relationships between homes, devices, and data</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Efficient Querying </a:t>
            </a:r>
            <a:r>
              <a:rPr lang="en" sz="1200">
                <a:solidFill>
                  <a:schemeClr val="dk1"/>
                </a:solidFill>
                <a:latin typeface="Open Sans"/>
                <a:ea typeface="Open Sans"/>
                <a:cs typeface="Open Sans"/>
                <a:sym typeface="Open Sans"/>
              </a:rPr>
              <a:t>enables analytics, trend analysis, and AI/ML processing</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Cloud Hosting </a:t>
            </a:r>
            <a:r>
              <a:rPr lang="en" sz="1200">
                <a:solidFill>
                  <a:schemeClr val="dk1"/>
                </a:solidFill>
                <a:latin typeface="Open Sans"/>
                <a:ea typeface="Open Sans"/>
                <a:cs typeface="Open Sans"/>
                <a:sym typeface="Open Sans"/>
              </a:rPr>
              <a:t>provides scalability, reliability, and managed backups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The system is designed to handle high-frequency time-series data.</a:t>
            </a:r>
            <a:endParaRPr b="1">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3" name="Shape 2073"/>
        <p:cNvGrpSpPr/>
        <p:nvPr/>
      </p:nvGrpSpPr>
      <p:grpSpPr>
        <a:xfrm>
          <a:off x="0" y="0"/>
          <a:ext cx="0" cy="0"/>
          <a:chOff x="0" y="0"/>
          <a:chExt cx="0" cy="0"/>
        </a:xfrm>
      </p:grpSpPr>
      <p:sp>
        <p:nvSpPr>
          <p:cNvPr id="2074" name="Google Shape;2074;p64"/>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ER Diagram</a:t>
            </a:r>
            <a:endParaRPr/>
          </a:p>
        </p:txBody>
      </p:sp>
      <p:pic>
        <p:nvPicPr>
          <p:cNvPr id="2075" name="Google Shape;2075;p64"/>
          <p:cNvPicPr preferRelativeResize="0"/>
          <p:nvPr/>
        </p:nvPicPr>
        <p:blipFill>
          <a:blip r:embed="rId3">
            <a:alphaModFix/>
          </a:blip>
          <a:stretch>
            <a:fillRect/>
          </a:stretch>
        </p:blipFill>
        <p:spPr>
          <a:xfrm>
            <a:off x="4405775" y="1114375"/>
            <a:ext cx="4021675" cy="3430250"/>
          </a:xfrm>
          <a:prstGeom prst="rect">
            <a:avLst/>
          </a:prstGeom>
          <a:noFill/>
          <a:ln>
            <a:noFill/>
          </a:ln>
        </p:spPr>
      </p:pic>
      <p:sp>
        <p:nvSpPr>
          <p:cNvPr id="2076" name="Google Shape;2076;p64"/>
          <p:cNvSpPr txBox="1"/>
          <p:nvPr/>
        </p:nvSpPr>
        <p:spPr>
          <a:xfrm>
            <a:off x="736250" y="1176475"/>
            <a:ext cx="3604200" cy="32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Database Schema</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Tables:</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Homes</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Devices</a:t>
            </a:r>
            <a:endParaRPr sz="1200">
              <a:solidFill>
                <a:schemeClr val="dk1"/>
              </a:solidFill>
              <a:latin typeface="Open Sans"/>
              <a:ea typeface="Open Sans"/>
              <a:cs typeface="Open Sans"/>
              <a:sym typeface="Open Sans"/>
            </a:endParaRPr>
          </a:p>
          <a:p>
            <a:pPr indent="-304800" lvl="2" marL="13716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Each device relates to a home</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Sensor Readings</a:t>
            </a:r>
            <a:endParaRPr sz="1200">
              <a:solidFill>
                <a:schemeClr val="dk1"/>
              </a:solidFill>
              <a:latin typeface="Open Sans"/>
              <a:ea typeface="Open Sans"/>
              <a:cs typeface="Open Sans"/>
              <a:sym typeface="Open Sans"/>
            </a:endParaRPr>
          </a:p>
          <a:p>
            <a:pPr indent="-304800" lvl="2" marL="13716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Each sensor reading relates to a device and a home</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b="1">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AI/ML Data Support</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We plan to add a table capable of storing data required for our AI/ML models.</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If future AI workloads require more complex relationships, the system is designed to integrate additional data stores as a graph database without disrupting core architecture</a:t>
            </a:r>
            <a:endParaRPr sz="1200">
              <a:solidFill>
                <a:schemeClr val="dk1"/>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65"/>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Performance &amp; Scalability</a:t>
            </a:r>
            <a:endParaRPr/>
          </a:p>
        </p:txBody>
      </p:sp>
      <p:grpSp>
        <p:nvGrpSpPr>
          <p:cNvPr id="2082" name="Google Shape;2082;p65"/>
          <p:cNvGrpSpPr/>
          <p:nvPr/>
        </p:nvGrpSpPr>
        <p:grpSpPr>
          <a:xfrm>
            <a:off x="7539765" y="3773324"/>
            <a:ext cx="887675" cy="801288"/>
            <a:chOff x="6544194" y="2365864"/>
            <a:chExt cx="529544" cy="478038"/>
          </a:xfrm>
        </p:grpSpPr>
        <p:sp>
          <p:nvSpPr>
            <p:cNvPr id="2083" name="Google Shape;2083;p65"/>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65"/>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65"/>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65"/>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65"/>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65"/>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65"/>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65"/>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65"/>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65"/>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3" name="Google Shape;2093;p65"/>
          <p:cNvSpPr txBox="1"/>
          <p:nvPr/>
        </p:nvSpPr>
        <p:spPr>
          <a:xfrm>
            <a:off x="671900" y="1292300"/>
            <a:ext cx="6757500" cy="3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Expected Workload:</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Our focus will be on unit 3 which will contain </a:t>
            </a:r>
            <a:r>
              <a:rPr b="1" lang="en" sz="1200">
                <a:solidFill>
                  <a:schemeClr val="dk1"/>
                </a:solidFill>
                <a:latin typeface="Open Sans"/>
                <a:ea typeface="Open Sans"/>
                <a:cs typeface="Open Sans"/>
                <a:sym typeface="Open Sans"/>
              </a:rPr>
              <a:t>30 devices</a:t>
            </a: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We are going to </a:t>
            </a:r>
            <a:r>
              <a:rPr b="1" lang="en" sz="1200">
                <a:solidFill>
                  <a:schemeClr val="dk1"/>
                </a:solidFill>
                <a:latin typeface="Open Sans"/>
                <a:ea typeface="Open Sans"/>
                <a:cs typeface="Open Sans"/>
                <a:sym typeface="Open Sans"/>
              </a:rPr>
              <a:t>sample every 30 seconds</a:t>
            </a:r>
            <a:r>
              <a:rPr lang="en" sz="1200">
                <a:solidFill>
                  <a:schemeClr val="dk1"/>
                </a:solidFill>
                <a:latin typeface="Open Sans"/>
                <a:ea typeface="Open Sans"/>
                <a:cs typeface="Open Sans"/>
                <a:sym typeface="Open Sans"/>
              </a:rPr>
              <a:t> for the </a:t>
            </a:r>
            <a:r>
              <a:rPr b="1" lang="en" sz="1200">
                <a:solidFill>
                  <a:schemeClr val="dk1"/>
                </a:solidFill>
                <a:latin typeface="Open Sans"/>
                <a:ea typeface="Open Sans"/>
                <a:cs typeface="Open Sans"/>
                <a:sym typeface="Open Sans"/>
              </a:rPr>
              <a:t>smart plugs which are 28 </a:t>
            </a:r>
            <a:r>
              <a:rPr lang="en" sz="1200">
                <a:solidFill>
                  <a:schemeClr val="dk1"/>
                </a:solidFill>
                <a:latin typeface="Open Sans"/>
                <a:ea typeface="Open Sans"/>
                <a:cs typeface="Open Sans"/>
                <a:sym typeface="Open Sans"/>
              </a:rPr>
              <a:t>of them.</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This results in about </a:t>
            </a:r>
            <a:r>
              <a:rPr b="1" lang="en" sz="1200">
                <a:solidFill>
                  <a:schemeClr val="dk1"/>
                </a:solidFill>
                <a:latin typeface="Open Sans"/>
                <a:ea typeface="Open Sans"/>
                <a:cs typeface="Open Sans"/>
                <a:sym typeface="Open Sans"/>
              </a:rPr>
              <a:t>3,360 readings per hour</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Write Performance: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The system will have</a:t>
            </a:r>
            <a:r>
              <a:rPr b="1" lang="en" sz="1200">
                <a:solidFill>
                  <a:schemeClr val="dk1"/>
                </a:solidFill>
                <a:latin typeface="Open Sans"/>
                <a:ea typeface="Open Sans"/>
                <a:cs typeface="Open Sans"/>
                <a:sym typeface="Open Sans"/>
              </a:rPr>
              <a:t> frequent inserts</a:t>
            </a:r>
            <a:r>
              <a:rPr lang="en" sz="1200">
                <a:solidFill>
                  <a:schemeClr val="dk1"/>
                </a:solidFill>
                <a:latin typeface="Open Sans"/>
                <a:ea typeface="Open Sans"/>
                <a:cs typeface="Open Sans"/>
                <a:sym typeface="Open Sans"/>
              </a:rPr>
              <a:t> (every 30 seconds per device)</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It will be </a:t>
            </a:r>
            <a:r>
              <a:rPr b="1" lang="en" sz="1200">
                <a:solidFill>
                  <a:schemeClr val="dk1"/>
                </a:solidFill>
                <a:latin typeface="Open Sans"/>
                <a:ea typeface="Open Sans"/>
                <a:cs typeface="Open Sans"/>
                <a:sym typeface="Open Sans"/>
              </a:rPr>
              <a:t>insert only</a:t>
            </a:r>
            <a:r>
              <a:rPr lang="en" sz="1200">
                <a:solidFill>
                  <a:schemeClr val="dk1"/>
                </a:solidFill>
                <a:latin typeface="Open Sans"/>
                <a:ea typeface="Open Sans"/>
                <a:cs typeface="Open Sans"/>
                <a:sym typeface="Open Sans"/>
              </a:rPr>
              <a:t> and not updates to minimize write overhead</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Read Performance: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We use indexing to speed up </a:t>
            </a:r>
            <a:r>
              <a:rPr lang="en" sz="1200">
                <a:solidFill>
                  <a:schemeClr val="dk1"/>
                </a:solidFill>
                <a:latin typeface="Open Sans"/>
                <a:ea typeface="Open Sans"/>
                <a:cs typeface="Open Sans"/>
                <a:sym typeface="Open Sans"/>
              </a:rPr>
              <a:t>querying (device id and timestamp, home id and timestamp)</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Scalability Strategy:</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Using Amazon RDS supports vertical scalability allowing for upgrading instances and storage size.</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7" name="Shape 2097"/>
        <p:cNvGrpSpPr/>
        <p:nvPr/>
      </p:nvGrpSpPr>
      <p:grpSpPr>
        <a:xfrm>
          <a:off x="0" y="0"/>
          <a:ext cx="0" cy="0"/>
          <a:chOff x="0" y="0"/>
          <a:chExt cx="0" cy="0"/>
        </a:xfrm>
      </p:grpSpPr>
      <p:sp>
        <p:nvSpPr>
          <p:cNvPr id="2098" name="Google Shape;2098;p66"/>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Design Tradeoffs</a:t>
            </a:r>
            <a:endParaRPr/>
          </a:p>
        </p:txBody>
      </p:sp>
      <p:grpSp>
        <p:nvGrpSpPr>
          <p:cNvPr id="2099" name="Google Shape;2099;p66"/>
          <p:cNvGrpSpPr/>
          <p:nvPr/>
        </p:nvGrpSpPr>
        <p:grpSpPr>
          <a:xfrm>
            <a:off x="7539765" y="3773324"/>
            <a:ext cx="887675" cy="801288"/>
            <a:chOff x="6544194" y="2365864"/>
            <a:chExt cx="529544" cy="478038"/>
          </a:xfrm>
        </p:grpSpPr>
        <p:sp>
          <p:nvSpPr>
            <p:cNvPr id="2100" name="Google Shape;2100;p66"/>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66"/>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66"/>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66"/>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66"/>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66"/>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66"/>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66"/>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66"/>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66"/>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0" name="Google Shape;2110;p66"/>
          <p:cNvSpPr txBox="1"/>
          <p:nvPr/>
        </p:nvSpPr>
        <p:spPr>
          <a:xfrm>
            <a:off x="671900" y="1292300"/>
            <a:ext cx="6757500" cy="3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graphicFrame>
        <p:nvGraphicFramePr>
          <p:cNvPr id="2111" name="Google Shape;2111;p66"/>
          <p:cNvGraphicFramePr/>
          <p:nvPr/>
        </p:nvGraphicFramePr>
        <p:xfrm>
          <a:off x="772275" y="1354275"/>
          <a:ext cx="3000000" cy="3000000"/>
        </p:xfrm>
        <a:graphic>
          <a:graphicData uri="http://schemas.openxmlformats.org/drawingml/2006/table">
            <a:tbl>
              <a:tblPr>
                <a:noFill/>
                <a:tableStyleId>{F1E501FA-AE76-4B14-8354-A7A769DBECB2}</a:tableStyleId>
              </a:tblPr>
              <a:tblGrid>
                <a:gridCol w="1809750"/>
                <a:gridCol w="1809750"/>
                <a:gridCol w="1809750"/>
                <a:gridCol w="1809750"/>
              </a:tblGrid>
              <a:tr h="381000">
                <a:tc>
                  <a:txBody>
                    <a:bodyPr/>
                    <a:lstStyle/>
                    <a:p>
                      <a:pPr indent="0" lvl="0" marL="0" rtl="0" algn="ctr">
                        <a:lnSpc>
                          <a:spcPct val="115000"/>
                        </a:lnSpc>
                        <a:spcBef>
                          <a:spcPts val="0"/>
                        </a:spcBef>
                        <a:spcAft>
                          <a:spcPts val="0"/>
                        </a:spcAft>
                        <a:buNone/>
                      </a:pPr>
                      <a:r>
                        <a:rPr b="1" lang="en" sz="1100"/>
                        <a:t>Decision</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Alternative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Rationale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Tradeoff</a:t>
                      </a:r>
                      <a:endParaRPr b="1" sz="1100"/>
                    </a:p>
                  </a:txBody>
                  <a:tcPr marT="91425" marB="91425" marR="91425" marL="91425"/>
                </a:tc>
              </a:tr>
              <a:tr h="381000">
                <a:tc>
                  <a:txBody>
                    <a:bodyPr/>
                    <a:lstStyle/>
                    <a:p>
                      <a:pPr indent="0" lvl="0" marL="0" rtl="0" algn="l">
                        <a:spcBef>
                          <a:spcPts val="0"/>
                        </a:spcBef>
                        <a:spcAft>
                          <a:spcPts val="0"/>
                        </a:spcAft>
                        <a:buNone/>
                      </a:pPr>
                      <a:r>
                        <a:rPr lang="en"/>
                        <a:t>SQL (MySQL)</a:t>
                      </a:r>
                      <a:endParaRPr/>
                    </a:p>
                  </a:txBody>
                  <a:tcPr marT="91425" marB="91425" marR="91425" marL="91425"/>
                </a:tc>
                <a:tc>
                  <a:txBody>
                    <a:bodyPr/>
                    <a:lstStyle/>
                    <a:p>
                      <a:pPr indent="0" lvl="0" marL="0" rtl="0" algn="l">
                        <a:spcBef>
                          <a:spcPts val="0"/>
                        </a:spcBef>
                        <a:spcAft>
                          <a:spcPts val="0"/>
                        </a:spcAft>
                        <a:buNone/>
                      </a:pPr>
                      <a:r>
                        <a:rPr lang="en"/>
                        <a:t>NoSQL</a:t>
                      </a:r>
                      <a:endParaRPr/>
                    </a:p>
                  </a:txBody>
                  <a:tcPr marT="91425" marB="91425" marR="91425" marL="91425"/>
                </a:tc>
                <a:tc>
                  <a:txBody>
                    <a:bodyPr/>
                    <a:lstStyle/>
                    <a:p>
                      <a:pPr indent="0" lvl="0" marL="0" rtl="0" algn="l">
                        <a:spcBef>
                          <a:spcPts val="0"/>
                        </a:spcBef>
                        <a:spcAft>
                          <a:spcPts val="0"/>
                        </a:spcAft>
                        <a:buNone/>
                      </a:pPr>
                      <a:r>
                        <a:rPr lang="en"/>
                        <a:t>Structured data, strong relationships</a:t>
                      </a:r>
                      <a:endParaRPr/>
                    </a:p>
                  </a:txBody>
                  <a:tcPr marT="91425" marB="91425" marR="91425" marL="91425"/>
                </a:tc>
                <a:tc>
                  <a:txBody>
                    <a:bodyPr/>
                    <a:lstStyle/>
                    <a:p>
                      <a:pPr indent="0" lvl="0" marL="0" rtl="0" algn="l">
                        <a:spcBef>
                          <a:spcPts val="0"/>
                        </a:spcBef>
                        <a:spcAft>
                          <a:spcPts val="0"/>
                        </a:spcAft>
                        <a:buNone/>
                      </a:pPr>
                      <a:r>
                        <a:rPr lang="en"/>
                        <a:t>Less flexible</a:t>
                      </a:r>
                      <a:endParaRPr/>
                    </a:p>
                  </a:txBody>
                  <a:tcPr marT="91425" marB="91425" marR="91425" marL="91425"/>
                </a:tc>
              </a:tr>
              <a:tr h="381000">
                <a:tc>
                  <a:txBody>
                    <a:bodyPr/>
                    <a:lstStyle/>
                    <a:p>
                      <a:pPr indent="0" lvl="0" marL="0" rtl="0" algn="l">
                        <a:spcBef>
                          <a:spcPts val="0"/>
                        </a:spcBef>
                        <a:spcAft>
                          <a:spcPts val="0"/>
                        </a:spcAft>
                        <a:buNone/>
                      </a:pPr>
                      <a:r>
                        <a:rPr lang="en"/>
                        <a:t>JSON fields</a:t>
                      </a:r>
                      <a:endParaRPr/>
                    </a:p>
                  </a:txBody>
                  <a:tcPr marT="91425" marB="91425" marR="91425" marL="91425"/>
                </a:tc>
                <a:tc>
                  <a:txBody>
                    <a:bodyPr/>
                    <a:lstStyle/>
                    <a:p>
                      <a:pPr indent="0" lvl="0" marL="0" rtl="0" algn="l">
                        <a:spcBef>
                          <a:spcPts val="0"/>
                        </a:spcBef>
                        <a:spcAft>
                          <a:spcPts val="0"/>
                        </a:spcAft>
                        <a:buNone/>
                      </a:pPr>
                      <a:r>
                        <a:rPr lang="en"/>
                        <a:t>Fully normalized</a:t>
                      </a:r>
                      <a:endParaRPr/>
                    </a:p>
                  </a:txBody>
                  <a:tcPr marT="91425" marB="91425" marR="91425" marL="91425"/>
                </a:tc>
                <a:tc>
                  <a:txBody>
                    <a:bodyPr/>
                    <a:lstStyle/>
                    <a:p>
                      <a:pPr indent="0" lvl="0" marL="0" rtl="0" algn="l">
                        <a:spcBef>
                          <a:spcPts val="0"/>
                        </a:spcBef>
                        <a:spcAft>
                          <a:spcPts val="0"/>
                        </a:spcAft>
                        <a:buNone/>
                      </a:pPr>
                      <a:r>
                        <a:rPr lang="en"/>
                        <a:t>Flexible schema</a:t>
                      </a:r>
                      <a:endParaRPr/>
                    </a:p>
                  </a:txBody>
                  <a:tcPr marT="91425" marB="91425" marR="91425" marL="91425"/>
                </a:tc>
                <a:tc>
                  <a:txBody>
                    <a:bodyPr/>
                    <a:lstStyle/>
                    <a:p>
                      <a:pPr indent="0" lvl="0" marL="0" rtl="0" algn="l">
                        <a:spcBef>
                          <a:spcPts val="0"/>
                        </a:spcBef>
                        <a:spcAft>
                          <a:spcPts val="0"/>
                        </a:spcAft>
                        <a:buNone/>
                      </a:pPr>
                      <a:r>
                        <a:rPr lang="en"/>
                        <a:t>Complex queries</a:t>
                      </a:r>
                      <a:endParaRPr/>
                    </a:p>
                  </a:txBody>
                  <a:tcPr marT="91425" marB="91425" marR="91425" marL="91425"/>
                </a:tc>
              </a:tr>
              <a:tr h="381000">
                <a:tc>
                  <a:txBody>
                    <a:bodyPr/>
                    <a:lstStyle/>
                    <a:p>
                      <a:pPr indent="0" lvl="0" marL="0" rtl="0" algn="l">
                        <a:spcBef>
                          <a:spcPts val="0"/>
                        </a:spcBef>
                        <a:spcAft>
                          <a:spcPts val="0"/>
                        </a:spcAft>
                        <a:buNone/>
                      </a:pPr>
                      <a:r>
                        <a:rPr lang="en"/>
                        <a:t>AWS RDS</a:t>
                      </a:r>
                      <a:endParaRPr/>
                    </a:p>
                  </a:txBody>
                  <a:tcPr marT="91425" marB="91425" marR="91425" marL="91425"/>
                </a:tc>
                <a:tc>
                  <a:txBody>
                    <a:bodyPr/>
                    <a:lstStyle/>
                    <a:p>
                      <a:pPr indent="0" lvl="0" marL="0" rtl="0" algn="l">
                        <a:spcBef>
                          <a:spcPts val="0"/>
                        </a:spcBef>
                        <a:spcAft>
                          <a:spcPts val="0"/>
                        </a:spcAft>
                        <a:buNone/>
                      </a:pPr>
                      <a:r>
                        <a:rPr lang="en"/>
                        <a:t>Local DB</a:t>
                      </a:r>
                      <a:endParaRPr/>
                    </a:p>
                  </a:txBody>
                  <a:tcPr marT="91425" marB="91425" marR="91425" marL="91425"/>
                </a:tc>
                <a:tc>
                  <a:txBody>
                    <a:bodyPr/>
                    <a:lstStyle/>
                    <a:p>
                      <a:pPr indent="0" lvl="0" marL="0" rtl="0" algn="l">
                        <a:spcBef>
                          <a:spcPts val="0"/>
                        </a:spcBef>
                        <a:spcAft>
                          <a:spcPts val="0"/>
                        </a:spcAft>
                        <a:buNone/>
                      </a:pPr>
                      <a:r>
                        <a:rPr lang="en"/>
                        <a:t>Scalable, managed</a:t>
                      </a:r>
                      <a:endParaRPr/>
                    </a:p>
                  </a:txBody>
                  <a:tcPr marT="91425" marB="91425" marR="91425" marL="91425"/>
                </a:tc>
                <a:tc>
                  <a:txBody>
                    <a:bodyPr/>
                    <a:lstStyle/>
                    <a:p>
                      <a:pPr indent="0" lvl="0" marL="0" rtl="0" algn="l">
                        <a:spcBef>
                          <a:spcPts val="0"/>
                        </a:spcBef>
                        <a:spcAft>
                          <a:spcPts val="0"/>
                        </a:spcAft>
                        <a:buNone/>
                      </a:pPr>
                      <a:r>
                        <a:rPr lang="en"/>
                        <a:t>Cost</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67"/>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Validation Plan</a:t>
            </a:r>
            <a:endParaRPr/>
          </a:p>
        </p:txBody>
      </p:sp>
      <p:grpSp>
        <p:nvGrpSpPr>
          <p:cNvPr id="2117" name="Google Shape;2117;p67"/>
          <p:cNvGrpSpPr/>
          <p:nvPr/>
        </p:nvGrpSpPr>
        <p:grpSpPr>
          <a:xfrm>
            <a:off x="7539765" y="3773324"/>
            <a:ext cx="887675" cy="801288"/>
            <a:chOff x="6544194" y="2365864"/>
            <a:chExt cx="529544" cy="478038"/>
          </a:xfrm>
        </p:grpSpPr>
        <p:sp>
          <p:nvSpPr>
            <p:cNvPr id="2118" name="Google Shape;2118;p67"/>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67"/>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67"/>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67"/>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67"/>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67"/>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67"/>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67"/>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67"/>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67"/>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8" name="Google Shape;2128;p67"/>
          <p:cNvSpPr txBox="1"/>
          <p:nvPr/>
        </p:nvSpPr>
        <p:spPr>
          <a:xfrm>
            <a:off x="671900" y="1292300"/>
            <a:ext cx="6757500" cy="3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Data Ingestion:</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Test: Verify sensor data is </a:t>
            </a:r>
            <a:r>
              <a:rPr lang="en" sz="1200">
                <a:solidFill>
                  <a:schemeClr val="dk1"/>
                </a:solidFill>
                <a:latin typeface="Open Sans"/>
                <a:ea typeface="Open Sans"/>
                <a:cs typeface="Open Sans"/>
                <a:sym typeface="Open Sans"/>
              </a:rPr>
              <a:t>received</a:t>
            </a:r>
            <a:r>
              <a:rPr lang="en" sz="1200">
                <a:solidFill>
                  <a:schemeClr val="dk1"/>
                </a:solidFill>
                <a:latin typeface="Open Sans"/>
                <a:ea typeface="Open Sans"/>
                <a:cs typeface="Open Sans"/>
                <a:sym typeface="Open Sans"/>
              </a:rPr>
              <a:t> every 30 seconds</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Method: Compare timestamps of incoming data</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Success Criteria:</a:t>
            </a:r>
            <a:r>
              <a:rPr b="1" lang="en" sz="1200">
                <a:solidFill>
                  <a:schemeClr val="dk1"/>
                </a:solidFill>
                <a:latin typeface="Open Sans"/>
                <a:ea typeface="Open Sans"/>
                <a:cs typeface="Open Sans"/>
                <a:sym typeface="Open Sans"/>
              </a:rPr>
              <a:t> ≥98% of expected readings received</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Data Storage: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Test: Ensure all incoming data is stored correctly</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Method: Insert known data and query database</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Success Criteria: </a:t>
            </a:r>
            <a:r>
              <a:rPr b="1" lang="en" sz="1200">
                <a:solidFill>
                  <a:schemeClr val="dk1"/>
                </a:solidFill>
                <a:latin typeface="Open Sans"/>
                <a:ea typeface="Open Sans"/>
                <a:cs typeface="Open Sans"/>
                <a:sym typeface="Open Sans"/>
              </a:rPr>
              <a:t>100% data accuracy</a:t>
            </a:r>
            <a:r>
              <a:rPr lang="en" sz="1200">
                <a:solidFill>
                  <a:schemeClr val="dk1"/>
                </a:solidFill>
                <a:latin typeface="Open Sans"/>
                <a:ea typeface="Open Sans"/>
                <a:cs typeface="Open Sans"/>
                <a:sym typeface="Open Sans"/>
              </a:rPr>
              <a:t>, no loss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System Performance: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Test: Measure database performance under load</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Method: Simulate multiple devices sending data</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Success Criteria: </a:t>
            </a:r>
            <a:endParaRPr sz="1200">
              <a:solidFill>
                <a:schemeClr val="dk1"/>
              </a:solidFill>
              <a:latin typeface="Open Sans"/>
              <a:ea typeface="Open Sans"/>
              <a:cs typeface="Open Sans"/>
              <a:sym typeface="Open Sans"/>
            </a:endParaRPr>
          </a:p>
          <a:p>
            <a:pPr indent="-311150" lvl="1" marL="914400" rtl="0" algn="l">
              <a:spcBef>
                <a:spcPts val="0"/>
              </a:spcBef>
              <a:spcAft>
                <a:spcPts val="0"/>
              </a:spcAft>
              <a:buClr>
                <a:schemeClr val="dk1"/>
              </a:buClr>
              <a:buSzPts val="1300"/>
              <a:buFont typeface="Open Sans"/>
              <a:buChar char="○"/>
            </a:pPr>
            <a:r>
              <a:rPr lang="en" sz="1200">
                <a:latin typeface="Open Sans"/>
                <a:ea typeface="Open Sans"/>
                <a:cs typeface="Open Sans"/>
                <a:sym typeface="Open Sans"/>
              </a:rPr>
              <a:t>Event detection latency: </a:t>
            </a:r>
            <a:r>
              <a:rPr b="1" lang="en" sz="1200">
                <a:latin typeface="Open Sans"/>
                <a:ea typeface="Open Sans"/>
                <a:cs typeface="Open Sans"/>
                <a:sym typeface="Open Sans"/>
              </a:rPr>
              <a:t>&lt; 2 second</a:t>
            </a:r>
            <a:r>
              <a:rPr b="1" lang="en" sz="1200">
                <a:latin typeface="Open Sans"/>
                <a:ea typeface="Open Sans"/>
                <a:cs typeface="Open Sans"/>
                <a:sym typeface="Open Sans"/>
              </a:rPr>
              <a:t>s</a:t>
            </a:r>
            <a:endParaRPr b="1" sz="1200">
              <a:latin typeface="Open Sans"/>
              <a:ea typeface="Open Sans"/>
              <a:cs typeface="Open Sans"/>
              <a:sym typeface="Open Sans"/>
            </a:endParaRPr>
          </a:p>
          <a:p>
            <a:pPr indent="-311150" lvl="1" marL="914400" rtl="0" algn="l">
              <a:spcBef>
                <a:spcPts val="0"/>
              </a:spcBef>
              <a:spcAft>
                <a:spcPts val="0"/>
              </a:spcAft>
              <a:buClr>
                <a:schemeClr val="dk1"/>
              </a:buClr>
              <a:buSzPts val="1300"/>
              <a:buFont typeface="Open Sans"/>
              <a:buChar char="○"/>
            </a:pPr>
            <a:r>
              <a:rPr lang="en" sz="1200">
                <a:latin typeface="Open Sans"/>
                <a:ea typeface="Open Sans"/>
                <a:cs typeface="Open Sans"/>
                <a:sym typeface="Open Sans"/>
              </a:rPr>
              <a:t>Data insertion latency: </a:t>
            </a:r>
            <a:r>
              <a:rPr b="1" lang="en" sz="1200">
                <a:latin typeface="Open Sans"/>
                <a:ea typeface="Open Sans"/>
                <a:cs typeface="Open Sans"/>
                <a:sym typeface="Open Sans"/>
              </a:rPr>
              <a:t>&lt; 1 second per reading</a:t>
            </a:r>
            <a:endParaRPr b="1" sz="1200">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sp>
        <p:nvSpPr>
          <p:cNvPr id="2133" name="Google Shape;2133;p68"/>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 Overview</a:t>
            </a:r>
            <a:endParaRPr/>
          </a:p>
        </p:txBody>
      </p:sp>
      <p:grpSp>
        <p:nvGrpSpPr>
          <p:cNvPr id="2134" name="Google Shape;2134;p68"/>
          <p:cNvGrpSpPr/>
          <p:nvPr/>
        </p:nvGrpSpPr>
        <p:grpSpPr>
          <a:xfrm>
            <a:off x="8013165" y="3659274"/>
            <a:ext cx="887675" cy="801288"/>
            <a:chOff x="6544194" y="2365864"/>
            <a:chExt cx="529544" cy="478038"/>
          </a:xfrm>
        </p:grpSpPr>
        <p:sp>
          <p:nvSpPr>
            <p:cNvPr id="2135" name="Google Shape;2135;p68"/>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68"/>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68"/>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68"/>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68"/>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68"/>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68"/>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8"/>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68"/>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68"/>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45" name="Google Shape;2145;p68"/>
          <p:cNvPicPr preferRelativeResize="0"/>
          <p:nvPr/>
        </p:nvPicPr>
        <p:blipFill>
          <a:blip r:embed="rId3">
            <a:alphaModFix/>
          </a:blip>
          <a:stretch>
            <a:fillRect/>
          </a:stretch>
        </p:blipFill>
        <p:spPr>
          <a:xfrm>
            <a:off x="5963597" y="1230225"/>
            <a:ext cx="2563979" cy="1341525"/>
          </a:xfrm>
          <a:prstGeom prst="rect">
            <a:avLst/>
          </a:prstGeom>
          <a:noFill/>
          <a:ln>
            <a:noFill/>
          </a:ln>
        </p:spPr>
      </p:pic>
      <p:sp>
        <p:nvSpPr>
          <p:cNvPr id="2146" name="Google Shape;2146;p68"/>
          <p:cNvSpPr txBox="1"/>
          <p:nvPr/>
        </p:nvSpPr>
        <p:spPr>
          <a:xfrm>
            <a:off x="716550" y="1009150"/>
            <a:ext cx="5071500" cy="32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Purpose: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Acts as a </a:t>
            </a:r>
            <a:r>
              <a:rPr b="1" lang="en" sz="1200">
                <a:solidFill>
                  <a:schemeClr val="dk1"/>
                </a:solidFill>
                <a:latin typeface="Open Sans"/>
                <a:ea typeface="Open Sans"/>
                <a:cs typeface="Open Sans"/>
                <a:sym typeface="Open Sans"/>
              </a:rPr>
              <a:t>central interface </a:t>
            </a:r>
            <a:r>
              <a:rPr lang="en" sz="1200">
                <a:solidFill>
                  <a:schemeClr val="dk1"/>
                </a:solidFill>
                <a:latin typeface="Open Sans"/>
                <a:ea typeface="Open Sans"/>
                <a:cs typeface="Open Sans"/>
                <a:sym typeface="Open Sans"/>
              </a:rPr>
              <a:t>between system </a:t>
            </a:r>
            <a:r>
              <a:rPr lang="en" sz="1200">
                <a:solidFill>
                  <a:schemeClr val="dk1"/>
                </a:solidFill>
                <a:latin typeface="Open Sans"/>
                <a:ea typeface="Open Sans"/>
                <a:cs typeface="Open Sans"/>
                <a:sym typeface="Open Sans"/>
              </a:rPr>
              <a:t>components</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Enables communication between:</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Sensors/Devices</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Database</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UI</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AI/ML Processing</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Architecture: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Implemented as a </a:t>
            </a:r>
            <a:r>
              <a:rPr b="1" lang="en" sz="1200">
                <a:solidFill>
                  <a:schemeClr val="dk1"/>
                </a:solidFill>
                <a:latin typeface="Open Sans"/>
                <a:ea typeface="Open Sans"/>
                <a:cs typeface="Open Sans"/>
                <a:sym typeface="Open Sans"/>
              </a:rPr>
              <a:t>RESTful API</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Use standard </a:t>
            </a:r>
            <a:r>
              <a:rPr b="1" lang="en" sz="1200">
                <a:solidFill>
                  <a:schemeClr val="dk1"/>
                </a:solidFill>
                <a:latin typeface="Open Sans"/>
                <a:ea typeface="Open Sans"/>
                <a:cs typeface="Open Sans"/>
                <a:sym typeface="Open Sans"/>
              </a:rPr>
              <a:t>HTTP</a:t>
            </a:r>
            <a:r>
              <a:rPr lang="en" sz="1200">
                <a:solidFill>
                  <a:schemeClr val="dk1"/>
                </a:solidFill>
                <a:latin typeface="Open Sans"/>
                <a:ea typeface="Open Sans"/>
                <a:cs typeface="Open Sans"/>
                <a:sym typeface="Open Sans"/>
              </a:rPr>
              <a:t> methods (GET, POST)</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b="1" lang="en" sz="1200">
                <a:solidFill>
                  <a:schemeClr val="dk1"/>
                </a:solidFill>
                <a:latin typeface="Open Sans"/>
                <a:ea typeface="Open Sans"/>
                <a:cs typeface="Open Sans"/>
                <a:sym typeface="Open Sans"/>
              </a:rPr>
              <a:t>Stateless </a:t>
            </a:r>
            <a:r>
              <a:rPr lang="en" sz="1200">
                <a:solidFill>
                  <a:schemeClr val="dk1"/>
                </a:solidFill>
                <a:latin typeface="Open Sans"/>
                <a:ea typeface="Open Sans"/>
                <a:cs typeface="Open Sans"/>
                <a:sym typeface="Open Sans"/>
              </a:rPr>
              <a:t>design for scalability and simplicity</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Core Responsibilities:</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Receive and validate sensor data from devices</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Store data in database</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Provide data access for UI and AI/ML processing</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a:solidFill>
                  <a:schemeClr val="dk1"/>
                </a:solidFill>
                <a:latin typeface="Open Sans"/>
                <a:ea typeface="Open Sans"/>
                <a:cs typeface="Open Sans"/>
                <a:sym typeface="Open Sans"/>
              </a:rPr>
              <a:t>Design Rationale:</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REST was chosen for:</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Simplicity and ease of implementation</a:t>
            </a:r>
            <a:endParaRPr sz="1200">
              <a:solidFill>
                <a:schemeClr val="dk1"/>
              </a:solidFill>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Scalability in distributed systems</a:t>
            </a:r>
            <a:endParaRPr sz="1200">
              <a:solidFill>
                <a:schemeClr val="dk1"/>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69"/>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 Endpoints</a:t>
            </a:r>
            <a:endParaRPr/>
          </a:p>
        </p:txBody>
      </p:sp>
      <p:grpSp>
        <p:nvGrpSpPr>
          <p:cNvPr id="2152" name="Google Shape;2152;p69"/>
          <p:cNvGrpSpPr/>
          <p:nvPr/>
        </p:nvGrpSpPr>
        <p:grpSpPr>
          <a:xfrm>
            <a:off x="8013165" y="3659274"/>
            <a:ext cx="887675" cy="801288"/>
            <a:chOff x="6544194" y="2365864"/>
            <a:chExt cx="529544" cy="478038"/>
          </a:xfrm>
        </p:grpSpPr>
        <p:sp>
          <p:nvSpPr>
            <p:cNvPr id="2153" name="Google Shape;2153;p69"/>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69"/>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69"/>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69"/>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69"/>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69"/>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69"/>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69"/>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69"/>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69"/>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63" name="Google Shape;2163;p69"/>
          <p:cNvPicPr preferRelativeResize="0"/>
          <p:nvPr/>
        </p:nvPicPr>
        <p:blipFill>
          <a:blip r:embed="rId3">
            <a:alphaModFix/>
          </a:blip>
          <a:stretch>
            <a:fillRect/>
          </a:stretch>
        </p:blipFill>
        <p:spPr>
          <a:xfrm>
            <a:off x="5788047" y="1187075"/>
            <a:ext cx="2563979" cy="1341525"/>
          </a:xfrm>
          <a:prstGeom prst="rect">
            <a:avLst/>
          </a:prstGeom>
          <a:noFill/>
          <a:ln>
            <a:noFill/>
          </a:ln>
        </p:spPr>
      </p:pic>
      <p:sp>
        <p:nvSpPr>
          <p:cNvPr id="2164" name="Google Shape;2164;p69"/>
          <p:cNvSpPr txBox="1"/>
          <p:nvPr/>
        </p:nvSpPr>
        <p:spPr>
          <a:xfrm>
            <a:off x="716550" y="1009150"/>
            <a:ext cx="5071500" cy="32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Open Sans"/>
                <a:ea typeface="Open Sans"/>
                <a:cs typeface="Open Sans"/>
                <a:sym typeface="Open Sans"/>
              </a:rPr>
              <a:t>Device Management:</a:t>
            </a:r>
            <a:endParaRPr b="1">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/devices/list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GET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Lists all devices</a:t>
            </a:r>
            <a:endParaRPr sz="1200">
              <a:solidFill>
                <a:schemeClr val="dk1"/>
              </a:solidFill>
              <a:highlight>
                <a:schemeClr val="lt1"/>
              </a:highlight>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/devices/add</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POST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Adds a device</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rPr b="1" lang="en">
                <a:solidFill>
                  <a:schemeClr val="dk1"/>
                </a:solidFill>
                <a:highlight>
                  <a:schemeClr val="lt1"/>
                </a:highlight>
                <a:latin typeface="Open Sans"/>
                <a:ea typeface="Open Sans"/>
                <a:cs typeface="Open Sans"/>
                <a:sym typeface="Open Sans"/>
              </a:rPr>
              <a:t>Sensor Data Inserts:</a:t>
            </a:r>
            <a:endParaRPr b="1">
              <a:solidFill>
                <a:schemeClr val="dk1"/>
              </a:solidFill>
              <a:highlight>
                <a:schemeClr val="lt1"/>
              </a:highlight>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/readings/add</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POST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Adds all readings given</a:t>
            </a:r>
            <a:endParaRPr sz="1200">
              <a:solidFill>
                <a:schemeClr val="dk1"/>
              </a:solidFill>
              <a:highlight>
                <a:schemeClr val="lt1"/>
              </a:highlight>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/readings/list/&lt;device_id&gt;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GET</a:t>
            </a:r>
            <a:endParaRPr sz="1200">
              <a:solidFill>
                <a:schemeClr val="dk1"/>
              </a:solidFill>
              <a:highlight>
                <a:schemeClr val="lt1"/>
              </a:highlight>
              <a:latin typeface="Open Sans"/>
              <a:ea typeface="Open Sans"/>
              <a:cs typeface="Open Sans"/>
              <a:sym typeface="Open Sans"/>
            </a:endParaRPr>
          </a:p>
          <a:p>
            <a:pPr indent="-304800" lvl="1" marL="9144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Lists all readings of a given device</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rPr b="1" lang="en">
                <a:solidFill>
                  <a:schemeClr val="dk1"/>
                </a:solidFill>
                <a:highlight>
                  <a:schemeClr val="lt1"/>
                </a:highlight>
                <a:latin typeface="Open Sans"/>
                <a:ea typeface="Open Sans"/>
                <a:cs typeface="Open Sans"/>
                <a:sym typeface="Open Sans"/>
              </a:rPr>
              <a:t>Structure:</a:t>
            </a:r>
            <a:endParaRPr b="1">
              <a:solidFill>
                <a:schemeClr val="dk1"/>
              </a:solidFill>
              <a:highlight>
                <a:schemeClr val="lt1"/>
              </a:highlight>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highlight>
                  <a:schemeClr val="lt1"/>
                </a:highlight>
                <a:latin typeface="Open Sans"/>
                <a:ea typeface="Open Sans"/>
                <a:cs typeface="Open Sans"/>
                <a:sym typeface="Open Sans"/>
              </a:rPr>
              <a:t>All endpoints use JSON for data exchange</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t/>
            </a:r>
            <a:endParaRPr b="1">
              <a:solidFill>
                <a:schemeClr val="dk1"/>
              </a:solidFill>
              <a:highlight>
                <a:schemeClr val="lt1"/>
              </a:highlight>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p70"/>
          <p:cNvSpPr txBox="1"/>
          <p:nvPr>
            <p:ph idx="1" type="body"/>
          </p:nvPr>
        </p:nvSpPr>
        <p:spPr>
          <a:xfrm>
            <a:off x="720000" y="1120300"/>
            <a:ext cx="7710900" cy="359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solidFill>
                  <a:srgbClr val="000000"/>
                </a:solidFill>
                <a:latin typeface="Arial"/>
                <a:ea typeface="Arial"/>
                <a:cs typeface="Arial"/>
                <a:sym typeface="Arial"/>
              </a:rPr>
              <a:t>Architecture:</a:t>
            </a:r>
            <a:endParaRPr b="1" sz="14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system uses a multi-stage AI reasoning pipeline hosted on </a:t>
            </a:r>
            <a:r>
              <a:rPr b="1" lang="en" sz="1100">
                <a:solidFill>
                  <a:srgbClr val="000000"/>
                </a:solidFill>
                <a:latin typeface="Arial"/>
                <a:ea typeface="Arial"/>
                <a:cs typeface="Arial"/>
                <a:sym typeface="Arial"/>
              </a:rPr>
              <a:t>AWS</a:t>
            </a:r>
            <a:r>
              <a:rPr lang="en" sz="1100">
                <a:solidFill>
                  <a:srgbClr val="000000"/>
                </a:solidFill>
                <a:latin typeface="Arial"/>
                <a:ea typeface="Arial"/>
                <a:cs typeface="Arial"/>
                <a:sym typeface="Arial"/>
              </a:rPr>
              <a:t>, with </a:t>
            </a:r>
            <a:r>
              <a:rPr b="1" lang="en" sz="1100">
                <a:solidFill>
                  <a:srgbClr val="000000"/>
                </a:solidFill>
                <a:latin typeface="Arial"/>
                <a:ea typeface="Arial"/>
                <a:cs typeface="Arial"/>
                <a:sym typeface="Arial"/>
              </a:rPr>
              <a:t>Amazon Bedrock</a:t>
            </a:r>
            <a:r>
              <a:rPr lang="en" sz="1100">
                <a:solidFill>
                  <a:srgbClr val="000000"/>
                </a:solidFill>
                <a:latin typeface="Arial"/>
                <a:ea typeface="Arial"/>
                <a:cs typeface="Arial"/>
                <a:sym typeface="Arial"/>
              </a:rPr>
              <a:t> as the LLM integration layer and </a:t>
            </a:r>
            <a:r>
              <a:rPr b="1" lang="en" sz="1100">
                <a:solidFill>
                  <a:srgbClr val="000000"/>
                </a:solidFill>
                <a:latin typeface="Arial"/>
                <a:ea typeface="Arial"/>
                <a:cs typeface="Arial"/>
                <a:sym typeface="Arial"/>
              </a:rPr>
              <a:t>MySQL </a:t>
            </a:r>
            <a:r>
              <a:rPr lang="en" sz="1100">
                <a:solidFill>
                  <a:srgbClr val="000000"/>
                </a:solidFill>
                <a:latin typeface="Arial"/>
                <a:ea typeface="Arial"/>
                <a:cs typeface="Arial"/>
                <a:sym typeface="Arial"/>
              </a:rPr>
              <a:t>on</a:t>
            </a:r>
            <a:r>
              <a:rPr b="1" lang="en" sz="1100">
                <a:solidFill>
                  <a:srgbClr val="000000"/>
                </a:solidFill>
                <a:latin typeface="Arial"/>
                <a:ea typeface="Arial"/>
                <a:cs typeface="Arial"/>
                <a:sym typeface="Arial"/>
              </a:rPr>
              <a:t> Amazon RDS</a:t>
            </a:r>
            <a:r>
              <a:rPr lang="en" sz="1100">
                <a:solidFill>
                  <a:srgbClr val="000000"/>
                </a:solidFill>
                <a:latin typeface="Arial"/>
                <a:ea typeface="Arial"/>
                <a:cs typeface="Arial"/>
                <a:sym typeface="Arial"/>
              </a:rPr>
              <a:t> as the data backbone</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400">
                <a:solidFill>
                  <a:srgbClr val="000000"/>
                </a:solidFill>
                <a:latin typeface="Arial"/>
                <a:ea typeface="Arial"/>
                <a:cs typeface="Arial"/>
                <a:sym typeface="Arial"/>
              </a:rPr>
              <a:t>Data Flow:</a:t>
            </a:r>
            <a:endParaRPr b="1" sz="14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pipeline processes incoming </a:t>
            </a:r>
            <a:r>
              <a:rPr b="1" lang="en" sz="1100">
                <a:solidFill>
                  <a:srgbClr val="000000"/>
                </a:solidFill>
                <a:latin typeface="Arial"/>
                <a:ea typeface="Arial"/>
                <a:cs typeface="Arial"/>
                <a:sym typeface="Arial"/>
              </a:rPr>
              <a:t>sensor</a:t>
            </a:r>
            <a:r>
              <a:rPr lang="en" sz="1100">
                <a:solidFill>
                  <a:srgbClr val="000000"/>
                </a:solidFill>
                <a:latin typeface="Arial"/>
                <a:ea typeface="Arial"/>
                <a:cs typeface="Arial"/>
                <a:sym typeface="Arial"/>
              </a:rPr>
              <a:t> readings through </a:t>
            </a:r>
            <a:r>
              <a:rPr b="1" lang="en" sz="1100">
                <a:solidFill>
                  <a:srgbClr val="000000"/>
                </a:solidFill>
                <a:latin typeface="Arial"/>
                <a:ea typeface="Arial"/>
                <a:cs typeface="Arial"/>
                <a:sym typeface="Arial"/>
              </a:rPr>
              <a:t>four</a:t>
            </a:r>
            <a:r>
              <a:rPr lang="en" sz="1100">
                <a:solidFill>
                  <a:srgbClr val="000000"/>
                </a:solidFill>
                <a:latin typeface="Arial"/>
                <a:ea typeface="Arial"/>
                <a:cs typeface="Arial"/>
                <a:sym typeface="Arial"/>
              </a:rPr>
              <a:t> stages before reaching the </a:t>
            </a:r>
            <a:r>
              <a:rPr b="1" lang="en" sz="1100">
                <a:solidFill>
                  <a:srgbClr val="000000"/>
                </a:solidFill>
                <a:latin typeface="Arial"/>
                <a:ea typeface="Arial"/>
                <a:cs typeface="Arial"/>
                <a:sym typeface="Arial"/>
              </a:rPr>
              <a:t>reasoning</a:t>
            </a:r>
            <a:r>
              <a:rPr lang="en" sz="1100">
                <a:solidFill>
                  <a:srgbClr val="000000"/>
                </a:solidFill>
                <a:latin typeface="Arial"/>
                <a:ea typeface="Arial"/>
                <a:cs typeface="Arial"/>
                <a:sym typeface="Arial"/>
              </a:rPr>
              <a:t> agent: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Sensor Readings</a:t>
            </a:r>
            <a:r>
              <a:rPr lang="en" sz="1100">
                <a:solidFill>
                  <a:srgbClr val="000000"/>
                </a:solidFill>
                <a:latin typeface="Arial"/>
                <a:ea typeface="Arial"/>
                <a:cs typeface="Arial"/>
                <a:sym typeface="Arial"/>
              </a:rPr>
              <a:t> (raw motion, sound, and power data)</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Trigger Check</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rule-based</a:t>
            </a:r>
            <a:r>
              <a:rPr lang="en" sz="1100">
                <a:solidFill>
                  <a:srgbClr val="000000"/>
                </a:solidFill>
                <a:latin typeface="Arial"/>
                <a:ea typeface="Arial"/>
                <a:cs typeface="Arial"/>
                <a:sym typeface="Arial"/>
              </a:rPr>
              <a:t> gate that determines if a </a:t>
            </a:r>
            <a:r>
              <a:rPr b="1" lang="en" sz="1100">
                <a:solidFill>
                  <a:srgbClr val="000000"/>
                </a:solidFill>
                <a:latin typeface="Arial"/>
                <a:ea typeface="Arial"/>
                <a:cs typeface="Arial"/>
                <a:sym typeface="Arial"/>
              </a:rPr>
              <a:t>reading</a:t>
            </a:r>
            <a:r>
              <a:rPr lang="en" sz="1100">
                <a:solidFill>
                  <a:srgbClr val="000000"/>
                </a:solidFill>
                <a:latin typeface="Arial"/>
                <a:ea typeface="Arial"/>
                <a:cs typeface="Arial"/>
                <a:sym typeface="Arial"/>
              </a:rPr>
              <a:t> is worth </a:t>
            </a:r>
            <a:r>
              <a:rPr b="1" lang="en" sz="1100">
                <a:solidFill>
                  <a:srgbClr val="000000"/>
                </a:solidFill>
                <a:latin typeface="Arial"/>
                <a:ea typeface="Arial"/>
                <a:cs typeface="Arial"/>
                <a:sym typeface="Arial"/>
              </a:rPr>
              <a:t>reasoning</a:t>
            </a:r>
            <a:r>
              <a:rPr lang="en" sz="1100">
                <a:solidFill>
                  <a:srgbClr val="000000"/>
                </a:solidFill>
                <a:latin typeface="Arial"/>
                <a:ea typeface="Arial"/>
                <a:cs typeface="Arial"/>
                <a:sym typeface="Arial"/>
              </a:rPr>
              <a:t> about)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HomeContext JSON</a:t>
            </a:r>
            <a:r>
              <a:rPr lang="en" sz="1100">
                <a:solidFill>
                  <a:srgbClr val="000000"/>
                </a:solidFill>
                <a:latin typeface="Arial"/>
                <a:ea typeface="Arial"/>
                <a:cs typeface="Arial"/>
                <a:sym typeface="Arial"/>
              </a:rPr>
              <a:t> (structured </a:t>
            </a:r>
            <a:r>
              <a:rPr b="1" lang="en" sz="1100">
                <a:solidFill>
                  <a:srgbClr val="000000"/>
                </a:solidFill>
                <a:latin typeface="Arial"/>
                <a:ea typeface="Arial"/>
                <a:cs typeface="Arial"/>
                <a:sym typeface="Arial"/>
              </a:rPr>
              <a:t>input </a:t>
            </a:r>
            <a:r>
              <a:rPr lang="en" sz="1100">
                <a:solidFill>
                  <a:srgbClr val="000000"/>
                </a:solidFill>
                <a:latin typeface="Arial"/>
                <a:ea typeface="Arial"/>
                <a:cs typeface="Arial"/>
                <a:sym typeface="Arial"/>
              </a:rPr>
              <a:t>assembled from all data </a:t>
            </a:r>
            <a:r>
              <a:rPr b="1" lang="en" sz="1100">
                <a:solidFill>
                  <a:srgbClr val="000000"/>
                </a:solidFill>
                <a:latin typeface="Arial"/>
                <a:ea typeface="Arial"/>
                <a:cs typeface="Arial"/>
                <a:sym typeface="Arial"/>
              </a:rPr>
              <a:t>sources</a:t>
            </a:r>
            <a:r>
              <a:rPr lang="en" sz="1100">
                <a:solidFill>
                  <a:srgbClr val="000000"/>
                </a:solidFill>
                <a:latin typeface="Arial"/>
                <a:ea typeface="Arial"/>
                <a:cs typeface="Arial"/>
                <a:sym typeface="Arial"/>
              </a:rPr>
              <a:t> and sent to the </a:t>
            </a:r>
            <a:r>
              <a:rPr b="1" lang="en" sz="1100">
                <a:solidFill>
                  <a:srgbClr val="000000"/>
                </a:solidFill>
                <a:latin typeface="Arial"/>
                <a:ea typeface="Arial"/>
                <a:cs typeface="Arial"/>
                <a:sym typeface="Arial"/>
              </a:rPr>
              <a:t>LLM</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Reasoning Agent</a:t>
            </a:r>
            <a:r>
              <a:rPr lang="en" sz="1100">
                <a:solidFill>
                  <a:srgbClr val="000000"/>
                </a:solidFill>
                <a:latin typeface="Arial"/>
                <a:ea typeface="Arial"/>
                <a:cs typeface="Arial"/>
                <a:sym typeface="Arial"/>
              </a:rPr>
              <a:t> (Amazon </a:t>
            </a:r>
            <a:r>
              <a:rPr b="1" lang="en" sz="1100">
                <a:solidFill>
                  <a:srgbClr val="000000"/>
                </a:solidFill>
                <a:latin typeface="Arial"/>
                <a:ea typeface="Arial"/>
                <a:cs typeface="Arial"/>
                <a:sym typeface="Arial"/>
              </a:rPr>
              <a:t>Bedrock </a:t>
            </a:r>
            <a:r>
              <a:rPr lang="en" sz="1100">
                <a:solidFill>
                  <a:srgbClr val="000000"/>
                </a:solidFill>
                <a:latin typeface="Arial"/>
                <a:ea typeface="Arial"/>
                <a:cs typeface="Arial"/>
                <a:sym typeface="Arial"/>
              </a:rPr>
              <a:t>with </a:t>
            </a:r>
            <a:r>
              <a:rPr b="1" lang="en" sz="1100">
                <a:solidFill>
                  <a:srgbClr val="000000"/>
                </a:solidFill>
                <a:latin typeface="Arial"/>
                <a:ea typeface="Arial"/>
                <a:cs typeface="Arial"/>
                <a:sym typeface="Arial"/>
              </a:rPr>
              <a:t>Claude</a:t>
            </a:r>
            <a:r>
              <a:rPr lang="en" sz="1100">
                <a:solidFill>
                  <a:srgbClr val="000000"/>
                </a:solidFill>
                <a:latin typeface="Arial"/>
                <a:ea typeface="Arial"/>
                <a:cs typeface="Arial"/>
                <a:sym typeface="Arial"/>
              </a:rPr>
              <a:t> 3 </a:t>
            </a:r>
            <a:r>
              <a:rPr b="1" lang="en" sz="1100">
                <a:solidFill>
                  <a:srgbClr val="000000"/>
                </a:solidFill>
                <a:latin typeface="Arial"/>
                <a:ea typeface="Arial"/>
                <a:cs typeface="Arial"/>
                <a:sym typeface="Arial"/>
              </a:rPr>
              <a:t>Haiku</a:t>
            </a:r>
            <a:r>
              <a:rPr lang="en" sz="1100">
                <a:solidFill>
                  <a:srgbClr val="000000"/>
                </a:solidFill>
                <a:latin typeface="Arial"/>
                <a:ea typeface="Arial"/>
                <a:cs typeface="Arial"/>
                <a:sym typeface="Arial"/>
              </a:rPr>
              <a:t> producing </a:t>
            </a:r>
            <a:r>
              <a:rPr b="1" lang="en" sz="1100">
                <a:solidFill>
                  <a:srgbClr val="000000"/>
                </a:solidFill>
                <a:latin typeface="Arial"/>
                <a:ea typeface="Arial"/>
                <a:cs typeface="Arial"/>
                <a:sym typeface="Arial"/>
              </a:rPr>
              <a:t>alerts</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recommendations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2170" name="Google Shape;2170;p70"/>
          <p:cNvSpPr txBox="1"/>
          <p:nvPr>
            <p:ph type="title"/>
          </p:nvPr>
        </p:nvSpPr>
        <p:spPr>
          <a:xfrm>
            <a:off x="720000" y="3890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AI/ML Pipeline Overview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4" name="Shape 2174"/>
        <p:cNvGrpSpPr/>
        <p:nvPr/>
      </p:nvGrpSpPr>
      <p:grpSpPr>
        <a:xfrm>
          <a:off x="0" y="0"/>
          <a:ext cx="0" cy="0"/>
          <a:chOff x="0" y="0"/>
          <a:chExt cx="0" cy="0"/>
        </a:xfrm>
      </p:grpSpPr>
      <p:sp>
        <p:nvSpPr>
          <p:cNvPr id="2175" name="Google Shape;2175;p71"/>
          <p:cNvSpPr txBox="1"/>
          <p:nvPr>
            <p:ph idx="1" type="body"/>
          </p:nvPr>
        </p:nvSpPr>
        <p:spPr>
          <a:xfrm>
            <a:off x="720000" y="1120300"/>
            <a:ext cx="7710900" cy="359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Supporting Data Sources:</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Short-Term Home Snapshot:</a:t>
            </a:r>
            <a:r>
              <a:rPr lang="en" sz="1100">
                <a:solidFill>
                  <a:srgbClr val="000000"/>
                </a:solidFill>
                <a:latin typeface="Arial"/>
                <a:ea typeface="Arial"/>
                <a:cs typeface="Arial"/>
                <a:sym typeface="Arial"/>
              </a:rPr>
              <a:t> captures current home state including </a:t>
            </a:r>
            <a:r>
              <a:rPr b="1" lang="en" sz="1100">
                <a:solidFill>
                  <a:srgbClr val="000000"/>
                </a:solidFill>
                <a:latin typeface="Arial"/>
                <a:ea typeface="Arial"/>
                <a:cs typeface="Arial"/>
                <a:sym typeface="Arial"/>
              </a:rPr>
              <a:t>occupancy </a:t>
            </a:r>
            <a:r>
              <a:rPr lang="en" sz="1100">
                <a:solidFill>
                  <a:srgbClr val="000000"/>
                </a:solidFill>
                <a:latin typeface="Arial"/>
                <a:ea typeface="Arial"/>
                <a:cs typeface="Arial"/>
                <a:sym typeface="Arial"/>
              </a:rPr>
              <a:t>estimate, </a:t>
            </a:r>
            <a:r>
              <a:rPr b="1" lang="en" sz="1100">
                <a:solidFill>
                  <a:srgbClr val="000000"/>
                </a:solidFill>
                <a:latin typeface="Arial"/>
                <a:ea typeface="Arial"/>
                <a:cs typeface="Arial"/>
                <a:sym typeface="Arial"/>
              </a:rPr>
              <a:t>power </a:t>
            </a:r>
            <a:r>
              <a:rPr lang="en" sz="1100">
                <a:solidFill>
                  <a:srgbClr val="000000"/>
                </a:solidFill>
                <a:latin typeface="Arial"/>
                <a:ea typeface="Arial"/>
                <a:cs typeface="Arial"/>
                <a:sym typeface="Arial"/>
              </a:rPr>
              <a:t>trend, </a:t>
            </a:r>
            <a:r>
              <a:rPr b="1" lang="en" sz="1100">
                <a:solidFill>
                  <a:srgbClr val="000000"/>
                </a:solidFill>
                <a:latin typeface="Arial"/>
                <a:ea typeface="Arial"/>
                <a:cs typeface="Arial"/>
                <a:sym typeface="Arial"/>
              </a:rPr>
              <a:t>sound </a:t>
            </a:r>
            <a:r>
              <a:rPr lang="en" sz="1100">
                <a:solidFill>
                  <a:srgbClr val="000000"/>
                </a:solidFill>
                <a:latin typeface="Arial"/>
                <a:ea typeface="Arial"/>
                <a:cs typeface="Arial"/>
                <a:sym typeface="Arial"/>
              </a:rPr>
              <a:t>spikes, and </a:t>
            </a:r>
            <a:r>
              <a:rPr b="1" lang="en" sz="1100">
                <a:solidFill>
                  <a:srgbClr val="000000"/>
                </a:solidFill>
                <a:latin typeface="Arial"/>
                <a:ea typeface="Arial"/>
                <a:cs typeface="Arial"/>
                <a:sym typeface="Arial"/>
              </a:rPr>
              <a:t>active</a:t>
            </a:r>
            <a:r>
              <a:rPr lang="en" sz="1100">
                <a:solidFill>
                  <a:srgbClr val="000000"/>
                </a:solidFill>
                <a:latin typeface="Arial"/>
                <a:ea typeface="Arial"/>
                <a:cs typeface="Arial"/>
                <a:sym typeface="Arial"/>
              </a:rPr>
              <a:t> devices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Long-Term Home Analytics:</a:t>
            </a:r>
            <a:r>
              <a:rPr lang="en" sz="1100">
                <a:solidFill>
                  <a:srgbClr val="000000"/>
                </a:solidFill>
                <a:latin typeface="Arial"/>
                <a:ea typeface="Arial"/>
                <a:cs typeface="Arial"/>
                <a:sym typeface="Arial"/>
              </a:rPr>
              <a:t> stores </a:t>
            </a:r>
            <a:r>
              <a:rPr b="1" lang="en" sz="1100">
                <a:solidFill>
                  <a:srgbClr val="000000"/>
                </a:solidFill>
                <a:latin typeface="Arial"/>
                <a:ea typeface="Arial"/>
                <a:cs typeface="Arial"/>
                <a:sym typeface="Arial"/>
              </a:rPr>
              <a:t>hourly </a:t>
            </a:r>
            <a:r>
              <a:rPr lang="en" sz="1100">
                <a:solidFill>
                  <a:srgbClr val="000000"/>
                </a:solidFill>
                <a:latin typeface="Arial"/>
                <a:ea typeface="Arial"/>
                <a:cs typeface="Arial"/>
                <a:sym typeface="Arial"/>
              </a:rPr>
              <a:t>precomputed </a:t>
            </a:r>
            <a:r>
              <a:rPr b="1" lang="en" sz="1100">
                <a:solidFill>
                  <a:srgbClr val="000000"/>
                </a:solidFill>
                <a:latin typeface="Arial"/>
                <a:ea typeface="Arial"/>
                <a:cs typeface="Arial"/>
                <a:sym typeface="Arial"/>
              </a:rPr>
              <a:t>baselines</a:t>
            </a:r>
            <a:r>
              <a:rPr lang="en" sz="1100">
                <a:solidFill>
                  <a:srgbClr val="000000"/>
                </a:solidFill>
                <a:latin typeface="Arial"/>
                <a:ea typeface="Arial"/>
                <a:cs typeface="Arial"/>
                <a:sym typeface="Arial"/>
              </a:rPr>
              <a:t> via </a:t>
            </a:r>
            <a:r>
              <a:rPr b="1" lang="en" sz="1100">
                <a:solidFill>
                  <a:srgbClr val="000000"/>
                </a:solidFill>
                <a:latin typeface="Arial"/>
                <a:ea typeface="Arial"/>
                <a:cs typeface="Arial"/>
                <a:sym typeface="Arial"/>
              </a:rPr>
              <a:t>AWS EventBridge Lambda</a:t>
            </a:r>
            <a:r>
              <a:rPr lang="en" sz="1100">
                <a:solidFill>
                  <a:srgbClr val="000000"/>
                </a:solidFill>
                <a:latin typeface="Arial"/>
                <a:ea typeface="Arial"/>
                <a:cs typeface="Arial"/>
                <a:sym typeface="Arial"/>
              </a:rPr>
              <a:t> including </a:t>
            </a:r>
            <a:r>
              <a:rPr b="1" lang="en" sz="1100">
                <a:solidFill>
                  <a:srgbClr val="000000"/>
                </a:solidFill>
                <a:latin typeface="Arial"/>
                <a:ea typeface="Arial"/>
                <a:cs typeface="Arial"/>
                <a:sym typeface="Arial"/>
              </a:rPr>
              <a:t>motion probability</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avg power</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baseline sound </a:t>
            </a:r>
            <a:r>
              <a:rPr lang="en" sz="1100">
                <a:solidFill>
                  <a:srgbClr val="000000"/>
                </a:solidFill>
                <a:latin typeface="Arial"/>
                <a:ea typeface="Arial"/>
                <a:cs typeface="Arial"/>
                <a:sym typeface="Arial"/>
              </a:rPr>
              <a:t>levels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Device Profiles:</a:t>
            </a:r>
            <a:r>
              <a:rPr lang="en" sz="1100">
                <a:solidFill>
                  <a:srgbClr val="000000"/>
                </a:solidFill>
                <a:latin typeface="Arial"/>
                <a:ea typeface="Arial"/>
                <a:cs typeface="Arial"/>
                <a:sym typeface="Arial"/>
              </a:rPr>
              <a:t> store static per-device constraints such as expected</a:t>
            </a:r>
            <a:r>
              <a:rPr b="1" lang="en" sz="1100">
                <a:solidFill>
                  <a:srgbClr val="000000"/>
                </a:solidFill>
                <a:latin typeface="Arial"/>
                <a:ea typeface="Arial"/>
                <a:cs typeface="Arial"/>
                <a:sym typeface="Arial"/>
              </a:rPr>
              <a:t> watt range</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max</a:t>
            </a:r>
            <a:r>
              <a:rPr lang="en" sz="1100">
                <a:solidFill>
                  <a:srgbClr val="000000"/>
                </a:solidFill>
                <a:latin typeface="Arial"/>
                <a:ea typeface="Arial"/>
                <a:cs typeface="Arial"/>
                <a:sym typeface="Arial"/>
              </a:rPr>
              <a:t> idle time, and </a:t>
            </a:r>
            <a:r>
              <a:rPr b="1" lang="en" sz="1100">
                <a:solidFill>
                  <a:srgbClr val="000000"/>
                </a:solidFill>
                <a:latin typeface="Arial"/>
                <a:ea typeface="Arial"/>
                <a:cs typeface="Arial"/>
                <a:sym typeface="Arial"/>
              </a:rPr>
              <a:t>active hours </a:t>
            </a:r>
            <a:r>
              <a:rPr lang="en" sz="1100">
                <a:solidFill>
                  <a:srgbClr val="000000"/>
                </a:solidFill>
                <a:latin typeface="Arial"/>
                <a:ea typeface="Arial"/>
                <a:cs typeface="Arial"/>
                <a:sym typeface="Arial"/>
              </a:rPr>
              <a:t>for anomaly thresholds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Design Rationale:</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Trigger-based LLM invocation</a:t>
            </a:r>
            <a:r>
              <a:rPr lang="en" sz="1100">
                <a:solidFill>
                  <a:srgbClr val="000000"/>
                </a:solidFill>
                <a:latin typeface="Arial"/>
                <a:ea typeface="Arial"/>
                <a:cs typeface="Arial"/>
                <a:sym typeface="Arial"/>
              </a:rPr>
              <a:t> ensures the LLM (Claude 3 Haiku) is called only for genuine</a:t>
            </a:r>
            <a:r>
              <a:rPr b="1" lang="en" sz="1100">
                <a:solidFill>
                  <a:srgbClr val="000000"/>
                </a:solidFill>
                <a:latin typeface="Arial"/>
                <a:ea typeface="Arial"/>
                <a:cs typeface="Arial"/>
                <a:sym typeface="Arial"/>
              </a:rPr>
              <a:t> anomalies</a:t>
            </a:r>
            <a:r>
              <a:rPr lang="en" sz="1100">
                <a:solidFill>
                  <a:srgbClr val="000000"/>
                </a:solidFill>
                <a:latin typeface="Arial"/>
                <a:ea typeface="Arial"/>
                <a:cs typeface="Arial"/>
                <a:sym typeface="Arial"/>
              </a:rPr>
              <a:t> or scheduled</a:t>
            </a:r>
            <a:r>
              <a:rPr b="1" lang="en" sz="1100">
                <a:solidFill>
                  <a:srgbClr val="000000"/>
                </a:solidFill>
                <a:latin typeface="Arial"/>
                <a:ea typeface="Arial"/>
                <a:cs typeface="Arial"/>
                <a:sym typeface="Arial"/>
              </a:rPr>
              <a:t> daily </a:t>
            </a:r>
            <a:r>
              <a:rPr lang="en" sz="1100">
                <a:solidFill>
                  <a:srgbClr val="000000"/>
                </a:solidFill>
                <a:latin typeface="Arial"/>
                <a:ea typeface="Arial"/>
                <a:cs typeface="Arial"/>
                <a:sym typeface="Arial"/>
              </a:rPr>
              <a:t>reviews, keeping costs </a:t>
            </a:r>
            <a:r>
              <a:rPr b="1" lang="en" sz="1100">
                <a:solidFill>
                  <a:srgbClr val="000000"/>
                </a:solidFill>
                <a:latin typeface="Arial"/>
                <a:ea typeface="Arial"/>
                <a:cs typeface="Arial"/>
                <a:sym typeface="Arial"/>
              </a:rPr>
              <a:t>low</a:t>
            </a:r>
            <a:r>
              <a:rPr lang="en" sz="1100">
                <a:solidFill>
                  <a:srgbClr val="000000"/>
                </a:solidFill>
                <a:latin typeface="Arial"/>
                <a:ea typeface="Arial"/>
                <a:cs typeface="Arial"/>
                <a:sym typeface="Arial"/>
              </a:rPr>
              <a:t> and responses </a:t>
            </a:r>
            <a:r>
              <a:rPr b="1" lang="en" sz="1100">
                <a:solidFill>
                  <a:srgbClr val="000000"/>
                </a:solidFill>
                <a:latin typeface="Arial"/>
                <a:ea typeface="Arial"/>
                <a:cs typeface="Arial"/>
                <a:sym typeface="Arial"/>
              </a:rPr>
              <a:t>fast</a:t>
            </a:r>
            <a:endParaRPr b="1"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Separation of short-term and long-term data</a:t>
            </a:r>
            <a:r>
              <a:rPr lang="en" sz="1100">
                <a:solidFill>
                  <a:srgbClr val="000000"/>
                </a:solidFill>
                <a:latin typeface="Arial"/>
                <a:ea typeface="Arial"/>
                <a:cs typeface="Arial"/>
                <a:sym typeface="Arial"/>
              </a:rPr>
              <a:t> allows the </a:t>
            </a:r>
            <a:r>
              <a:rPr b="1" lang="en" sz="1100">
                <a:solidFill>
                  <a:srgbClr val="000000"/>
                </a:solidFill>
                <a:latin typeface="Arial"/>
                <a:ea typeface="Arial"/>
                <a:cs typeface="Arial"/>
                <a:sym typeface="Arial"/>
              </a:rPr>
              <a:t>Reasoning Agent</a:t>
            </a:r>
            <a:r>
              <a:rPr lang="en" sz="1100">
                <a:solidFill>
                  <a:srgbClr val="000000"/>
                </a:solidFill>
                <a:latin typeface="Arial"/>
                <a:ea typeface="Arial"/>
                <a:cs typeface="Arial"/>
                <a:sym typeface="Arial"/>
              </a:rPr>
              <a:t> to distinguish between </a:t>
            </a:r>
            <a:r>
              <a:rPr b="1" lang="en" sz="1100">
                <a:solidFill>
                  <a:srgbClr val="000000"/>
                </a:solidFill>
                <a:latin typeface="Arial"/>
                <a:ea typeface="Arial"/>
                <a:cs typeface="Arial"/>
                <a:sym typeface="Arial"/>
              </a:rPr>
              <a:t>current </a:t>
            </a:r>
            <a:r>
              <a:rPr lang="en" sz="1100">
                <a:solidFill>
                  <a:srgbClr val="000000"/>
                </a:solidFill>
                <a:latin typeface="Arial"/>
                <a:ea typeface="Arial"/>
                <a:cs typeface="Arial"/>
                <a:sym typeface="Arial"/>
              </a:rPr>
              <a:t>home</a:t>
            </a:r>
            <a:r>
              <a:rPr b="1" lang="en" sz="1100">
                <a:solidFill>
                  <a:srgbClr val="000000"/>
                </a:solidFill>
                <a:latin typeface="Arial"/>
                <a:ea typeface="Arial"/>
                <a:cs typeface="Arial"/>
                <a:sym typeface="Arial"/>
              </a:rPr>
              <a:t> state</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historical </a:t>
            </a:r>
            <a:r>
              <a:rPr lang="en" sz="1100">
                <a:solidFill>
                  <a:srgbClr val="000000"/>
                </a:solidFill>
                <a:latin typeface="Arial"/>
                <a:ea typeface="Arial"/>
                <a:cs typeface="Arial"/>
                <a:sym typeface="Arial"/>
              </a:rPr>
              <a:t>behavioral </a:t>
            </a:r>
            <a:r>
              <a:rPr b="1" lang="en" sz="1100">
                <a:solidFill>
                  <a:srgbClr val="000000"/>
                </a:solidFill>
                <a:latin typeface="Arial"/>
                <a:ea typeface="Arial"/>
                <a:cs typeface="Arial"/>
                <a:sym typeface="Arial"/>
              </a:rPr>
              <a:t>norms</a:t>
            </a:r>
            <a:endParaRPr b="1"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Structured JSON output</a:t>
            </a:r>
            <a:r>
              <a:rPr lang="en" sz="1100">
                <a:solidFill>
                  <a:srgbClr val="000000"/>
                </a:solidFill>
                <a:latin typeface="Arial"/>
                <a:ea typeface="Arial"/>
                <a:cs typeface="Arial"/>
                <a:sym typeface="Arial"/>
              </a:rPr>
              <a:t> ensures </a:t>
            </a:r>
            <a:r>
              <a:rPr b="1" lang="en" sz="1100">
                <a:solidFill>
                  <a:srgbClr val="000000"/>
                </a:solidFill>
                <a:latin typeface="Arial"/>
                <a:ea typeface="Arial"/>
                <a:cs typeface="Arial"/>
                <a:sym typeface="Arial"/>
              </a:rPr>
              <a:t>alerts</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recommendations</a:t>
            </a:r>
            <a:r>
              <a:rPr lang="en" sz="1100">
                <a:solidFill>
                  <a:srgbClr val="000000"/>
                </a:solidFill>
                <a:latin typeface="Arial"/>
                <a:ea typeface="Arial"/>
                <a:cs typeface="Arial"/>
                <a:sym typeface="Arial"/>
              </a:rPr>
              <a:t> are always consistent for the </a:t>
            </a:r>
            <a:r>
              <a:rPr b="1" lang="en" sz="1100">
                <a:solidFill>
                  <a:srgbClr val="000000"/>
                </a:solidFill>
                <a:latin typeface="Arial"/>
                <a:ea typeface="Arial"/>
                <a:cs typeface="Arial"/>
                <a:sym typeface="Arial"/>
              </a:rPr>
              <a:t>user interface </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SMS</a:t>
            </a:r>
            <a:endParaRPr b="1"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b="1"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2176" name="Google Shape;2176;p71"/>
          <p:cNvSpPr txBox="1"/>
          <p:nvPr>
            <p:ph type="title"/>
          </p:nvPr>
        </p:nvSpPr>
        <p:spPr>
          <a:xfrm>
            <a:off x="720000" y="3890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AI/ML Pipeline Overview</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72"/>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System-Level Description- AI/ML</a:t>
            </a:r>
            <a:endParaRPr/>
          </a:p>
        </p:txBody>
      </p:sp>
      <p:grpSp>
        <p:nvGrpSpPr>
          <p:cNvPr id="2182" name="Google Shape;2182;p72"/>
          <p:cNvGrpSpPr/>
          <p:nvPr/>
        </p:nvGrpSpPr>
        <p:grpSpPr>
          <a:xfrm>
            <a:off x="8013165" y="3659274"/>
            <a:ext cx="887675" cy="801288"/>
            <a:chOff x="6544194" y="2365864"/>
            <a:chExt cx="529544" cy="478038"/>
          </a:xfrm>
        </p:grpSpPr>
        <p:sp>
          <p:nvSpPr>
            <p:cNvPr id="2183" name="Google Shape;2183;p72"/>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72"/>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72"/>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72"/>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72"/>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72"/>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72"/>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72"/>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72"/>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72"/>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93" name="Google Shape;2193;p72"/>
          <p:cNvPicPr preferRelativeResize="0"/>
          <p:nvPr/>
        </p:nvPicPr>
        <p:blipFill>
          <a:blip r:embed="rId3">
            <a:alphaModFix/>
          </a:blip>
          <a:stretch>
            <a:fillRect/>
          </a:stretch>
        </p:blipFill>
        <p:spPr>
          <a:xfrm>
            <a:off x="435000" y="1257075"/>
            <a:ext cx="8465848" cy="253810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73"/>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Validation/Test Plan</a:t>
            </a:r>
            <a:endParaRPr/>
          </a:p>
        </p:txBody>
      </p:sp>
      <p:sp>
        <p:nvSpPr>
          <p:cNvPr id="2199" name="Google Shape;2199;p73"/>
          <p:cNvSpPr txBox="1"/>
          <p:nvPr/>
        </p:nvSpPr>
        <p:spPr>
          <a:xfrm>
            <a:off x="716475" y="1020450"/>
            <a:ext cx="7225200" cy="36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latin typeface="Barlow"/>
                <a:ea typeface="Barlow"/>
                <a:cs typeface="Barlow"/>
                <a:sym typeface="Barlow"/>
              </a:rPr>
              <a:t>Energy Consumption</a:t>
            </a:r>
            <a:endParaRPr b="1" sz="1100">
              <a:latin typeface="Barlow"/>
              <a:ea typeface="Barlow"/>
              <a:cs typeface="Barlow"/>
              <a:sym typeface="Barlow"/>
            </a:endParaRPr>
          </a:p>
          <a:p>
            <a:pPr indent="-298450" lvl="0" marL="457200" rtl="0" algn="l">
              <a:lnSpc>
                <a:spcPct val="115000"/>
              </a:lnSpc>
              <a:spcBef>
                <a:spcPts val="1200"/>
              </a:spcBef>
              <a:spcAft>
                <a:spcPts val="0"/>
              </a:spcAft>
              <a:buSzPts val="1100"/>
              <a:buFont typeface="Barlow"/>
              <a:buChar char="●"/>
            </a:pPr>
            <a:r>
              <a:rPr lang="en" sz="1100">
                <a:latin typeface="Barlow"/>
                <a:ea typeface="Barlow"/>
                <a:cs typeface="Barlow"/>
                <a:sym typeface="Barlow"/>
              </a:rPr>
              <a:t>Simulate a device drawing 4x above its hourly baseline — verify alert is triggered with correct severity</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Simulate a normal HomeContext with no anomalies: verify routine recommendation is returned</a:t>
            </a:r>
            <a:endParaRPr sz="1100">
              <a:latin typeface="Barlow"/>
              <a:ea typeface="Barlow"/>
              <a:cs typeface="Barlow"/>
              <a:sym typeface="Barlow"/>
            </a:endParaRPr>
          </a:p>
          <a:p>
            <a:pPr indent="0" lvl="0" marL="0" rtl="0" algn="l">
              <a:lnSpc>
                <a:spcPct val="115000"/>
              </a:lnSpc>
              <a:spcBef>
                <a:spcPts val="1200"/>
              </a:spcBef>
              <a:spcAft>
                <a:spcPts val="0"/>
              </a:spcAft>
              <a:buNone/>
            </a:pPr>
            <a:r>
              <a:rPr b="1" lang="en" sz="1100">
                <a:latin typeface="Barlow"/>
                <a:ea typeface="Barlow"/>
                <a:cs typeface="Barlow"/>
                <a:sym typeface="Barlow"/>
              </a:rPr>
              <a:t>Security</a:t>
            </a:r>
            <a:endParaRPr b="1" sz="1100">
              <a:latin typeface="Barlow"/>
              <a:ea typeface="Barlow"/>
              <a:cs typeface="Barlow"/>
              <a:sym typeface="Barlow"/>
            </a:endParaRPr>
          </a:p>
          <a:p>
            <a:pPr indent="-298450" lvl="0" marL="457200" rtl="0" algn="l">
              <a:lnSpc>
                <a:spcPct val="115000"/>
              </a:lnSpc>
              <a:spcBef>
                <a:spcPts val="1200"/>
              </a:spcBef>
              <a:spcAft>
                <a:spcPts val="0"/>
              </a:spcAft>
              <a:buSzPts val="1100"/>
              <a:buFont typeface="Barlow"/>
              <a:buChar char="●"/>
            </a:pPr>
            <a:r>
              <a:rPr lang="en" sz="1100">
                <a:latin typeface="Barlow"/>
                <a:ea typeface="Barlow"/>
                <a:cs typeface="Barlow"/>
                <a:sym typeface="Barlow"/>
              </a:rPr>
              <a:t>Simulate unexpected motion during overnight hours with occupancy set to unoccupied</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Simulate concurrent sound spike and motion event — verify cross-sensor check escalates correctly</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Dry run flag used to test automation output without implementing it</a:t>
            </a:r>
            <a:endParaRPr sz="1100">
              <a:latin typeface="Barlow"/>
              <a:ea typeface="Barlow"/>
              <a:cs typeface="Barlow"/>
              <a:sym typeface="Barlow"/>
            </a:endParaRPr>
          </a:p>
          <a:p>
            <a:pPr indent="0" lvl="0" marL="0" rtl="0" algn="l">
              <a:lnSpc>
                <a:spcPct val="115000"/>
              </a:lnSpc>
              <a:spcBef>
                <a:spcPts val="1200"/>
              </a:spcBef>
              <a:spcAft>
                <a:spcPts val="0"/>
              </a:spcAft>
              <a:buNone/>
            </a:pPr>
            <a:r>
              <a:rPr b="1" lang="en" sz="1100">
                <a:latin typeface="Barlow"/>
                <a:ea typeface="Barlow"/>
                <a:cs typeface="Barlow"/>
                <a:sym typeface="Barlow"/>
              </a:rPr>
              <a:t>Final Validation</a:t>
            </a:r>
            <a:endParaRPr b="1" sz="1100">
              <a:latin typeface="Barlow"/>
              <a:ea typeface="Barlow"/>
              <a:cs typeface="Barlow"/>
              <a:sym typeface="Barlow"/>
            </a:endParaRPr>
          </a:p>
          <a:p>
            <a:pPr indent="-298450" lvl="0" marL="457200" rtl="0" algn="l">
              <a:lnSpc>
                <a:spcPct val="115000"/>
              </a:lnSpc>
              <a:spcBef>
                <a:spcPts val="1200"/>
              </a:spcBef>
              <a:spcAft>
                <a:spcPts val="0"/>
              </a:spcAft>
              <a:buSzPts val="1100"/>
              <a:buFont typeface="Barlow"/>
              <a:buChar char="●"/>
            </a:pPr>
            <a:r>
              <a:rPr lang="en" sz="1100">
                <a:latin typeface="Barlow"/>
                <a:ea typeface="Barlow"/>
                <a:cs typeface="Barlow"/>
                <a:sym typeface="Barlow"/>
              </a:rPr>
              <a:t>Modelt accurately classifies anomaly type based on context</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Model correctly distinguishes between event-driven alerts, routine recommendation, and automation mdoes</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Model correctly incorporates device schedule constraints when classifying on/off-schedule devices</a:t>
            </a:r>
            <a:endParaRPr sz="1100">
              <a:latin typeface="Barlow"/>
              <a:ea typeface="Barlow"/>
              <a:cs typeface="Barlow"/>
              <a:sym typeface="Barlow"/>
            </a:endParaRPr>
          </a:p>
          <a:p>
            <a:pPr indent="-298450" lvl="0" marL="457200" rtl="0" algn="l">
              <a:lnSpc>
                <a:spcPct val="115000"/>
              </a:lnSpc>
              <a:spcBef>
                <a:spcPts val="0"/>
              </a:spcBef>
              <a:spcAft>
                <a:spcPts val="0"/>
              </a:spcAft>
              <a:buSzPts val="1100"/>
              <a:buFont typeface="Barlow"/>
              <a:buChar char="●"/>
            </a:pPr>
            <a:r>
              <a:rPr lang="en" sz="1100">
                <a:latin typeface="Barlow"/>
                <a:ea typeface="Barlow"/>
                <a:cs typeface="Barlow"/>
                <a:sym typeface="Barlow"/>
              </a:rPr>
              <a:t>SMS gate</a:t>
            </a:r>
            <a:r>
              <a:rPr lang="en" sz="1100">
                <a:latin typeface="Barlow"/>
                <a:ea typeface="Barlow"/>
                <a:cs typeface="Barlow"/>
                <a:sym typeface="Barlow"/>
              </a:rPr>
              <a:t> validated independently: suppresses </a:t>
            </a:r>
            <a:r>
              <a:rPr lang="en" sz="1100">
                <a:latin typeface="Barlow"/>
                <a:ea typeface="Barlow"/>
                <a:cs typeface="Barlow"/>
                <a:sym typeface="Barlow"/>
              </a:rPr>
              <a:t>SMS when severity is not HIGH regardless of model output</a:t>
            </a:r>
            <a:endParaRPr b="1" sz="1300">
              <a:solidFill>
                <a:schemeClr val="dk1"/>
              </a:solidFill>
              <a:latin typeface="Barlow"/>
              <a:ea typeface="Barlow"/>
              <a:cs typeface="Barlow"/>
              <a:sym typeface="Barlow"/>
            </a:endParaRPr>
          </a:p>
        </p:txBody>
      </p:sp>
      <p:grpSp>
        <p:nvGrpSpPr>
          <p:cNvPr id="2200" name="Google Shape;2200;p73"/>
          <p:cNvGrpSpPr/>
          <p:nvPr/>
        </p:nvGrpSpPr>
        <p:grpSpPr>
          <a:xfrm>
            <a:off x="7990755" y="3063433"/>
            <a:ext cx="860039" cy="1209918"/>
            <a:chOff x="1424125" y="1515680"/>
            <a:chExt cx="246762" cy="347139"/>
          </a:xfrm>
        </p:grpSpPr>
        <p:sp>
          <p:nvSpPr>
            <p:cNvPr id="2201" name="Google Shape;2201;p73"/>
            <p:cNvSpPr/>
            <p:nvPr/>
          </p:nvSpPr>
          <p:spPr>
            <a:xfrm>
              <a:off x="1424125" y="1537727"/>
              <a:ext cx="246762" cy="325092"/>
            </a:xfrm>
            <a:custGeom>
              <a:rect b="b" l="l" r="r" t="t"/>
              <a:pathLst>
                <a:path extrusionOk="0" h="12401" w="9413">
                  <a:moveTo>
                    <a:pt x="636" y="1"/>
                  </a:moveTo>
                  <a:cubicBezTo>
                    <a:pt x="289" y="1"/>
                    <a:pt x="1" y="289"/>
                    <a:pt x="1" y="636"/>
                  </a:cubicBezTo>
                  <a:lnTo>
                    <a:pt x="1" y="11751"/>
                  </a:lnTo>
                  <a:cubicBezTo>
                    <a:pt x="1" y="12112"/>
                    <a:pt x="289" y="12401"/>
                    <a:pt x="636" y="12401"/>
                  </a:cubicBezTo>
                  <a:lnTo>
                    <a:pt x="8763" y="12401"/>
                  </a:lnTo>
                  <a:cubicBezTo>
                    <a:pt x="9109" y="12401"/>
                    <a:pt x="9398" y="12112"/>
                    <a:pt x="9398" y="11751"/>
                  </a:cubicBezTo>
                  <a:lnTo>
                    <a:pt x="9398" y="650"/>
                  </a:lnTo>
                  <a:cubicBezTo>
                    <a:pt x="9413" y="289"/>
                    <a:pt x="9109" y="1"/>
                    <a:pt x="8749" y="1"/>
                  </a:cubicBezTo>
                  <a:lnTo>
                    <a:pt x="5342" y="1"/>
                  </a:lnTo>
                  <a:cubicBezTo>
                    <a:pt x="5342" y="426"/>
                    <a:pt x="5021" y="639"/>
                    <a:pt x="4699" y="639"/>
                  </a:cubicBezTo>
                  <a:cubicBezTo>
                    <a:pt x="4378" y="639"/>
                    <a:pt x="4057" y="426"/>
                    <a:pt x="4057" y="1"/>
                  </a:cubicBezTo>
                  <a:close/>
                </a:path>
              </a:pathLst>
            </a:custGeom>
            <a:solidFill>
              <a:srgbClr val="BCC9D4"/>
            </a:solidFill>
            <a:ln cap="flat" cmpd="sng" w="9525">
              <a:solidFill>
                <a:schemeClr val="lt2"/>
              </a:solidFill>
              <a:prstDash val="solid"/>
              <a:round/>
              <a:headEnd len="sm" w="sm" type="none"/>
              <a:tailEnd len="sm" w="sm" type="none"/>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2" name="Google Shape;2202;p73"/>
            <p:cNvSpPr/>
            <p:nvPr/>
          </p:nvSpPr>
          <p:spPr>
            <a:xfrm>
              <a:off x="1435109" y="1537727"/>
              <a:ext cx="224060" cy="302757"/>
            </a:xfrm>
            <a:custGeom>
              <a:rect b="b" l="l" r="r" t="t"/>
              <a:pathLst>
                <a:path extrusionOk="0" h="11549" w="8547">
                  <a:moveTo>
                    <a:pt x="1935" y="1"/>
                  </a:moveTo>
                  <a:lnTo>
                    <a:pt x="1935" y="217"/>
                  </a:lnTo>
                  <a:cubicBezTo>
                    <a:pt x="1935" y="347"/>
                    <a:pt x="1834" y="434"/>
                    <a:pt x="1718" y="434"/>
                  </a:cubicBezTo>
                  <a:lnTo>
                    <a:pt x="433" y="434"/>
                  </a:lnTo>
                  <a:cubicBezTo>
                    <a:pt x="202" y="434"/>
                    <a:pt x="15" y="621"/>
                    <a:pt x="15" y="867"/>
                  </a:cubicBezTo>
                  <a:lnTo>
                    <a:pt x="15" y="11116"/>
                  </a:lnTo>
                  <a:cubicBezTo>
                    <a:pt x="0" y="11347"/>
                    <a:pt x="202" y="11549"/>
                    <a:pt x="433" y="11549"/>
                  </a:cubicBezTo>
                  <a:lnTo>
                    <a:pt x="8127" y="11549"/>
                  </a:lnTo>
                  <a:cubicBezTo>
                    <a:pt x="8358" y="11549"/>
                    <a:pt x="8546" y="11361"/>
                    <a:pt x="8546" y="11116"/>
                  </a:cubicBezTo>
                  <a:lnTo>
                    <a:pt x="8546" y="867"/>
                  </a:lnTo>
                  <a:cubicBezTo>
                    <a:pt x="8546" y="621"/>
                    <a:pt x="8358" y="434"/>
                    <a:pt x="8127" y="434"/>
                  </a:cubicBezTo>
                  <a:lnTo>
                    <a:pt x="6843" y="434"/>
                  </a:lnTo>
                  <a:cubicBezTo>
                    <a:pt x="6727" y="434"/>
                    <a:pt x="6626" y="347"/>
                    <a:pt x="6626" y="217"/>
                  </a:cubicBezTo>
                  <a:lnTo>
                    <a:pt x="6626" y="1"/>
                  </a:lnTo>
                  <a:lnTo>
                    <a:pt x="4923" y="1"/>
                  </a:lnTo>
                  <a:cubicBezTo>
                    <a:pt x="4923" y="426"/>
                    <a:pt x="4602" y="639"/>
                    <a:pt x="4280" y="639"/>
                  </a:cubicBezTo>
                  <a:cubicBezTo>
                    <a:pt x="3959" y="639"/>
                    <a:pt x="3638" y="426"/>
                    <a:pt x="3638" y="1"/>
                  </a:cubicBezTo>
                  <a:close/>
                </a:path>
              </a:pathLst>
            </a:custGeom>
            <a:solidFill>
              <a:schemeClr val="dk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3" name="Google Shape;2203;p73"/>
            <p:cNvSpPr/>
            <p:nvPr/>
          </p:nvSpPr>
          <p:spPr>
            <a:xfrm>
              <a:off x="1446460" y="1560429"/>
              <a:ext cx="201724" cy="268704"/>
            </a:xfrm>
            <a:custGeom>
              <a:rect b="b" l="l" r="r" t="t"/>
              <a:pathLst>
                <a:path extrusionOk="0" h="10250" w="7695">
                  <a:moveTo>
                    <a:pt x="217" y="1"/>
                  </a:moveTo>
                  <a:cubicBezTo>
                    <a:pt x="101" y="1"/>
                    <a:pt x="0" y="102"/>
                    <a:pt x="0" y="217"/>
                  </a:cubicBezTo>
                  <a:lnTo>
                    <a:pt x="0" y="10033"/>
                  </a:lnTo>
                  <a:cubicBezTo>
                    <a:pt x="0" y="10149"/>
                    <a:pt x="101" y="10250"/>
                    <a:pt x="217" y="10250"/>
                  </a:cubicBezTo>
                  <a:lnTo>
                    <a:pt x="7478" y="10250"/>
                  </a:lnTo>
                  <a:cubicBezTo>
                    <a:pt x="7593" y="10250"/>
                    <a:pt x="7694" y="10149"/>
                    <a:pt x="7694" y="10033"/>
                  </a:cubicBezTo>
                  <a:lnTo>
                    <a:pt x="7694" y="217"/>
                  </a:lnTo>
                  <a:cubicBezTo>
                    <a:pt x="7694" y="102"/>
                    <a:pt x="7593" y="1"/>
                    <a:pt x="7478" y="1"/>
                  </a:cubicBezTo>
                  <a:close/>
                </a:path>
              </a:pathLst>
            </a:custGeom>
            <a:solidFill>
              <a:srgbClr val="FFFFFF"/>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4" name="Google Shape;2204;p73"/>
            <p:cNvSpPr/>
            <p:nvPr/>
          </p:nvSpPr>
          <p:spPr>
            <a:xfrm>
              <a:off x="1496792" y="1515680"/>
              <a:ext cx="100692" cy="50464"/>
            </a:xfrm>
            <a:custGeom>
              <a:rect b="b" l="l" r="r" t="t"/>
              <a:pathLst>
                <a:path extrusionOk="0" h="1925" w="3841">
                  <a:moveTo>
                    <a:pt x="1922" y="527"/>
                  </a:moveTo>
                  <a:cubicBezTo>
                    <a:pt x="2085" y="527"/>
                    <a:pt x="2243" y="649"/>
                    <a:pt x="2252" y="842"/>
                  </a:cubicBezTo>
                  <a:cubicBezTo>
                    <a:pt x="2252" y="1013"/>
                    <a:pt x="2112" y="1170"/>
                    <a:pt x="1927" y="1173"/>
                  </a:cubicBezTo>
                  <a:lnTo>
                    <a:pt x="1927" y="1173"/>
                  </a:lnTo>
                  <a:cubicBezTo>
                    <a:pt x="1644" y="1168"/>
                    <a:pt x="1503" y="825"/>
                    <a:pt x="1689" y="625"/>
                  </a:cubicBezTo>
                  <a:cubicBezTo>
                    <a:pt x="1757" y="558"/>
                    <a:pt x="1840" y="527"/>
                    <a:pt x="1922" y="527"/>
                  </a:cubicBezTo>
                  <a:close/>
                  <a:moveTo>
                    <a:pt x="1926" y="1"/>
                  </a:moveTo>
                  <a:cubicBezTo>
                    <a:pt x="1639" y="1"/>
                    <a:pt x="1350" y="141"/>
                    <a:pt x="1184" y="423"/>
                  </a:cubicBezTo>
                  <a:lnTo>
                    <a:pt x="433" y="423"/>
                  </a:lnTo>
                  <a:cubicBezTo>
                    <a:pt x="202" y="423"/>
                    <a:pt x="15" y="611"/>
                    <a:pt x="0" y="842"/>
                  </a:cubicBezTo>
                  <a:lnTo>
                    <a:pt x="0" y="1693"/>
                  </a:lnTo>
                  <a:cubicBezTo>
                    <a:pt x="0" y="1823"/>
                    <a:pt x="87" y="1924"/>
                    <a:pt x="217" y="1924"/>
                  </a:cubicBezTo>
                  <a:lnTo>
                    <a:pt x="3638" y="1924"/>
                  </a:lnTo>
                  <a:cubicBezTo>
                    <a:pt x="3754" y="1924"/>
                    <a:pt x="3840" y="1823"/>
                    <a:pt x="3840" y="1708"/>
                  </a:cubicBezTo>
                  <a:lnTo>
                    <a:pt x="3840" y="842"/>
                  </a:lnTo>
                  <a:cubicBezTo>
                    <a:pt x="3840" y="611"/>
                    <a:pt x="3652" y="423"/>
                    <a:pt x="3422" y="423"/>
                  </a:cubicBezTo>
                  <a:lnTo>
                    <a:pt x="2656" y="423"/>
                  </a:lnTo>
                  <a:cubicBezTo>
                    <a:pt x="2498" y="141"/>
                    <a:pt x="2213" y="1"/>
                    <a:pt x="1926" y="1"/>
                  </a:cubicBezTo>
                  <a:close/>
                </a:path>
              </a:pathLst>
            </a:custGeom>
            <a:solidFill>
              <a:schemeClr val="dk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5" name="Google Shape;2205;p73"/>
            <p:cNvSpPr/>
            <p:nvPr/>
          </p:nvSpPr>
          <p:spPr>
            <a:xfrm>
              <a:off x="1477498" y="1669431"/>
              <a:ext cx="28024" cy="28024"/>
            </a:xfrm>
            <a:custGeom>
              <a:rect b="b" l="l" r="r" t="t"/>
              <a:pathLst>
                <a:path extrusionOk="0" h="1069" w="1069">
                  <a:moveTo>
                    <a:pt x="534" y="0"/>
                  </a:moveTo>
                  <a:cubicBezTo>
                    <a:pt x="231" y="0"/>
                    <a:pt x="0" y="245"/>
                    <a:pt x="0" y="534"/>
                  </a:cubicBezTo>
                  <a:cubicBezTo>
                    <a:pt x="0" y="837"/>
                    <a:pt x="231" y="1068"/>
                    <a:pt x="534" y="1068"/>
                  </a:cubicBezTo>
                  <a:cubicBezTo>
                    <a:pt x="823" y="1068"/>
                    <a:pt x="1068" y="837"/>
                    <a:pt x="1068" y="534"/>
                  </a:cubicBezTo>
                  <a:cubicBezTo>
                    <a:pt x="1068" y="245"/>
                    <a:pt x="823" y="0"/>
                    <a:pt x="534" y="0"/>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6" name="Google Shape;2206;p73"/>
            <p:cNvSpPr/>
            <p:nvPr/>
          </p:nvSpPr>
          <p:spPr>
            <a:xfrm>
              <a:off x="1477498" y="1719738"/>
              <a:ext cx="28024" cy="28050"/>
            </a:xfrm>
            <a:custGeom>
              <a:rect b="b" l="l" r="r" t="t"/>
              <a:pathLst>
                <a:path extrusionOk="0" h="1070" w="1069">
                  <a:moveTo>
                    <a:pt x="534" y="1"/>
                  </a:moveTo>
                  <a:cubicBezTo>
                    <a:pt x="231" y="1"/>
                    <a:pt x="0" y="246"/>
                    <a:pt x="0" y="535"/>
                  </a:cubicBezTo>
                  <a:cubicBezTo>
                    <a:pt x="0" y="838"/>
                    <a:pt x="231" y="1069"/>
                    <a:pt x="534" y="1069"/>
                  </a:cubicBezTo>
                  <a:cubicBezTo>
                    <a:pt x="823" y="1069"/>
                    <a:pt x="1068" y="838"/>
                    <a:pt x="1068" y="535"/>
                  </a:cubicBezTo>
                  <a:cubicBezTo>
                    <a:pt x="1068" y="246"/>
                    <a:pt x="823" y="1"/>
                    <a:pt x="534" y="1"/>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7" name="Google Shape;2207;p73"/>
            <p:cNvSpPr/>
            <p:nvPr/>
          </p:nvSpPr>
          <p:spPr>
            <a:xfrm>
              <a:off x="1477498" y="1770071"/>
              <a:ext cx="28024" cy="28050"/>
            </a:xfrm>
            <a:custGeom>
              <a:rect b="b" l="l" r="r" t="t"/>
              <a:pathLst>
                <a:path extrusionOk="0" h="1070" w="1069">
                  <a:moveTo>
                    <a:pt x="534" y="1"/>
                  </a:moveTo>
                  <a:cubicBezTo>
                    <a:pt x="231" y="1"/>
                    <a:pt x="0" y="246"/>
                    <a:pt x="0" y="535"/>
                  </a:cubicBezTo>
                  <a:cubicBezTo>
                    <a:pt x="0" y="838"/>
                    <a:pt x="231" y="1069"/>
                    <a:pt x="534" y="1069"/>
                  </a:cubicBezTo>
                  <a:cubicBezTo>
                    <a:pt x="823" y="1069"/>
                    <a:pt x="1068" y="838"/>
                    <a:pt x="1068" y="535"/>
                  </a:cubicBezTo>
                  <a:cubicBezTo>
                    <a:pt x="1068" y="246"/>
                    <a:pt x="823" y="1"/>
                    <a:pt x="534" y="1"/>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8" name="Google Shape;2208;p73"/>
            <p:cNvSpPr/>
            <p:nvPr/>
          </p:nvSpPr>
          <p:spPr>
            <a:xfrm>
              <a:off x="1517607" y="1666784"/>
              <a:ext cx="65118" cy="10984"/>
            </a:xfrm>
            <a:custGeom>
              <a:rect b="b" l="l" r="r" t="t"/>
              <a:pathLst>
                <a:path extrusionOk="0" h="419" w="2484">
                  <a:moveTo>
                    <a:pt x="275" y="0"/>
                  </a:moveTo>
                  <a:cubicBezTo>
                    <a:pt x="0" y="0"/>
                    <a:pt x="0" y="419"/>
                    <a:pt x="275" y="419"/>
                  </a:cubicBezTo>
                  <a:lnTo>
                    <a:pt x="2194" y="419"/>
                  </a:lnTo>
                  <a:cubicBezTo>
                    <a:pt x="2483" y="419"/>
                    <a:pt x="2483" y="0"/>
                    <a:pt x="2194" y="0"/>
                  </a:cubicBezTo>
                  <a:close/>
                </a:path>
              </a:pathLst>
            </a:custGeom>
            <a:solidFill>
              <a:srgbClr val="BCC9D4"/>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09" name="Google Shape;2209;p73"/>
            <p:cNvSpPr/>
            <p:nvPr/>
          </p:nvSpPr>
          <p:spPr>
            <a:xfrm>
              <a:off x="1517607" y="1689093"/>
              <a:ext cx="104467" cy="11377"/>
            </a:xfrm>
            <a:custGeom>
              <a:rect b="b" l="l" r="r" t="t"/>
              <a:pathLst>
                <a:path extrusionOk="0" h="434" w="3985">
                  <a:moveTo>
                    <a:pt x="275" y="1"/>
                  </a:moveTo>
                  <a:cubicBezTo>
                    <a:pt x="0" y="1"/>
                    <a:pt x="0" y="434"/>
                    <a:pt x="275" y="434"/>
                  </a:cubicBezTo>
                  <a:lnTo>
                    <a:pt x="3696" y="434"/>
                  </a:lnTo>
                  <a:cubicBezTo>
                    <a:pt x="3984" y="434"/>
                    <a:pt x="3984" y="1"/>
                    <a:pt x="3696" y="1"/>
                  </a:cubicBezTo>
                  <a:close/>
                </a:path>
              </a:pathLst>
            </a:custGeom>
            <a:solidFill>
              <a:srgbClr val="E9EDF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0" name="Google Shape;2210;p73"/>
            <p:cNvSpPr/>
            <p:nvPr/>
          </p:nvSpPr>
          <p:spPr>
            <a:xfrm>
              <a:off x="1517607" y="1717090"/>
              <a:ext cx="65118" cy="11377"/>
            </a:xfrm>
            <a:custGeom>
              <a:rect b="b" l="l" r="r" t="t"/>
              <a:pathLst>
                <a:path extrusionOk="0" h="434" w="2484">
                  <a:moveTo>
                    <a:pt x="275" y="1"/>
                  </a:moveTo>
                  <a:cubicBezTo>
                    <a:pt x="0" y="1"/>
                    <a:pt x="0" y="434"/>
                    <a:pt x="275" y="434"/>
                  </a:cubicBezTo>
                  <a:lnTo>
                    <a:pt x="2194" y="434"/>
                  </a:lnTo>
                  <a:cubicBezTo>
                    <a:pt x="2483" y="434"/>
                    <a:pt x="2483" y="1"/>
                    <a:pt x="2194" y="1"/>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1" name="Google Shape;2211;p73"/>
            <p:cNvSpPr/>
            <p:nvPr/>
          </p:nvSpPr>
          <p:spPr>
            <a:xfrm>
              <a:off x="1517607" y="1739425"/>
              <a:ext cx="104467" cy="11377"/>
            </a:xfrm>
            <a:custGeom>
              <a:rect b="b" l="l" r="r" t="t"/>
              <a:pathLst>
                <a:path extrusionOk="0" h="434" w="3985">
                  <a:moveTo>
                    <a:pt x="275" y="1"/>
                  </a:moveTo>
                  <a:cubicBezTo>
                    <a:pt x="0" y="1"/>
                    <a:pt x="0" y="434"/>
                    <a:pt x="275" y="434"/>
                  </a:cubicBezTo>
                  <a:lnTo>
                    <a:pt x="3696" y="434"/>
                  </a:lnTo>
                  <a:cubicBezTo>
                    <a:pt x="3984" y="434"/>
                    <a:pt x="3984" y="1"/>
                    <a:pt x="3696" y="1"/>
                  </a:cubicBezTo>
                  <a:close/>
                </a:path>
              </a:pathLst>
            </a:custGeom>
            <a:solidFill>
              <a:srgbClr val="E9EDF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2" name="Google Shape;2212;p73"/>
            <p:cNvSpPr/>
            <p:nvPr/>
          </p:nvSpPr>
          <p:spPr>
            <a:xfrm>
              <a:off x="1517607" y="1767423"/>
              <a:ext cx="65118" cy="11377"/>
            </a:xfrm>
            <a:custGeom>
              <a:rect b="b" l="l" r="r" t="t"/>
              <a:pathLst>
                <a:path extrusionOk="0" h="434" w="2484">
                  <a:moveTo>
                    <a:pt x="275" y="1"/>
                  </a:moveTo>
                  <a:cubicBezTo>
                    <a:pt x="0" y="1"/>
                    <a:pt x="0" y="434"/>
                    <a:pt x="275" y="434"/>
                  </a:cubicBezTo>
                  <a:lnTo>
                    <a:pt x="2194" y="434"/>
                  </a:lnTo>
                  <a:cubicBezTo>
                    <a:pt x="2483" y="434"/>
                    <a:pt x="2483" y="1"/>
                    <a:pt x="2194" y="1"/>
                  </a:cubicBezTo>
                  <a:close/>
                </a:path>
              </a:pathLst>
            </a:custGeom>
            <a:solidFill>
              <a:srgbClr val="BCC9D4"/>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3" name="Google Shape;2213;p73"/>
            <p:cNvSpPr/>
            <p:nvPr/>
          </p:nvSpPr>
          <p:spPr>
            <a:xfrm>
              <a:off x="1517607" y="1789758"/>
              <a:ext cx="104467" cy="11377"/>
            </a:xfrm>
            <a:custGeom>
              <a:rect b="b" l="l" r="r" t="t"/>
              <a:pathLst>
                <a:path extrusionOk="0" h="434" w="3985">
                  <a:moveTo>
                    <a:pt x="275" y="0"/>
                  </a:moveTo>
                  <a:cubicBezTo>
                    <a:pt x="0" y="0"/>
                    <a:pt x="0" y="434"/>
                    <a:pt x="275" y="434"/>
                  </a:cubicBezTo>
                  <a:lnTo>
                    <a:pt x="3696" y="434"/>
                  </a:lnTo>
                  <a:cubicBezTo>
                    <a:pt x="3984" y="434"/>
                    <a:pt x="3984" y="0"/>
                    <a:pt x="3696" y="0"/>
                  </a:cubicBezTo>
                  <a:close/>
                </a:path>
              </a:pathLst>
            </a:custGeom>
            <a:solidFill>
              <a:srgbClr val="E9EDF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4" name="Google Shape;2214;p73"/>
            <p:cNvSpPr/>
            <p:nvPr/>
          </p:nvSpPr>
          <p:spPr>
            <a:xfrm>
              <a:off x="1517607" y="1582765"/>
              <a:ext cx="98778" cy="11377"/>
            </a:xfrm>
            <a:custGeom>
              <a:rect b="b" l="l" r="r" t="t"/>
              <a:pathLst>
                <a:path extrusionOk="0" h="434" w="3768">
                  <a:moveTo>
                    <a:pt x="275" y="0"/>
                  </a:moveTo>
                  <a:cubicBezTo>
                    <a:pt x="0" y="0"/>
                    <a:pt x="0" y="433"/>
                    <a:pt x="275" y="433"/>
                  </a:cubicBezTo>
                  <a:lnTo>
                    <a:pt x="3479" y="433"/>
                  </a:lnTo>
                  <a:cubicBezTo>
                    <a:pt x="3768" y="433"/>
                    <a:pt x="3768" y="0"/>
                    <a:pt x="3479" y="0"/>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5" name="Google Shape;2215;p73"/>
            <p:cNvSpPr/>
            <p:nvPr/>
          </p:nvSpPr>
          <p:spPr>
            <a:xfrm>
              <a:off x="1472570" y="1633097"/>
              <a:ext cx="149504" cy="11377"/>
            </a:xfrm>
            <a:custGeom>
              <a:rect b="b" l="l" r="r" t="t"/>
              <a:pathLst>
                <a:path extrusionOk="0" h="434" w="5703">
                  <a:moveTo>
                    <a:pt x="289" y="0"/>
                  </a:moveTo>
                  <a:cubicBezTo>
                    <a:pt x="0" y="0"/>
                    <a:pt x="0" y="433"/>
                    <a:pt x="289" y="433"/>
                  </a:cubicBezTo>
                  <a:lnTo>
                    <a:pt x="5414" y="433"/>
                  </a:lnTo>
                  <a:cubicBezTo>
                    <a:pt x="5702" y="433"/>
                    <a:pt x="5702" y="0"/>
                    <a:pt x="5414" y="0"/>
                  </a:cubicBezTo>
                  <a:close/>
                </a:path>
              </a:pathLst>
            </a:custGeom>
            <a:solidFill>
              <a:srgbClr val="E9EDF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6" name="Google Shape;2216;p73"/>
            <p:cNvSpPr/>
            <p:nvPr/>
          </p:nvSpPr>
          <p:spPr>
            <a:xfrm>
              <a:off x="1517607" y="1605100"/>
              <a:ext cx="26136" cy="11377"/>
            </a:xfrm>
            <a:custGeom>
              <a:rect b="b" l="l" r="r" t="t"/>
              <a:pathLst>
                <a:path extrusionOk="0" h="434" w="997">
                  <a:moveTo>
                    <a:pt x="275" y="0"/>
                  </a:moveTo>
                  <a:cubicBezTo>
                    <a:pt x="0" y="0"/>
                    <a:pt x="0" y="433"/>
                    <a:pt x="275" y="433"/>
                  </a:cubicBezTo>
                  <a:lnTo>
                    <a:pt x="708" y="433"/>
                  </a:lnTo>
                  <a:cubicBezTo>
                    <a:pt x="996" y="433"/>
                    <a:pt x="996" y="0"/>
                    <a:pt x="708" y="0"/>
                  </a:cubicBezTo>
                  <a:close/>
                </a:path>
              </a:pathLst>
            </a:custGeom>
            <a:solidFill>
              <a:srgbClr val="72889B"/>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7" name="Google Shape;2217;p73"/>
            <p:cNvSpPr/>
            <p:nvPr/>
          </p:nvSpPr>
          <p:spPr>
            <a:xfrm>
              <a:off x="1550900" y="1605100"/>
              <a:ext cx="37487" cy="11377"/>
            </a:xfrm>
            <a:custGeom>
              <a:rect b="b" l="l" r="r" t="t"/>
              <a:pathLst>
                <a:path extrusionOk="0" h="434" w="1430">
                  <a:moveTo>
                    <a:pt x="289" y="0"/>
                  </a:moveTo>
                  <a:cubicBezTo>
                    <a:pt x="1" y="0"/>
                    <a:pt x="1" y="433"/>
                    <a:pt x="289" y="433"/>
                  </a:cubicBezTo>
                  <a:lnTo>
                    <a:pt x="1141" y="433"/>
                  </a:lnTo>
                  <a:cubicBezTo>
                    <a:pt x="1430" y="433"/>
                    <a:pt x="1430" y="0"/>
                    <a:pt x="1141" y="0"/>
                  </a:cubicBezTo>
                  <a:close/>
                </a:path>
              </a:pathLst>
            </a:custGeom>
            <a:solidFill>
              <a:srgbClr val="BCC9D4"/>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8" name="Google Shape;2218;p73"/>
            <p:cNvSpPr/>
            <p:nvPr/>
          </p:nvSpPr>
          <p:spPr>
            <a:xfrm>
              <a:off x="1474457" y="1582765"/>
              <a:ext cx="33712" cy="33712"/>
            </a:xfrm>
            <a:custGeom>
              <a:rect b="b" l="l" r="r" t="t"/>
              <a:pathLst>
                <a:path extrusionOk="0" h="1286" w="1286">
                  <a:moveTo>
                    <a:pt x="217" y="0"/>
                  </a:moveTo>
                  <a:cubicBezTo>
                    <a:pt x="102" y="0"/>
                    <a:pt x="1" y="101"/>
                    <a:pt x="1" y="217"/>
                  </a:cubicBezTo>
                  <a:lnTo>
                    <a:pt x="1" y="1069"/>
                  </a:lnTo>
                  <a:cubicBezTo>
                    <a:pt x="1" y="1184"/>
                    <a:pt x="102" y="1285"/>
                    <a:pt x="217" y="1285"/>
                  </a:cubicBezTo>
                  <a:lnTo>
                    <a:pt x="1069" y="1285"/>
                  </a:lnTo>
                  <a:cubicBezTo>
                    <a:pt x="1184" y="1285"/>
                    <a:pt x="1285" y="1184"/>
                    <a:pt x="1285" y="1069"/>
                  </a:cubicBezTo>
                  <a:lnTo>
                    <a:pt x="1285" y="217"/>
                  </a:lnTo>
                  <a:cubicBezTo>
                    <a:pt x="1285" y="101"/>
                    <a:pt x="1184" y="0"/>
                    <a:pt x="1069" y="0"/>
                  </a:cubicBezTo>
                  <a:close/>
                </a:path>
              </a:pathLst>
            </a:custGeom>
            <a:solidFill>
              <a:srgbClr val="9AAAB7"/>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19" name="Google Shape;2219;p73"/>
            <p:cNvSpPr/>
            <p:nvPr/>
          </p:nvSpPr>
          <p:spPr>
            <a:xfrm>
              <a:off x="1496792" y="1555134"/>
              <a:ext cx="100692" cy="11010"/>
            </a:xfrm>
            <a:custGeom>
              <a:rect b="b" l="l" r="r" t="t"/>
              <a:pathLst>
                <a:path extrusionOk="0" h="420" w="3841">
                  <a:moveTo>
                    <a:pt x="217" y="1"/>
                  </a:moveTo>
                  <a:cubicBezTo>
                    <a:pt x="101" y="1"/>
                    <a:pt x="0" y="87"/>
                    <a:pt x="0" y="203"/>
                  </a:cubicBezTo>
                  <a:cubicBezTo>
                    <a:pt x="0" y="318"/>
                    <a:pt x="101" y="419"/>
                    <a:pt x="217" y="419"/>
                  </a:cubicBezTo>
                  <a:lnTo>
                    <a:pt x="3638" y="419"/>
                  </a:lnTo>
                  <a:cubicBezTo>
                    <a:pt x="3754" y="419"/>
                    <a:pt x="3840" y="318"/>
                    <a:pt x="3840" y="203"/>
                  </a:cubicBezTo>
                  <a:cubicBezTo>
                    <a:pt x="3840" y="87"/>
                    <a:pt x="3754" y="1"/>
                    <a:pt x="3638" y="1"/>
                  </a:cubicBezTo>
                  <a:close/>
                </a:path>
              </a:pathLst>
            </a:custGeom>
            <a:solidFill>
              <a:srgbClr val="BCC9D4"/>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sp>
          <p:nvSpPr>
            <p:cNvPr id="2220" name="Google Shape;2220;p73"/>
            <p:cNvSpPr/>
            <p:nvPr/>
          </p:nvSpPr>
          <p:spPr>
            <a:xfrm>
              <a:off x="1482794" y="1591075"/>
              <a:ext cx="17040" cy="17066"/>
            </a:xfrm>
            <a:custGeom>
              <a:rect b="b" l="l" r="r" t="t"/>
              <a:pathLst>
                <a:path extrusionOk="0" h="651" w="650">
                  <a:moveTo>
                    <a:pt x="332" y="1"/>
                  </a:moveTo>
                  <a:cubicBezTo>
                    <a:pt x="145" y="1"/>
                    <a:pt x="0" y="145"/>
                    <a:pt x="0" y="319"/>
                  </a:cubicBezTo>
                  <a:cubicBezTo>
                    <a:pt x="0" y="506"/>
                    <a:pt x="145" y="651"/>
                    <a:pt x="332" y="651"/>
                  </a:cubicBezTo>
                  <a:cubicBezTo>
                    <a:pt x="505" y="651"/>
                    <a:pt x="650" y="506"/>
                    <a:pt x="650" y="319"/>
                  </a:cubicBezTo>
                  <a:cubicBezTo>
                    <a:pt x="650" y="145"/>
                    <a:pt x="505" y="1"/>
                    <a:pt x="332" y="1"/>
                  </a:cubicBezTo>
                  <a:close/>
                </a:path>
              </a:pathLst>
            </a:custGeom>
            <a:solidFill>
              <a:schemeClr val="accent1"/>
            </a:solidFill>
            <a:ln>
              <a:noFill/>
            </a:ln>
          </p:spPr>
          <p:txBody>
            <a:bodyPr anchorCtr="0" anchor="ctr" bIns="318650" lIns="318650" spcFirstLastPara="1" rIns="318650" wrap="square" tIns="318650">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4" name="Shape 2224"/>
        <p:cNvGrpSpPr/>
        <p:nvPr/>
      </p:nvGrpSpPr>
      <p:grpSpPr>
        <a:xfrm>
          <a:off x="0" y="0"/>
          <a:ext cx="0" cy="0"/>
          <a:chOff x="0" y="0"/>
          <a:chExt cx="0" cy="0"/>
        </a:xfrm>
      </p:grpSpPr>
      <p:sp>
        <p:nvSpPr>
          <p:cNvPr id="2225" name="Google Shape;2225;p74"/>
          <p:cNvSpPr txBox="1"/>
          <p:nvPr>
            <p:ph type="title"/>
          </p:nvPr>
        </p:nvSpPr>
        <p:spPr>
          <a:xfrm>
            <a:off x="716550"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Interface</a:t>
            </a:r>
            <a:endParaRPr/>
          </a:p>
        </p:txBody>
      </p:sp>
      <p:grpSp>
        <p:nvGrpSpPr>
          <p:cNvPr id="2226" name="Google Shape;2226;p74"/>
          <p:cNvGrpSpPr/>
          <p:nvPr/>
        </p:nvGrpSpPr>
        <p:grpSpPr>
          <a:xfrm>
            <a:off x="8013165" y="3659274"/>
            <a:ext cx="887675" cy="801288"/>
            <a:chOff x="6544194" y="2365864"/>
            <a:chExt cx="529544" cy="478038"/>
          </a:xfrm>
        </p:grpSpPr>
        <p:sp>
          <p:nvSpPr>
            <p:cNvPr id="2227" name="Google Shape;2227;p74"/>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74"/>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74"/>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74"/>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74"/>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74"/>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74"/>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74"/>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74"/>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74"/>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37" name="Google Shape;2237;p74"/>
          <p:cNvPicPr preferRelativeResize="0"/>
          <p:nvPr/>
        </p:nvPicPr>
        <p:blipFill>
          <a:blip r:embed="rId3">
            <a:alphaModFix/>
          </a:blip>
          <a:stretch>
            <a:fillRect/>
          </a:stretch>
        </p:blipFill>
        <p:spPr>
          <a:xfrm>
            <a:off x="6726150" y="2297850"/>
            <a:ext cx="2320699" cy="1325025"/>
          </a:xfrm>
          <a:prstGeom prst="rect">
            <a:avLst/>
          </a:prstGeom>
          <a:noFill/>
          <a:ln>
            <a:noFill/>
          </a:ln>
        </p:spPr>
      </p:pic>
      <p:sp>
        <p:nvSpPr>
          <p:cNvPr id="2238" name="Google Shape;2238;p74"/>
          <p:cNvSpPr txBox="1"/>
          <p:nvPr/>
        </p:nvSpPr>
        <p:spPr>
          <a:xfrm>
            <a:off x="701333" y="1182859"/>
            <a:ext cx="6861600" cy="34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Open Sans"/>
                <a:ea typeface="Open Sans"/>
                <a:cs typeface="Open Sans"/>
                <a:sym typeface="Open Sans"/>
              </a:rPr>
              <a:t>Dashboard</a:t>
            </a:r>
            <a:endParaRPr b="1"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Build using Home Assistant’s built-in Lovelace interface</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Displays real-time energy usage, motion, and sound sensor data across all monitored units</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Customizable cards and views per household unit for easy navigation</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100">
                <a:solidFill>
                  <a:schemeClr val="dk1"/>
                </a:solidFill>
                <a:latin typeface="Open Sans"/>
                <a:ea typeface="Open Sans"/>
                <a:cs typeface="Open Sans"/>
                <a:sym typeface="Open Sans"/>
              </a:rPr>
              <a:t>Alerts and Notifications</a:t>
            </a:r>
            <a:endParaRPr b="1"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SMS notifications sent via a third-party SMS service (e.g. Twilio) for detected anomalies</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Alerts triggered by abnormal energy usage, unexpected motion, or sound events</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Configurable alert thresholds allow users to define what constitutes an anomaly</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100">
                <a:solidFill>
                  <a:schemeClr val="dk1"/>
                </a:solidFill>
                <a:latin typeface="Open Sans"/>
                <a:ea typeface="Open Sans"/>
                <a:cs typeface="Open Sans"/>
                <a:sym typeface="Open Sans"/>
              </a:rPr>
              <a:t>Remote Access &amp; Scalability</a:t>
            </a:r>
            <a:endParaRPr b="1"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Accessible remotely via Tailscale for secure out-of-home monitoring</a:t>
            </a:r>
            <a:endParaRPr sz="1100">
              <a:solidFill>
                <a:schemeClr val="dk1"/>
              </a:solidFill>
              <a:latin typeface="Open Sans"/>
              <a:ea typeface="Open Sans"/>
              <a:cs typeface="Open Sans"/>
              <a:sym typeface="Open Sans"/>
            </a:endParaRPr>
          </a:p>
          <a:p>
            <a:pPr indent="0" lvl="0" marL="457200" rtl="0" algn="l">
              <a:spcBef>
                <a:spcPts val="0"/>
              </a:spcBef>
              <a:spcAft>
                <a:spcPts val="0"/>
              </a:spcAft>
              <a:buNone/>
            </a:pPr>
            <a:r>
              <a:rPr lang="en" sz="1100">
                <a:solidFill>
                  <a:schemeClr val="dk1"/>
                </a:solidFill>
                <a:latin typeface="Open Sans"/>
                <a:ea typeface="Open Sans"/>
                <a:cs typeface="Open Sans"/>
                <a:sym typeface="Open Sans"/>
              </a:rPr>
              <a:t>Supports multiple household units from a single Home Assistant interface</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100">
                <a:solidFill>
                  <a:schemeClr val="dk1"/>
                </a:solidFill>
                <a:latin typeface="Open Sans"/>
                <a:ea typeface="Open Sans"/>
                <a:cs typeface="Open Sans"/>
                <a:sym typeface="Open Sans"/>
              </a:rPr>
              <a:t>Test</a:t>
            </a:r>
            <a:endParaRPr b="1"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Verify real-time sensor data updates correctly on the Lovelace dashboard</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Trigger a known anomaly and confirm SMS notification is sent</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100">
                <a:solidFill>
                  <a:schemeClr val="dk1"/>
                </a:solidFill>
                <a:latin typeface="Open Sans"/>
                <a:ea typeface="Open Sans"/>
                <a:cs typeface="Open Sans"/>
                <a:sym typeface="Open Sans"/>
              </a:rPr>
              <a:t>Validation</a:t>
            </a:r>
            <a:endParaRPr b="1"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Data refreshes with no stale readings displayed</a:t>
            </a:r>
            <a:endParaRPr sz="1100">
              <a:solidFill>
                <a:schemeClr val="dk1"/>
              </a:solidFill>
              <a:latin typeface="Open Sans"/>
              <a:ea typeface="Open Sans"/>
              <a:cs typeface="Open Sans"/>
              <a:sym typeface="Open Sans"/>
            </a:endParaRPr>
          </a:p>
          <a:p>
            <a:pPr indent="-298450" lvl="0" marL="457200" rtl="0" algn="l">
              <a:spcBef>
                <a:spcPts val="0"/>
              </a:spcBef>
              <a:spcAft>
                <a:spcPts val="0"/>
              </a:spcAft>
              <a:buClr>
                <a:schemeClr val="dk1"/>
              </a:buClr>
              <a:buSzPts val="1100"/>
              <a:buFont typeface="Open Sans"/>
              <a:buChar char="●"/>
            </a:pPr>
            <a:r>
              <a:rPr lang="en" sz="1100">
                <a:solidFill>
                  <a:schemeClr val="dk1"/>
                </a:solidFill>
                <a:latin typeface="Open Sans"/>
                <a:ea typeface="Open Sans"/>
                <a:cs typeface="Open Sans"/>
                <a:sym typeface="Open Sans"/>
              </a:rPr>
              <a:t>SMS received within a reasonable time of the event being detected</a:t>
            </a:r>
            <a:endParaRPr sz="1100">
              <a:solidFill>
                <a:schemeClr val="dk1"/>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sp>
        <p:nvSpPr>
          <p:cNvPr id="2243" name="Google Shape;2243;p75"/>
          <p:cNvSpPr txBox="1"/>
          <p:nvPr>
            <p:ph type="title"/>
          </p:nvPr>
        </p:nvSpPr>
        <p:spPr>
          <a:xfrm>
            <a:off x="716550" y="5491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External Services</a:t>
            </a:r>
            <a:endParaRPr/>
          </a:p>
        </p:txBody>
      </p:sp>
      <p:grpSp>
        <p:nvGrpSpPr>
          <p:cNvPr id="2244" name="Google Shape;2244;p75"/>
          <p:cNvGrpSpPr/>
          <p:nvPr/>
        </p:nvGrpSpPr>
        <p:grpSpPr>
          <a:xfrm>
            <a:off x="8013165" y="3659274"/>
            <a:ext cx="887675" cy="801288"/>
            <a:chOff x="6544194" y="2365864"/>
            <a:chExt cx="529544" cy="478038"/>
          </a:xfrm>
        </p:grpSpPr>
        <p:sp>
          <p:nvSpPr>
            <p:cNvPr id="2245" name="Google Shape;2245;p75"/>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75"/>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75"/>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75"/>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75"/>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75"/>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75"/>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75"/>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75"/>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75"/>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5" name="Google Shape;2255;p75"/>
          <p:cNvSpPr txBox="1"/>
          <p:nvPr/>
        </p:nvSpPr>
        <p:spPr>
          <a:xfrm>
            <a:off x="748550" y="1171000"/>
            <a:ext cx="4646700" cy="36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Device Integration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TP-Link Kasa smart plugs integrate directly with Home Assistant via the native Kasa integration</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Emporia Energy Monitor connects to Home Assistant to capture breaker-level energy consumption for Unit 3</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Data Collection</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Home Assistant polls connected devices periodically </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Collects voltage, current, power, and kWh readings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Network &amp; Connectivity</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Tailscale provides secure remote connectivity</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Links household Pi units to the Home Assistant dashboard</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Data Pipeline</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All device data is routed through Home Assistant </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Forwarded to the AWS RDS database via the API</a:t>
            </a:r>
            <a:endParaRPr sz="1200">
              <a:solidFill>
                <a:schemeClr val="dk1"/>
              </a:solidFill>
              <a:latin typeface="Open Sans"/>
              <a:ea typeface="Open Sans"/>
              <a:cs typeface="Open Sans"/>
              <a:sym typeface="Open Sans"/>
            </a:endParaRPr>
          </a:p>
        </p:txBody>
      </p:sp>
      <p:pic>
        <p:nvPicPr>
          <p:cNvPr id="2256" name="Google Shape;2256;p75"/>
          <p:cNvPicPr preferRelativeResize="0"/>
          <p:nvPr/>
        </p:nvPicPr>
        <p:blipFill>
          <a:blip r:embed="rId3">
            <a:alphaModFix/>
          </a:blip>
          <a:stretch>
            <a:fillRect/>
          </a:stretch>
        </p:blipFill>
        <p:spPr>
          <a:xfrm>
            <a:off x="5333450" y="1833859"/>
            <a:ext cx="3293749" cy="1750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0" name="Shape 2260"/>
        <p:cNvGrpSpPr/>
        <p:nvPr/>
      </p:nvGrpSpPr>
      <p:grpSpPr>
        <a:xfrm>
          <a:off x="0" y="0"/>
          <a:ext cx="0" cy="0"/>
          <a:chOff x="0" y="0"/>
          <a:chExt cx="0" cy="0"/>
        </a:xfrm>
      </p:grpSpPr>
      <p:sp>
        <p:nvSpPr>
          <p:cNvPr id="2261" name="Google Shape;2261;p76"/>
          <p:cNvSpPr txBox="1"/>
          <p:nvPr>
            <p:ph type="title"/>
          </p:nvPr>
        </p:nvSpPr>
        <p:spPr>
          <a:xfrm>
            <a:off x="490350" y="541675"/>
            <a:ext cx="816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System-Level Description - Small House</a:t>
            </a:r>
            <a:endParaRPr/>
          </a:p>
        </p:txBody>
      </p:sp>
      <p:grpSp>
        <p:nvGrpSpPr>
          <p:cNvPr id="2262" name="Google Shape;2262;p76"/>
          <p:cNvGrpSpPr/>
          <p:nvPr/>
        </p:nvGrpSpPr>
        <p:grpSpPr>
          <a:xfrm>
            <a:off x="8013165" y="3659274"/>
            <a:ext cx="887675" cy="801288"/>
            <a:chOff x="6544194" y="2365864"/>
            <a:chExt cx="529544" cy="478038"/>
          </a:xfrm>
        </p:grpSpPr>
        <p:sp>
          <p:nvSpPr>
            <p:cNvPr id="2263" name="Google Shape;2263;p76"/>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76"/>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76"/>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76"/>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76"/>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76"/>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76"/>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76"/>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76"/>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76"/>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73" name="Google Shape;2273;p76"/>
          <p:cNvPicPr preferRelativeResize="0"/>
          <p:nvPr/>
        </p:nvPicPr>
        <p:blipFill>
          <a:blip r:embed="rId3">
            <a:alphaModFix/>
          </a:blip>
          <a:stretch>
            <a:fillRect/>
          </a:stretch>
        </p:blipFill>
        <p:spPr>
          <a:xfrm>
            <a:off x="4456825" y="1927850"/>
            <a:ext cx="4687176" cy="1370901"/>
          </a:xfrm>
          <a:prstGeom prst="rect">
            <a:avLst/>
          </a:prstGeom>
          <a:noFill/>
          <a:ln>
            <a:noFill/>
          </a:ln>
        </p:spPr>
      </p:pic>
      <p:pic>
        <p:nvPicPr>
          <p:cNvPr id="2274" name="Google Shape;2274;p76" title="System Architecture(8).png"/>
          <p:cNvPicPr preferRelativeResize="0"/>
          <p:nvPr/>
        </p:nvPicPr>
        <p:blipFill>
          <a:blip r:embed="rId4">
            <a:alphaModFix/>
          </a:blip>
          <a:stretch>
            <a:fillRect/>
          </a:stretch>
        </p:blipFill>
        <p:spPr>
          <a:xfrm>
            <a:off x="152400" y="1266775"/>
            <a:ext cx="4152028" cy="31545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sp>
        <p:nvSpPr>
          <p:cNvPr id="2279" name="Google Shape;2279;p77"/>
          <p:cNvSpPr txBox="1"/>
          <p:nvPr>
            <p:ph type="title"/>
          </p:nvPr>
        </p:nvSpPr>
        <p:spPr>
          <a:xfrm>
            <a:off x="490350" y="541675"/>
            <a:ext cx="816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System-Level Description - Big House</a:t>
            </a:r>
            <a:endParaRPr/>
          </a:p>
        </p:txBody>
      </p:sp>
      <p:grpSp>
        <p:nvGrpSpPr>
          <p:cNvPr id="2280" name="Google Shape;2280;p77"/>
          <p:cNvGrpSpPr/>
          <p:nvPr/>
        </p:nvGrpSpPr>
        <p:grpSpPr>
          <a:xfrm>
            <a:off x="8013165" y="3659274"/>
            <a:ext cx="887675" cy="801288"/>
            <a:chOff x="6544194" y="2365864"/>
            <a:chExt cx="529544" cy="478038"/>
          </a:xfrm>
        </p:grpSpPr>
        <p:sp>
          <p:nvSpPr>
            <p:cNvPr id="2281" name="Google Shape;2281;p77"/>
            <p:cNvSpPr/>
            <p:nvPr/>
          </p:nvSpPr>
          <p:spPr>
            <a:xfrm>
              <a:off x="6546068" y="2488273"/>
              <a:ext cx="190780" cy="188197"/>
            </a:xfrm>
            <a:custGeom>
              <a:rect b="b" l="l" r="r" t="t"/>
              <a:pathLst>
                <a:path extrusionOk="0" h="3716" w="3767">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77"/>
            <p:cNvSpPr/>
            <p:nvPr/>
          </p:nvSpPr>
          <p:spPr>
            <a:xfrm>
              <a:off x="6544194" y="2485487"/>
              <a:ext cx="195490" cy="193515"/>
            </a:xfrm>
            <a:custGeom>
              <a:rect b="b" l="l" r="r" t="t"/>
              <a:pathLst>
                <a:path extrusionOk="0" h="3821" w="386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77"/>
            <p:cNvSpPr/>
            <p:nvPr/>
          </p:nvSpPr>
          <p:spPr>
            <a:xfrm>
              <a:off x="6726465" y="2372093"/>
              <a:ext cx="344892" cy="340385"/>
            </a:xfrm>
            <a:custGeom>
              <a:rect b="b" l="l" r="r" t="t"/>
              <a:pathLst>
                <a:path extrusionOk="0" h="6721" w="681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77"/>
            <p:cNvSpPr/>
            <p:nvPr/>
          </p:nvSpPr>
          <p:spPr>
            <a:xfrm>
              <a:off x="6723680" y="2369611"/>
              <a:ext cx="350058" cy="345551"/>
            </a:xfrm>
            <a:custGeom>
              <a:rect b="b" l="l" r="r" t="t"/>
              <a:pathLst>
                <a:path extrusionOk="0" h="6823" w="6912">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77"/>
            <p:cNvSpPr/>
            <p:nvPr/>
          </p:nvSpPr>
          <p:spPr>
            <a:xfrm>
              <a:off x="6714260" y="2368295"/>
              <a:ext cx="344437" cy="340436"/>
            </a:xfrm>
            <a:custGeom>
              <a:rect b="b" l="l" r="r" t="t"/>
              <a:pathLst>
                <a:path extrusionOk="0" h="6722" w="6801">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77"/>
            <p:cNvSpPr/>
            <p:nvPr/>
          </p:nvSpPr>
          <p:spPr>
            <a:xfrm>
              <a:off x="6711474" y="2365864"/>
              <a:ext cx="348640" cy="345551"/>
            </a:xfrm>
            <a:custGeom>
              <a:rect b="b" l="l" r="r" t="t"/>
              <a:pathLst>
                <a:path extrusionOk="0" h="6823" w="6884">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77"/>
            <p:cNvSpPr/>
            <p:nvPr/>
          </p:nvSpPr>
          <p:spPr>
            <a:xfrm>
              <a:off x="6650396" y="2651907"/>
              <a:ext cx="191691" cy="189463"/>
            </a:xfrm>
            <a:custGeom>
              <a:rect b="b" l="l" r="r" t="t"/>
              <a:pathLst>
                <a:path extrusionOk="0" h="3741" w="3785">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77"/>
            <p:cNvSpPr/>
            <p:nvPr/>
          </p:nvSpPr>
          <p:spPr>
            <a:xfrm>
              <a:off x="6647104" y="2648969"/>
              <a:ext cx="197364" cy="194933"/>
            </a:xfrm>
            <a:custGeom>
              <a:rect b="b" l="l" r="r" t="t"/>
              <a:pathLst>
                <a:path extrusionOk="0" h="3849" w="3897">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77"/>
            <p:cNvSpPr/>
            <p:nvPr/>
          </p:nvSpPr>
          <p:spPr>
            <a:xfrm>
              <a:off x="6548904" y="2480423"/>
              <a:ext cx="190780" cy="188501"/>
            </a:xfrm>
            <a:custGeom>
              <a:rect b="b" l="l" r="r" t="t"/>
              <a:pathLst>
                <a:path extrusionOk="0" h="3722" w="3767">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77"/>
            <p:cNvSpPr/>
            <p:nvPr/>
          </p:nvSpPr>
          <p:spPr>
            <a:xfrm>
              <a:off x="6546068" y="2477941"/>
              <a:ext cx="196452" cy="193565"/>
            </a:xfrm>
            <a:custGeom>
              <a:rect b="b" l="l" r="r" t="t"/>
              <a:pathLst>
                <a:path extrusionOk="0" h="3822" w="3879">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91" name="Google Shape;2291;p77"/>
          <p:cNvPicPr preferRelativeResize="0"/>
          <p:nvPr/>
        </p:nvPicPr>
        <p:blipFill>
          <a:blip r:embed="rId3">
            <a:alphaModFix/>
          </a:blip>
          <a:stretch>
            <a:fillRect/>
          </a:stretch>
        </p:blipFill>
        <p:spPr>
          <a:xfrm>
            <a:off x="4280013" y="1649276"/>
            <a:ext cx="4864026" cy="1422625"/>
          </a:xfrm>
          <a:prstGeom prst="rect">
            <a:avLst/>
          </a:prstGeom>
          <a:noFill/>
          <a:ln>
            <a:noFill/>
          </a:ln>
        </p:spPr>
      </p:pic>
      <p:pic>
        <p:nvPicPr>
          <p:cNvPr id="2292" name="Google Shape;2292;p77" title="System Architecture(9).png"/>
          <p:cNvPicPr preferRelativeResize="0"/>
          <p:nvPr/>
        </p:nvPicPr>
        <p:blipFill>
          <a:blip r:embed="rId4">
            <a:alphaModFix/>
          </a:blip>
          <a:stretch>
            <a:fillRect/>
          </a:stretch>
        </p:blipFill>
        <p:spPr>
          <a:xfrm>
            <a:off x="152400" y="1266775"/>
            <a:ext cx="3975214" cy="30085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78"/>
          <p:cNvSpPr txBox="1"/>
          <p:nvPr>
            <p:ph type="title"/>
          </p:nvPr>
        </p:nvSpPr>
        <p:spPr>
          <a:xfrm>
            <a:off x="691700" y="539750"/>
            <a:ext cx="1946400" cy="6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Timeline</a:t>
            </a:r>
            <a:endParaRPr/>
          </a:p>
        </p:txBody>
      </p:sp>
      <p:graphicFrame>
        <p:nvGraphicFramePr>
          <p:cNvPr id="2298" name="Google Shape;2298;p78"/>
          <p:cNvGraphicFramePr/>
          <p:nvPr/>
        </p:nvGraphicFramePr>
        <p:xfrm>
          <a:off x="1939425" y="788800"/>
          <a:ext cx="3000000" cy="3000000"/>
        </p:xfrm>
        <a:graphic>
          <a:graphicData uri="http://schemas.openxmlformats.org/drawingml/2006/table">
            <a:tbl>
              <a:tblPr>
                <a:noFill/>
                <a:tableStyleId>{81689E94-23D0-417B-A6A4-85F06A744C02}</a:tableStyleId>
              </a:tblPr>
              <a:tblGrid>
                <a:gridCol w="698675"/>
                <a:gridCol w="2261075"/>
                <a:gridCol w="1627425"/>
                <a:gridCol w="964825"/>
                <a:gridCol w="1008125"/>
              </a:tblGrid>
              <a:tr h="309525">
                <a:tc>
                  <a:txBody>
                    <a:bodyPr/>
                    <a:lstStyle/>
                    <a:p>
                      <a:pPr indent="0" lvl="0" marL="0" rtl="0" algn="l">
                        <a:lnSpc>
                          <a:spcPct val="115000"/>
                        </a:lnSpc>
                        <a:spcBef>
                          <a:spcPts val="0"/>
                        </a:spcBef>
                        <a:spcAft>
                          <a:spcPts val="0"/>
                        </a:spcAft>
                        <a:buNone/>
                      </a:pPr>
                      <a:r>
                        <a:t/>
                      </a:r>
                      <a:endParaRPr sz="1100"/>
                    </a:p>
                  </a:txBody>
                  <a:tcPr marT="63500" marB="63500" marR="63500" marL="63500">
                    <a:lnL cap="flat" cmpd="sng" w="12700">
                      <a:solidFill>
                        <a:srgbClr val="FFFFFF">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Task Name</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lang="en" sz="1100"/>
                        <a:t>Dependencies</a:t>
                      </a:r>
                      <a:endParaRPr sz="1100"/>
                    </a:p>
                  </a:txBody>
                  <a:tcPr marT="63500" marB="63500" marR="63500" marL="63500">
                    <a:lnL cap="flat" cmpd="sng" w="12700">
                      <a:solidFill>
                        <a:schemeClr val="dk1"/>
                      </a:solidFill>
                      <a:prstDash val="solid"/>
                      <a:round/>
                      <a:headEnd len="sm" w="sm" type="none"/>
                      <a:tailEnd len="sm" w="sm" type="none"/>
                    </a:lnL>
                    <a:solidFill>
                      <a:schemeClr val="lt2"/>
                    </a:solidFill>
                  </a:tcPr>
                </a:tc>
                <a:tc>
                  <a:txBody>
                    <a:bodyPr/>
                    <a:lstStyle/>
                    <a:p>
                      <a:pPr indent="0" lvl="0" marL="0" rtl="0" algn="l">
                        <a:lnSpc>
                          <a:spcPct val="115000"/>
                        </a:lnSpc>
                        <a:spcBef>
                          <a:spcPts val="0"/>
                        </a:spcBef>
                        <a:spcAft>
                          <a:spcPts val="0"/>
                        </a:spcAft>
                        <a:buNone/>
                      </a:pPr>
                      <a:r>
                        <a:rPr lang="en" sz="1100"/>
                        <a:t>Start Date </a:t>
                      </a:r>
                      <a:endParaRPr sz="1100"/>
                    </a:p>
                  </a:txBody>
                  <a:tcPr marT="63500" marB="63500" marR="63500" marL="63500">
                    <a:solidFill>
                      <a:schemeClr val="lt2"/>
                    </a:solidFill>
                  </a:tcPr>
                </a:tc>
                <a:tc>
                  <a:txBody>
                    <a:bodyPr/>
                    <a:lstStyle/>
                    <a:p>
                      <a:pPr indent="0" lvl="0" marL="0" rtl="0" algn="l">
                        <a:lnSpc>
                          <a:spcPct val="115000"/>
                        </a:lnSpc>
                        <a:spcBef>
                          <a:spcPts val="0"/>
                        </a:spcBef>
                        <a:spcAft>
                          <a:spcPts val="0"/>
                        </a:spcAft>
                        <a:buNone/>
                      </a:pPr>
                      <a:r>
                        <a:rPr lang="en" sz="1100"/>
                        <a:t>Due Date</a:t>
                      </a:r>
                      <a:endParaRPr sz="1100"/>
                    </a:p>
                  </a:txBody>
                  <a:tcPr marT="63500" marB="63500" marR="63500" marL="63500">
                    <a:solidFill>
                      <a:schemeClr val="lt2"/>
                    </a:solidFill>
                  </a:tcPr>
                </a:tc>
              </a:tr>
              <a:tr h="309525">
                <a:tc>
                  <a:txBody>
                    <a:bodyPr/>
                    <a:lstStyle/>
                    <a:p>
                      <a:pPr indent="0" lvl="0" marL="0" rtl="0" algn="ctr">
                        <a:lnSpc>
                          <a:spcPct val="115000"/>
                        </a:lnSpc>
                        <a:spcBef>
                          <a:spcPts val="0"/>
                        </a:spcBef>
                        <a:spcAft>
                          <a:spcPts val="0"/>
                        </a:spcAft>
                        <a:buNone/>
                      </a:pPr>
                      <a:r>
                        <a:rPr lang="en" sz="1100"/>
                        <a:t>1</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rtl="0" algn="l">
                        <a:lnSpc>
                          <a:spcPct val="115000"/>
                        </a:lnSpc>
                        <a:spcBef>
                          <a:spcPts val="0"/>
                        </a:spcBef>
                        <a:spcAft>
                          <a:spcPts val="0"/>
                        </a:spcAft>
                        <a:buNone/>
                      </a:pPr>
                      <a:r>
                        <a:rPr b="1" lang="en" sz="1100"/>
                        <a:t>Unit 1 and 2 Setup</a:t>
                      </a:r>
                      <a:endParaRPr b="1" sz="1100"/>
                    </a:p>
                  </a:txBody>
                  <a:tcPr marT="63500" marB="63500" marR="63500" marL="6350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 sz="1100"/>
                        <a:t>None</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02/26/26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03/06/26</a:t>
                      </a:r>
                      <a:endParaRPr sz="1000"/>
                    </a:p>
                  </a:txBody>
                  <a:tcPr marT="63500" marB="63500" marR="63500" marL="63500"/>
                </a:tc>
              </a:tr>
              <a:tr h="309525">
                <a:tc>
                  <a:txBody>
                    <a:bodyPr/>
                    <a:lstStyle/>
                    <a:p>
                      <a:pPr indent="0" lvl="0" marL="0" rtl="0" algn="ctr">
                        <a:lnSpc>
                          <a:spcPct val="115000"/>
                        </a:lnSpc>
                        <a:spcBef>
                          <a:spcPts val="0"/>
                        </a:spcBef>
                        <a:spcAft>
                          <a:spcPts val="0"/>
                        </a:spcAft>
                        <a:buNone/>
                      </a:pPr>
                      <a:r>
                        <a:rPr lang="en" sz="1100"/>
                        <a:t>2</a:t>
                      </a:r>
                      <a:endParaRPr sz="1100"/>
                    </a:p>
                  </a:txBody>
                  <a:tcPr marT="63500" marB="63500" marR="63500" marL="63500">
                    <a:lnT cap="flat" cmpd="sng" w="12700">
                      <a:solidFill>
                        <a:schemeClr val="dk1"/>
                      </a:solidFill>
                      <a:prstDash val="solid"/>
                      <a:round/>
                      <a:headEnd len="sm" w="sm" type="none"/>
                      <a:tailEnd len="sm" w="sm" type="none"/>
                    </a:lnT>
                    <a:solidFill>
                      <a:schemeClr val="accent1"/>
                    </a:solidFill>
                  </a:tcPr>
                </a:tc>
                <a:tc>
                  <a:txBody>
                    <a:bodyPr/>
                    <a:lstStyle/>
                    <a:p>
                      <a:pPr indent="0" lvl="0" marL="0" rtl="0" algn="l">
                        <a:lnSpc>
                          <a:spcPct val="115000"/>
                        </a:lnSpc>
                        <a:spcBef>
                          <a:spcPts val="0"/>
                        </a:spcBef>
                        <a:spcAft>
                          <a:spcPts val="0"/>
                        </a:spcAft>
                        <a:buNone/>
                      </a:pPr>
                      <a:r>
                        <a:rPr b="1" lang="en" sz="1100"/>
                        <a:t>Unit 3 Setup</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None</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03/05/26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03/20/26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3</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Home Assistant Configuration</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1, Task 2</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03/01/26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03/05/26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4</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Database Setup</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1, Task 2</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02/28/26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03/05/26</a:t>
                      </a:r>
                      <a:endParaRPr sz="1100"/>
                    </a:p>
                  </a:txBody>
                  <a:tcPr marT="63500" marB="63500" marR="63500" marL="63500"/>
                </a:tc>
              </a:tr>
              <a:tr h="495225">
                <a:tc>
                  <a:txBody>
                    <a:bodyPr/>
                    <a:lstStyle/>
                    <a:p>
                      <a:pPr indent="0" lvl="0" marL="0" rtl="0" algn="ctr">
                        <a:lnSpc>
                          <a:spcPct val="115000"/>
                        </a:lnSpc>
                        <a:spcBef>
                          <a:spcPts val="0"/>
                        </a:spcBef>
                        <a:spcAft>
                          <a:spcPts val="0"/>
                        </a:spcAft>
                        <a:buNone/>
                      </a:pPr>
                      <a:r>
                        <a:rPr lang="en" sz="1100"/>
                        <a:t>5</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Data Collection</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1, Task 2, Task 3</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03/06/26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04/18/26</a:t>
                      </a:r>
                      <a:endParaRPr sz="1100"/>
                    </a:p>
                  </a:txBody>
                  <a:tcPr marT="63500" marB="63500" marR="63500" marL="63500"/>
                </a:tc>
              </a:tr>
              <a:tr h="495225">
                <a:tc>
                  <a:txBody>
                    <a:bodyPr/>
                    <a:lstStyle/>
                    <a:p>
                      <a:pPr indent="0" lvl="0" marL="0" rtl="0" algn="ctr">
                        <a:lnSpc>
                          <a:spcPct val="115000"/>
                        </a:lnSpc>
                        <a:spcBef>
                          <a:spcPts val="0"/>
                        </a:spcBef>
                        <a:spcAft>
                          <a:spcPts val="0"/>
                        </a:spcAft>
                        <a:buNone/>
                      </a:pPr>
                      <a:r>
                        <a:rPr lang="en" sz="1100"/>
                        <a:t>6</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API Setup</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1, Task 2, Task 3</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03/08/26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03/20/26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7</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Database Refinement</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3, Task 4</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03/18/26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03/28/26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8</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AI/ML Module</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5, Task 7</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03/18/26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04/05/26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9</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User Interface</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4, Task 5</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03/18/26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04/01/26</a:t>
                      </a:r>
                      <a:endParaRPr sz="1100"/>
                    </a:p>
                  </a:txBody>
                  <a:tcPr marT="63500" marB="63500" marR="63500" marL="63500"/>
                </a:tc>
              </a:tr>
              <a:tr h="309525">
                <a:tc>
                  <a:txBody>
                    <a:bodyPr/>
                    <a:lstStyle/>
                    <a:p>
                      <a:pPr indent="0" lvl="0" marL="0" rtl="0" algn="ctr">
                        <a:lnSpc>
                          <a:spcPct val="115000"/>
                        </a:lnSpc>
                        <a:spcBef>
                          <a:spcPts val="0"/>
                        </a:spcBef>
                        <a:spcAft>
                          <a:spcPts val="0"/>
                        </a:spcAft>
                        <a:buNone/>
                      </a:pPr>
                      <a:r>
                        <a:rPr lang="en" sz="1100"/>
                        <a:t>10</a:t>
                      </a:r>
                      <a:endParaRPr sz="1100"/>
                    </a:p>
                  </a:txBody>
                  <a:tcPr marT="63500" marB="63500" marR="63500" marL="63500">
                    <a:solidFill>
                      <a:schemeClr val="accent1"/>
                    </a:solidFill>
                  </a:tcPr>
                </a:tc>
                <a:tc>
                  <a:txBody>
                    <a:bodyPr/>
                    <a:lstStyle/>
                    <a:p>
                      <a:pPr indent="0" lvl="0" marL="0" rtl="0" algn="l">
                        <a:lnSpc>
                          <a:spcPct val="115000"/>
                        </a:lnSpc>
                        <a:spcBef>
                          <a:spcPts val="0"/>
                        </a:spcBef>
                        <a:spcAft>
                          <a:spcPts val="0"/>
                        </a:spcAft>
                        <a:buNone/>
                      </a:pPr>
                      <a:r>
                        <a:rPr b="1" lang="en" sz="1100"/>
                        <a:t>Testing/Debugging</a:t>
                      </a:r>
                      <a:endParaRPr b="1" sz="1100"/>
                    </a:p>
                  </a:txBody>
                  <a:tcPr marT="63500" marB="63500" marR="63500" marL="63500"/>
                </a:tc>
                <a:tc>
                  <a:txBody>
                    <a:bodyPr/>
                    <a:lstStyle/>
                    <a:p>
                      <a:pPr indent="0" lvl="0" marL="0" rtl="0" algn="l">
                        <a:lnSpc>
                          <a:spcPct val="115000"/>
                        </a:lnSpc>
                        <a:spcBef>
                          <a:spcPts val="0"/>
                        </a:spcBef>
                        <a:spcAft>
                          <a:spcPts val="0"/>
                        </a:spcAft>
                        <a:buNone/>
                      </a:pPr>
                      <a:r>
                        <a:rPr lang="en" sz="1100"/>
                        <a:t>Task 1-9</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04/05/26</a:t>
                      </a:r>
                      <a:endParaRPr sz="1100"/>
                    </a:p>
                  </a:txBody>
                  <a:tcPr marT="63500" marB="63500" marR="63500" marL="63500"/>
                </a:tc>
                <a:tc>
                  <a:txBody>
                    <a:bodyPr/>
                    <a:lstStyle/>
                    <a:p>
                      <a:pPr indent="0" lvl="0" marL="0" rtl="0" algn="l">
                        <a:lnSpc>
                          <a:spcPct val="115000"/>
                        </a:lnSpc>
                        <a:spcBef>
                          <a:spcPts val="0"/>
                        </a:spcBef>
                        <a:spcAft>
                          <a:spcPts val="0"/>
                        </a:spcAft>
                        <a:buNone/>
                      </a:pPr>
                      <a:r>
                        <a:rPr lang="en" sz="1100"/>
                        <a:t>04/20/26</a:t>
                      </a:r>
                      <a:endParaRPr sz="1100"/>
                    </a:p>
                  </a:txBody>
                  <a:tcPr marT="63500" marB="63500" marR="63500" marL="63500"/>
                </a:tc>
              </a:tr>
            </a:tbl>
          </a:graphicData>
        </a:graphic>
      </p:graphicFrame>
      <p:grpSp>
        <p:nvGrpSpPr>
          <p:cNvPr id="2299" name="Google Shape;2299;p78"/>
          <p:cNvGrpSpPr/>
          <p:nvPr/>
        </p:nvGrpSpPr>
        <p:grpSpPr>
          <a:xfrm rot="-5400000">
            <a:off x="198794" y="2432248"/>
            <a:ext cx="1796396" cy="290706"/>
            <a:chOff x="4404545" y="3301592"/>
            <a:chExt cx="782403" cy="129272"/>
          </a:xfrm>
        </p:grpSpPr>
        <p:sp>
          <p:nvSpPr>
            <p:cNvPr id="2300" name="Google Shape;2300;p78"/>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cap="flat" cmpd="sng" w="9525">
              <a:solidFill>
                <a:schemeClr val="dk2"/>
              </a:solidFill>
              <a:prstDash val="solid"/>
              <a:round/>
              <a:headEnd len="sm" w="sm" type="none"/>
              <a:tailEnd len="sm" w="sm" type="none"/>
            </a:ln>
          </p:spPr>
          <p:txBody>
            <a:bodyPr anchorCtr="0" anchor="ctr" bIns="173500" lIns="173500" spcFirstLastPara="1" rIns="173500" wrap="square" tIns="173500">
              <a:noAutofit/>
            </a:bodyPr>
            <a:lstStyle/>
            <a:p>
              <a:pPr indent="0" lvl="0" marL="0" rtl="0" algn="l">
                <a:spcBef>
                  <a:spcPts val="0"/>
                </a:spcBef>
                <a:spcAft>
                  <a:spcPts val="0"/>
                </a:spcAft>
                <a:buNone/>
              </a:pPr>
              <a:r>
                <a:t/>
              </a:r>
              <a:endParaRPr/>
            </a:p>
          </p:txBody>
        </p:sp>
        <p:sp>
          <p:nvSpPr>
            <p:cNvPr id="2301" name="Google Shape;2301;p78"/>
            <p:cNvSpPr/>
            <p:nvPr/>
          </p:nvSpPr>
          <p:spPr>
            <a:xfrm>
              <a:off x="4695209" y="3308364"/>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cap="flat" cmpd="sng" w="9525">
              <a:solidFill>
                <a:schemeClr val="dk2"/>
              </a:solidFill>
              <a:prstDash val="solid"/>
              <a:round/>
              <a:headEnd len="sm" w="sm" type="none"/>
              <a:tailEnd len="sm" w="sm" type="none"/>
            </a:ln>
          </p:spPr>
          <p:txBody>
            <a:bodyPr anchorCtr="0" anchor="ctr" bIns="173500" lIns="173500" spcFirstLastPara="1" rIns="173500" wrap="square" tIns="173500">
              <a:noAutofit/>
            </a:bodyPr>
            <a:lstStyle/>
            <a:p>
              <a:pPr indent="0" lvl="0" marL="0" rtl="0" algn="l">
                <a:spcBef>
                  <a:spcPts val="0"/>
                </a:spcBef>
                <a:spcAft>
                  <a:spcPts val="0"/>
                </a:spcAft>
                <a:buNone/>
              </a:pPr>
              <a:r>
                <a:t/>
              </a:r>
              <a:endParaRPr/>
            </a:p>
          </p:txBody>
        </p:sp>
      </p:grpSp>
      <p:sp>
        <p:nvSpPr>
          <p:cNvPr id="2302" name="Google Shape;2302;p78"/>
          <p:cNvSpPr/>
          <p:nvPr/>
        </p:nvSpPr>
        <p:spPr>
          <a:xfrm rot="-5400000">
            <a:off x="958904" y="2854983"/>
            <a:ext cx="276177" cy="260247"/>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cap="flat" cmpd="sng" w="9525">
            <a:solidFill>
              <a:schemeClr val="dk2"/>
            </a:solidFill>
            <a:prstDash val="solid"/>
            <a:round/>
            <a:headEnd len="sm" w="sm" type="none"/>
            <a:tailEnd len="sm" w="sm" type="none"/>
          </a:ln>
        </p:spPr>
        <p:txBody>
          <a:bodyPr anchorCtr="0" anchor="ctr" bIns="173500" lIns="173500" spcFirstLastPara="1" rIns="173500" wrap="square" tIns="173500">
            <a:noAutofit/>
          </a:bodyPr>
          <a:lstStyle/>
          <a:p>
            <a:pPr indent="0" lvl="0" marL="0" rtl="0" algn="l">
              <a:spcBef>
                <a:spcPts val="0"/>
              </a:spcBef>
              <a:spcAft>
                <a:spcPts val="0"/>
              </a:spcAft>
              <a:buNone/>
            </a:pPr>
            <a:r>
              <a:t/>
            </a:r>
            <a:endParaRPr/>
          </a:p>
        </p:txBody>
      </p:sp>
      <p:sp>
        <p:nvSpPr>
          <p:cNvPr id="2303" name="Google Shape;2303;p78"/>
          <p:cNvSpPr/>
          <p:nvPr/>
        </p:nvSpPr>
        <p:spPr>
          <a:xfrm rot="-5400000">
            <a:off x="958904" y="3158515"/>
            <a:ext cx="276177" cy="260247"/>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cap="flat" cmpd="sng" w="9525">
            <a:solidFill>
              <a:schemeClr val="dk2"/>
            </a:solidFill>
            <a:prstDash val="solid"/>
            <a:round/>
            <a:headEnd len="sm" w="sm" type="none"/>
            <a:tailEnd len="sm" w="sm" type="none"/>
          </a:ln>
        </p:spPr>
        <p:txBody>
          <a:bodyPr anchorCtr="0" anchor="ctr" bIns="173500" lIns="173500" spcFirstLastPara="1" rIns="173500" wrap="square" tIns="173500">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
        <p:nvSpPr>
          <p:cNvPr id="2308" name="Google Shape;2308;p79"/>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Vision For Product Demonstration</a:t>
            </a:r>
            <a:endParaRPr/>
          </a:p>
        </p:txBody>
      </p:sp>
      <p:sp>
        <p:nvSpPr>
          <p:cNvPr id="2309" name="Google Shape;2309;p79"/>
          <p:cNvSpPr txBox="1"/>
          <p:nvPr/>
        </p:nvSpPr>
        <p:spPr>
          <a:xfrm>
            <a:off x="765650" y="1284700"/>
            <a:ext cx="6858000" cy="325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Open Sans"/>
                <a:ea typeface="Open Sans"/>
                <a:cs typeface="Open Sans"/>
                <a:sym typeface="Open Sans"/>
              </a:rPr>
              <a:t>Our goal was to clearly demonstrate the connection between the smart home system and the practical benefits it provides to the user. The demonstration was designed around realistic scenarios that show how the system can assist with energy savings, home monitoring, and user convenience. By walking through these scenarios, the audience can easily understand how the system observes user behavior and provides helpful recommendations or alerts.</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1200"/>
              </a:spcAft>
              <a:buNone/>
            </a:pPr>
            <a:r>
              <a:t/>
            </a:r>
            <a:endParaRPr sz="1200">
              <a:solidFill>
                <a:schemeClr val="dk1"/>
              </a:solidFill>
              <a:latin typeface="Open Sans"/>
              <a:ea typeface="Open Sans"/>
              <a:cs typeface="Open Sans"/>
              <a:sym typeface="Open Sans"/>
            </a:endParaRPr>
          </a:p>
        </p:txBody>
      </p:sp>
      <p:grpSp>
        <p:nvGrpSpPr>
          <p:cNvPr id="2310" name="Google Shape;2310;p79"/>
          <p:cNvGrpSpPr/>
          <p:nvPr/>
        </p:nvGrpSpPr>
        <p:grpSpPr>
          <a:xfrm>
            <a:off x="7610080" y="3424717"/>
            <a:ext cx="1302594" cy="854348"/>
            <a:chOff x="6198656" y="3867888"/>
            <a:chExt cx="347562" cy="227954"/>
          </a:xfrm>
        </p:grpSpPr>
        <p:sp>
          <p:nvSpPr>
            <p:cNvPr id="2311" name="Google Shape;2311;p79"/>
            <p:cNvSpPr/>
            <p:nvPr/>
          </p:nvSpPr>
          <p:spPr>
            <a:xfrm>
              <a:off x="6198656" y="3867888"/>
              <a:ext cx="347562" cy="227954"/>
            </a:xfrm>
            <a:custGeom>
              <a:rect b="b" l="l" r="r" t="t"/>
              <a:pathLst>
                <a:path extrusionOk="0" h="8723" w="13300">
                  <a:moveTo>
                    <a:pt x="453" y="1"/>
                  </a:moveTo>
                  <a:cubicBezTo>
                    <a:pt x="203" y="1"/>
                    <a:pt x="1" y="212"/>
                    <a:pt x="1" y="462"/>
                  </a:cubicBezTo>
                  <a:lnTo>
                    <a:pt x="1" y="8261"/>
                  </a:lnTo>
                  <a:cubicBezTo>
                    <a:pt x="1" y="8521"/>
                    <a:pt x="203" y="8723"/>
                    <a:pt x="453" y="8723"/>
                  </a:cubicBezTo>
                  <a:lnTo>
                    <a:pt x="12848" y="8723"/>
                  </a:lnTo>
                  <a:cubicBezTo>
                    <a:pt x="13098" y="8723"/>
                    <a:pt x="13300" y="8521"/>
                    <a:pt x="13300" y="8261"/>
                  </a:cubicBezTo>
                  <a:lnTo>
                    <a:pt x="13300" y="462"/>
                  </a:lnTo>
                  <a:cubicBezTo>
                    <a:pt x="13300" y="212"/>
                    <a:pt x="13098" y="1"/>
                    <a:pt x="12848" y="1"/>
                  </a:cubicBezTo>
                  <a:close/>
                </a:path>
              </a:pathLst>
            </a:custGeom>
            <a:solidFill>
              <a:srgbClr val="F5F7F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2" name="Google Shape;2312;p79"/>
            <p:cNvSpPr/>
            <p:nvPr/>
          </p:nvSpPr>
          <p:spPr>
            <a:xfrm>
              <a:off x="6234353" y="3885998"/>
              <a:ext cx="275933" cy="191760"/>
            </a:xfrm>
            <a:custGeom>
              <a:rect b="b" l="l" r="r" t="t"/>
              <a:pathLst>
                <a:path extrusionOk="0" h="7338" w="10559">
                  <a:moveTo>
                    <a:pt x="231" y="0"/>
                  </a:moveTo>
                  <a:cubicBezTo>
                    <a:pt x="106" y="0"/>
                    <a:pt x="0" y="106"/>
                    <a:pt x="0" y="231"/>
                  </a:cubicBezTo>
                  <a:lnTo>
                    <a:pt x="0" y="7116"/>
                  </a:lnTo>
                  <a:cubicBezTo>
                    <a:pt x="0" y="7241"/>
                    <a:pt x="106" y="7337"/>
                    <a:pt x="231" y="7337"/>
                  </a:cubicBezTo>
                  <a:lnTo>
                    <a:pt x="10328" y="7337"/>
                  </a:lnTo>
                  <a:cubicBezTo>
                    <a:pt x="10462" y="7337"/>
                    <a:pt x="10558" y="7241"/>
                    <a:pt x="10558" y="7116"/>
                  </a:cubicBezTo>
                  <a:lnTo>
                    <a:pt x="10558" y="231"/>
                  </a:lnTo>
                  <a:cubicBezTo>
                    <a:pt x="10558" y="106"/>
                    <a:pt x="10462" y="0"/>
                    <a:pt x="10328" y="0"/>
                  </a:cubicBezTo>
                  <a:close/>
                </a:path>
              </a:pathLst>
            </a:custGeom>
            <a:solidFill>
              <a:schemeClr val="lt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3" name="Google Shape;2313;p79"/>
            <p:cNvSpPr/>
            <p:nvPr/>
          </p:nvSpPr>
          <p:spPr>
            <a:xfrm>
              <a:off x="6210468" y="3970119"/>
              <a:ext cx="12335" cy="23964"/>
            </a:xfrm>
            <a:custGeom>
              <a:rect b="b" l="l" r="r" t="t"/>
              <a:pathLst>
                <a:path extrusionOk="0" h="917" w="472">
                  <a:moveTo>
                    <a:pt x="231" y="0"/>
                  </a:moveTo>
                  <a:cubicBezTo>
                    <a:pt x="116" y="0"/>
                    <a:pt x="1" y="75"/>
                    <a:pt x="1" y="224"/>
                  </a:cubicBezTo>
                  <a:lnTo>
                    <a:pt x="1" y="685"/>
                  </a:lnTo>
                  <a:cubicBezTo>
                    <a:pt x="1" y="810"/>
                    <a:pt x="106" y="916"/>
                    <a:pt x="231" y="916"/>
                  </a:cubicBezTo>
                  <a:cubicBezTo>
                    <a:pt x="366" y="916"/>
                    <a:pt x="472" y="810"/>
                    <a:pt x="462" y="676"/>
                  </a:cubicBezTo>
                  <a:lnTo>
                    <a:pt x="462" y="224"/>
                  </a:lnTo>
                  <a:cubicBezTo>
                    <a:pt x="462" y="75"/>
                    <a:pt x="347" y="0"/>
                    <a:pt x="231" y="0"/>
                  </a:cubicBezTo>
                  <a:close/>
                </a:path>
              </a:pathLst>
            </a:custGeom>
            <a:solidFill>
              <a:srgbClr val="C0CDD5"/>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4" name="Google Shape;2314;p79"/>
            <p:cNvSpPr/>
            <p:nvPr/>
          </p:nvSpPr>
          <p:spPr>
            <a:xfrm>
              <a:off x="6522333" y="3963899"/>
              <a:ext cx="12073" cy="35958"/>
            </a:xfrm>
            <a:custGeom>
              <a:rect b="b" l="l" r="r" t="t"/>
              <a:pathLst>
                <a:path extrusionOk="0" h="1376" w="462">
                  <a:moveTo>
                    <a:pt x="231" y="0"/>
                  </a:moveTo>
                  <a:cubicBezTo>
                    <a:pt x="115" y="0"/>
                    <a:pt x="0" y="77"/>
                    <a:pt x="0" y="231"/>
                  </a:cubicBezTo>
                  <a:lnTo>
                    <a:pt x="0" y="1144"/>
                  </a:lnTo>
                  <a:cubicBezTo>
                    <a:pt x="0" y="1279"/>
                    <a:pt x="106" y="1375"/>
                    <a:pt x="231" y="1375"/>
                  </a:cubicBezTo>
                  <a:cubicBezTo>
                    <a:pt x="356" y="1375"/>
                    <a:pt x="452" y="1279"/>
                    <a:pt x="462" y="1154"/>
                  </a:cubicBezTo>
                  <a:lnTo>
                    <a:pt x="462" y="231"/>
                  </a:lnTo>
                  <a:cubicBezTo>
                    <a:pt x="462" y="77"/>
                    <a:pt x="346" y="0"/>
                    <a:pt x="231" y="0"/>
                  </a:cubicBezTo>
                  <a:close/>
                </a:path>
              </a:pathLst>
            </a:custGeom>
            <a:solidFill>
              <a:srgbClr val="C0CDD5"/>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5" name="Google Shape;2315;p79"/>
            <p:cNvSpPr/>
            <p:nvPr/>
          </p:nvSpPr>
          <p:spPr>
            <a:xfrm>
              <a:off x="6520321" y="3885998"/>
              <a:ext cx="16098" cy="12073"/>
            </a:xfrm>
            <a:custGeom>
              <a:rect b="b" l="l" r="r" t="t"/>
              <a:pathLst>
                <a:path extrusionOk="0" h="462" w="616">
                  <a:moveTo>
                    <a:pt x="308" y="0"/>
                  </a:moveTo>
                  <a:cubicBezTo>
                    <a:pt x="0" y="0"/>
                    <a:pt x="0" y="462"/>
                    <a:pt x="308" y="462"/>
                  </a:cubicBezTo>
                  <a:cubicBezTo>
                    <a:pt x="616" y="462"/>
                    <a:pt x="616" y="0"/>
                    <a:pt x="308" y="0"/>
                  </a:cubicBezTo>
                  <a:close/>
                </a:path>
              </a:pathLst>
            </a:custGeom>
            <a:solidFill>
              <a:srgbClr val="808F9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6" name="Google Shape;2316;p79"/>
            <p:cNvSpPr/>
            <p:nvPr/>
          </p:nvSpPr>
          <p:spPr>
            <a:xfrm>
              <a:off x="6210468" y="3940014"/>
              <a:ext cx="12099" cy="17875"/>
            </a:xfrm>
            <a:custGeom>
              <a:rect b="b" l="l" r="r" t="t"/>
              <a:pathLst>
                <a:path extrusionOk="0" h="684" w="463">
                  <a:moveTo>
                    <a:pt x="231" y="1"/>
                  </a:moveTo>
                  <a:cubicBezTo>
                    <a:pt x="116" y="1"/>
                    <a:pt x="1" y="78"/>
                    <a:pt x="1" y="231"/>
                  </a:cubicBezTo>
                  <a:lnTo>
                    <a:pt x="1" y="453"/>
                  </a:lnTo>
                  <a:cubicBezTo>
                    <a:pt x="1" y="587"/>
                    <a:pt x="106" y="683"/>
                    <a:pt x="231" y="683"/>
                  </a:cubicBezTo>
                  <a:cubicBezTo>
                    <a:pt x="356" y="683"/>
                    <a:pt x="462" y="587"/>
                    <a:pt x="462" y="453"/>
                  </a:cubicBezTo>
                  <a:lnTo>
                    <a:pt x="462" y="231"/>
                  </a:lnTo>
                  <a:cubicBezTo>
                    <a:pt x="462" y="78"/>
                    <a:pt x="347" y="1"/>
                    <a:pt x="231" y="1"/>
                  </a:cubicBezTo>
                  <a:close/>
                </a:path>
              </a:pathLst>
            </a:custGeom>
            <a:solidFill>
              <a:srgbClr val="D3DCE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7" name="Google Shape;2317;p79"/>
            <p:cNvSpPr/>
            <p:nvPr/>
          </p:nvSpPr>
          <p:spPr>
            <a:xfrm>
              <a:off x="6210468" y="4005842"/>
              <a:ext cx="12099" cy="18136"/>
            </a:xfrm>
            <a:custGeom>
              <a:rect b="b" l="l" r="r" t="t"/>
              <a:pathLst>
                <a:path extrusionOk="0" h="694" w="463">
                  <a:moveTo>
                    <a:pt x="231" y="1"/>
                  </a:moveTo>
                  <a:cubicBezTo>
                    <a:pt x="116" y="1"/>
                    <a:pt x="1" y="78"/>
                    <a:pt x="1" y="232"/>
                  </a:cubicBezTo>
                  <a:lnTo>
                    <a:pt x="1" y="463"/>
                  </a:lnTo>
                  <a:cubicBezTo>
                    <a:pt x="1" y="588"/>
                    <a:pt x="106" y="693"/>
                    <a:pt x="231" y="693"/>
                  </a:cubicBezTo>
                  <a:cubicBezTo>
                    <a:pt x="356" y="693"/>
                    <a:pt x="462" y="588"/>
                    <a:pt x="462" y="463"/>
                  </a:cubicBezTo>
                  <a:lnTo>
                    <a:pt x="462" y="232"/>
                  </a:lnTo>
                  <a:cubicBezTo>
                    <a:pt x="462" y="78"/>
                    <a:pt x="347" y="1"/>
                    <a:pt x="231" y="1"/>
                  </a:cubicBezTo>
                  <a:close/>
                </a:path>
              </a:pathLst>
            </a:custGeom>
            <a:solidFill>
              <a:srgbClr val="D3DCE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8" name="Google Shape;2318;p79"/>
            <p:cNvSpPr/>
            <p:nvPr/>
          </p:nvSpPr>
          <p:spPr>
            <a:xfrm>
              <a:off x="6312489" y="3915894"/>
              <a:ext cx="119896" cy="95776"/>
            </a:xfrm>
            <a:custGeom>
              <a:rect b="b" l="l" r="r" t="t"/>
              <a:pathLst>
                <a:path extrusionOk="0" h="3665" w="4588">
                  <a:moveTo>
                    <a:pt x="1841" y="1063"/>
                  </a:moveTo>
                  <a:cubicBezTo>
                    <a:pt x="1875" y="1063"/>
                    <a:pt x="1910" y="1070"/>
                    <a:pt x="1943" y="1087"/>
                  </a:cubicBezTo>
                  <a:lnTo>
                    <a:pt x="3030" y="1635"/>
                  </a:lnTo>
                  <a:cubicBezTo>
                    <a:pt x="3193" y="1722"/>
                    <a:pt x="3203" y="1953"/>
                    <a:pt x="3039" y="2049"/>
                  </a:cubicBezTo>
                  <a:lnTo>
                    <a:pt x="3030" y="2049"/>
                  </a:lnTo>
                  <a:lnTo>
                    <a:pt x="1943" y="2597"/>
                  </a:lnTo>
                  <a:cubicBezTo>
                    <a:pt x="1910" y="2613"/>
                    <a:pt x="1875" y="2621"/>
                    <a:pt x="1841" y="2621"/>
                  </a:cubicBezTo>
                  <a:cubicBezTo>
                    <a:pt x="1719" y="2621"/>
                    <a:pt x="1607" y="2521"/>
                    <a:pt x="1607" y="2385"/>
                  </a:cubicBezTo>
                  <a:lnTo>
                    <a:pt x="1607" y="1299"/>
                  </a:lnTo>
                  <a:cubicBezTo>
                    <a:pt x="1607" y="1163"/>
                    <a:pt x="1719" y="1063"/>
                    <a:pt x="1841" y="1063"/>
                  </a:cubicBezTo>
                  <a:close/>
                  <a:moveTo>
                    <a:pt x="914" y="0"/>
                  </a:moveTo>
                  <a:cubicBezTo>
                    <a:pt x="414" y="0"/>
                    <a:pt x="1" y="414"/>
                    <a:pt x="1" y="924"/>
                  </a:cubicBezTo>
                  <a:lnTo>
                    <a:pt x="1" y="2751"/>
                  </a:lnTo>
                  <a:cubicBezTo>
                    <a:pt x="1" y="3260"/>
                    <a:pt x="414" y="3664"/>
                    <a:pt x="914" y="3664"/>
                  </a:cubicBezTo>
                  <a:lnTo>
                    <a:pt x="3674" y="3664"/>
                  </a:lnTo>
                  <a:cubicBezTo>
                    <a:pt x="4174" y="3664"/>
                    <a:pt x="4587" y="3260"/>
                    <a:pt x="4587" y="2751"/>
                  </a:cubicBezTo>
                  <a:lnTo>
                    <a:pt x="4587" y="924"/>
                  </a:lnTo>
                  <a:cubicBezTo>
                    <a:pt x="4587" y="414"/>
                    <a:pt x="4174" y="0"/>
                    <a:pt x="3674" y="0"/>
                  </a:cubicBezTo>
                  <a:close/>
                </a:path>
              </a:pathLst>
            </a:custGeom>
            <a:solidFill>
              <a:srgbClr val="FFFFF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19" name="Google Shape;2319;p79"/>
            <p:cNvSpPr/>
            <p:nvPr/>
          </p:nvSpPr>
          <p:spPr>
            <a:xfrm>
              <a:off x="6252437" y="4035764"/>
              <a:ext cx="240001" cy="12073"/>
            </a:xfrm>
            <a:custGeom>
              <a:rect b="b" l="l" r="r" t="t"/>
              <a:pathLst>
                <a:path extrusionOk="0" h="462" w="9184">
                  <a:moveTo>
                    <a:pt x="231" y="0"/>
                  </a:moveTo>
                  <a:cubicBezTo>
                    <a:pt x="106" y="0"/>
                    <a:pt x="0" y="106"/>
                    <a:pt x="0" y="231"/>
                  </a:cubicBezTo>
                  <a:cubicBezTo>
                    <a:pt x="0" y="356"/>
                    <a:pt x="106" y="462"/>
                    <a:pt x="231" y="462"/>
                  </a:cubicBezTo>
                  <a:lnTo>
                    <a:pt x="8953" y="462"/>
                  </a:lnTo>
                  <a:cubicBezTo>
                    <a:pt x="9078" y="462"/>
                    <a:pt x="9184" y="356"/>
                    <a:pt x="9184" y="231"/>
                  </a:cubicBezTo>
                  <a:cubicBezTo>
                    <a:pt x="9184" y="106"/>
                    <a:pt x="9078" y="0"/>
                    <a:pt x="8953" y="0"/>
                  </a:cubicBezTo>
                  <a:close/>
                </a:path>
              </a:pathLst>
            </a:custGeom>
            <a:solidFill>
              <a:srgbClr val="8D9BA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20" name="Google Shape;2320;p79"/>
            <p:cNvSpPr/>
            <p:nvPr/>
          </p:nvSpPr>
          <p:spPr>
            <a:xfrm>
              <a:off x="6252437" y="4035764"/>
              <a:ext cx="54042" cy="12073"/>
            </a:xfrm>
            <a:custGeom>
              <a:rect b="b" l="l" r="r" t="t"/>
              <a:pathLst>
                <a:path extrusionOk="0" h="462" w="2068">
                  <a:moveTo>
                    <a:pt x="231" y="0"/>
                  </a:moveTo>
                  <a:cubicBezTo>
                    <a:pt x="106" y="0"/>
                    <a:pt x="0" y="106"/>
                    <a:pt x="0" y="231"/>
                  </a:cubicBezTo>
                  <a:cubicBezTo>
                    <a:pt x="0" y="356"/>
                    <a:pt x="106" y="462"/>
                    <a:pt x="231" y="462"/>
                  </a:cubicBezTo>
                  <a:lnTo>
                    <a:pt x="2068" y="462"/>
                  </a:lnTo>
                  <a:lnTo>
                    <a:pt x="2068" y="0"/>
                  </a:lnTo>
                  <a:close/>
                </a:path>
              </a:pathLst>
            </a:custGeom>
            <a:solidFill>
              <a:srgbClr val="F5F7F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21" name="Google Shape;2321;p79"/>
            <p:cNvSpPr/>
            <p:nvPr/>
          </p:nvSpPr>
          <p:spPr>
            <a:xfrm>
              <a:off x="6294406" y="4029727"/>
              <a:ext cx="24146" cy="24146"/>
            </a:xfrm>
            <a:custGeom>
              <a:rect b="b" l="l" r="r" t="t"/>
              <a:pathLst>
                <a:path extrusionOk="0" h="924" w="924">
                  <a:moveTo>
                    <a:pt x="462" y="1"/>
                  </a:moveTo>
                  <a:cubicBezTo>
                    <a:pt x="212" y="1"/>
                    <a:pt x="0" y="212"/>
                    <a:pt x="0" y="462"/>
                  </a:cubicBezTo>
                  <a:cubicBezTo>
                    <a:pt x="0" y="722"/>
                    <a:pt x="212" y="924"/>
                    <a:pt x="462" y="924"/>
                  </a:cubicBezTo>
                  <a:cubicBezTo>
                    <a:pt x="712" y="924"/>
                    <a:pt x="923" y="722"/>
                    <a:pt x="923" y="462"/>
                  </a:cubicBezTo>
                  <a:cubicBezTo>
                    <a:pt x="923" y="212"/>
                    <a:pt x="712" y="1"/>
                    <a:pt x="462" y="1"/>
                  </a:cubicBezTo>
                  <a:close/>
                </a:path>
              </a:pathLst>
            </a:custGeom>
            <a:solidFill>
              <a:srgbClr val="FFFFF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p80"/>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Vision For Product Demonstration</a:t>
            </a:r>
            <a:endParaRPr/>
          </a:p>
        </p:txBody>
      </p:sp>
      <p:sp>
        <p:nvSpPr>
          <p:cNvPr id="2327" name="Google Shape;2327;p80"/>
          <p:cNvSpPr txBox="1"/>
          <p:nvPr/>
        </p:nvSpPr>
        <p:spPr>
          <a:xfrm>
            <a:off x="765650" y="1284700"/>
            <a:ext cx="6858000" cy="325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Open Sans"/>
                <a:ea typeface="Open Sans"/>
                <a:cs typeface="Open Sans"/>
                <a:sym typeface="Open Sans"/>
              </a:rPr>
              <a:t>Examples:</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1200">
                <a:solidFill>
                  <a:schemeClr val="dk1"/>
                </a:solidFill>
                <a:latin typeface="Open Sans"/>
                <a:ea typeface="Open Sans"/>
                <a:cs typeface="Open Sans"/>
                <a:sym typeface="Open Sans"/>
              </a:rPr>
              <a:t>Energy saving</a:t>
            </a:r>
            <a:r>
              <a:rPr lang="en" sz="1200">
                <a:solidFill>
                  <a:schemeClr val="dk1"/>
                </a:solidFill>
                <a:latin typeface="Open Sans"/>
                <a:ea typeface="Open Sans"/>
                <a:cs typeface="Open Sans"/>
                <a:sym typeface="Open Sans"/>
              </a:rPr>
              <a:t>: We will train the model to know information such as cheapest electricity times, allowing you to “</a:t>
            </a:r>
            <a:r>
              <a:rPr i="1" lang="en" sz="1200">
                <a:solidFill>
                  <a:schemeClr val="dk1"/>
                </a:solidFill>
                <a:latin typeface="Open Sans"/>
                <a:ea typeface="Open Sans"/>
                <a:cs typeface="Open Sans"/>
                <a:sym typeface="Open Sans"/>
              </a:rPr>
              <a:t>set</a:t>
            </a:r>
            <a:r>
              <a:rPr lang="en" sz="1200">
                <a:solidFill>
                  <a:schemeClr val="dk1"/>
                </a:solidFill>
                <a:latin typeface="Open Sans"/>
                <a:ea typeface="Open Sans"/>
                <a:cs typeface="Open Sans"/>
                <a:sym typeface="Open Sans"/>
              </a:rPr>
              <a:t>” your dryer and have it run when electricity is the cheapest overnight.</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1200">
                <a:solidFill>
                  <a:schemeClr val="dk1"/>
                </a:solidFill>
                <a:latin typeface="Open Sans"/>
                <a:ea typeface="Open Sans"/>
                <a:cs typeface="Open Sans"/>
                <a:sym typeface="Open Sans"/>
              </a:rPr>
              <a:t>Security</a:t>
            </a:r>
            <a:r>
              <a:rPr lang="en" sz="1200">
                <a:solidFill>
                  <a:schemeClr val="dk1"/>
                </a:solidFill>
                <a:latin typeface="Open Sans"/>
                <a:ea typeface="Open Sans"/>
                <a:cs typeface="Open Sans"/>
                <a:sym typeface="Open Sans"/>
              </a:rPr>
              <a:t>: We intend to implement a “</a:t>
            </a:r>
            <a:r>
              <a:rPr i="1" lang="en" sz="1200">
                <a:solidFill>
                  <a:schemeClr val="dk1"/>
                </a:solidFill>
                <a:latin typeface="Open Sans"/>
                <a:ea typeface="Open Sans"/>
                <a:cs typeface="Open Sans"/>
                <a:sym typeface="Open Sans"/>
              </a:rPr>
              <a:t>vacation mode</a:t>
            </a:r>
            <a:r>
              <a:rPr lang="en" sz="1200">
                <a:solidFill>
                  <a:schemeClr val="dk1"/>
                </a:solidFill>
                <a:latin typeface="Open Sans"/>
                <a:ea typeface="Open Sans"/>
                <a:cs typeface="Open Sans"/>
                <a:sym typeface="Open Sans"/>
              </a:rPr>
              <a:t>”. When the user indicates they are out of the house for a prolonged period of time, the smart home can process data differently and alert the user of any unexpected movement or sound.</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1200">
                <a:solidFill>
                  <a:schemeClr val="dk1"/>
                </a:solidFill>
                <a:latin typeface="Open Sans"/>
                <a:ea typeface="Open Sans"/>
                <a:cs typeface="Open Sans"/>
                <a:sym typeface="Open Sans"/>
              </a:rPr>
              <a:t>Convenience</a:t>
            </a:r>
            <a:r>
              <a:rPr lang="en" sz="1200">
                <a:solidFill>
                  <a:schemeClr val="dk1"/>
                </a:solidFill>
                <a:latin typeface="Open Sans"/>
                <a:ea typeface="Open Sans"/>
                <a:cs typeface="Open Sans"/>
                <a:sym typeface="Open Sans"/>
              </a:rPr>
              <a:t>: The system will be able to detect movement in a room without lights on when it knows the user is home, and based on </a:t>
            </a:r>
            <a:r>
              <a:rPr lang="en" sz="1200">
                <a:solidFill>
                  <a:schemeClr val="dk1"/>
                </a:solidFill>
                <a:latin typeface="Open Sans"/>
                <a:ea typeface="Open Sans"/>
                <a:cs typeface="Open Sans"/>
                <a:sym typeface="Open Sans"/>
              </a:rPr>
              <a:t>this data can turn on the lights or </a:t>
            </a:r>
            <a:r>
              <a:rPr i="1" lang="en" sz="1200">
                <a:solidFill>
                  <a:schemeClr val="dk1"/>
                </a:solidFill>
                <a:latin typeface="Open Sans"/>
                <a:ea typeface="Open Sans"/>
                <a:cs typeface="Open Sans"/>
                <a:sym typeface="Open Sans"/>
              </a:rPr>
              <a:t>any</a:t>
            </a:r>
            <a:r>
              <a:rPr lang="en" sz="1200">
                <a:solidFill>
                  <a:schemeClr val="dk1"/>
                </a:solidFill>
                <a:latin typeface="Open Sans"/>
                <a:ea typeface="Open Sans"/>
                <a:cs typeface="Open Sans"/>
                <a:sym typeface="Open Sans"/>
              </a:rPr>
              <a:t> devices connected to the smart home.</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1200"/>
              </a:spcAft>
              <a:buNone/>
            </a:pPr>
            <a:r>
              <a:t/>
            </a:r>
            <a:endParaRPr sz="1200">
              <a:solidFill>
                <a:schemeClr val="dk1"/>
              </a:solidFill>
              <a:latin typeface="Open Sans"/>
              <a:ea typeface="Open Sans"/>
              <a:cs typeface="Open Sans"/>
              <a:sym typeface="Open Sans"/>
            </a:endParaRPr>
          </a:p>
        </p:txBody>
      </p:sp>
      <p:grpSp>
        <p:nvGrpSpPr>
          <p:cNvPr id="2328" name="Google Shape;2328;p80"/>
          <p:cNvGrpSpPr/>
          <p:nvPr/>
        </p:nvGrpSpPr>
        <p:grpSpPr>
          <a:xfrm>
            <a:off x="7610080" y="3424717"/>
            <a:ext cx="1302594" cy="854348"/>
            <a:chOff x="6198656" y="3867888"/>
            <a:chExt cx="347562" cy="227954"/>
          </a:xfrm>
        </p:grpSpPr>
        <p:sp>
          <p:nvSpPr>
            <p:cNvPr id="2329" name="Google Shape;2329;p80"/>
            <p:cNvSpPr/>
            <p:nvPr/>
          </p:nvSpPr>
          <p:spPr>
            <a:xfrm>
              <a:off x="6198656" y="3867888"/>
              <a:ext cx="347562" cy="227954"/>
            </a:xfrm>
            <a:custGeom>
              <a:rect b="b" l="l" r="r" t="t"/>
              <a:pathLst>
                <a:path extrusionOk="0" h="8723" w="13300">
                  <a:moveTo>
                    <a:pt x="453" y="1"/>
                  </a:moveTo>
                  <a:cubicBezTo>
                    <a:pt x="203" y="1"/>
                    <a:pt x="1" y="212"/>
                    <a:pt x="1" y="462"/>
                  </a:cubicBezTo>
                  <a:lnTo>
                    <a:pt x="1" y="8261"/>
                  </a:lnTo>
                  <a:cubicBezTo>
                    <a:pt x="1" y="8521"/>
                    <a:pt x="203" y="8723"/>
                    <a:pt x="453" y="8723"/>
                  </a:cubicBezTo>
                  <a:lnTo>
                    <a:pt x="12848" y="8723"/>
                  </a:lnTo>
                  <a:cubicBezTo>
                    <a:pt x="13098" y="8723"/>
                    <a:pt x="13300" y="8521"/>
                    <a:pt x="13300" y="8261"/>
                  </a:cubicBezTo>
                  <a:lnTo>
                    <a:pt x="13300" y="462"/>
                  </a:lnTo>
                  <a:cubicBezTo>
                    <a:pt x="13300" y="212"/>
                    <a:pt x="13098" y="1"/>
                    <a:pt x="12848" y="1"/>
                  </a:cubicBezTo>
                  <a:close/>
                </a:path>
              </a:pathLst>
            </a:custGeom>
            <a:solidFill>
              <a:srgbClr val="F5F7F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0" name="Google Shape;2330;p80"/>
            <p:cNvSpPr/>
            <p:nvPr/>
          </p:nvSpPr>
          <p:spPr>
            <a:xfrm>
              <a:off x="6234353" y="3885998"/>
              <a:ext cx="275933" cy="191760"/>
            </a:xfrm>
            <a:custGeom>
              <a:rect b="b" l="l" r="r" t="t"/>
              <a:pathLst>
                <a:path extrusionOk="0" h="7338" w="10559">
                  <a:moveTo>
                    <a:pt x="231" y="0"/>
                  </a:moveTo>
                  <a:cubicBezTo>
                    <a:pt x="106" y="0"/>
                    <a:pt x="0" y="106"/>
                    <a:pt x="0" y="231"/>
                  </a:cubicBezTo>
                  <a:lnTo>
                    <a:pt x="0" y="7116"/>
                  </a:lnTo>
                  <a:cubicBezTo>
                    <a:pt x="0" y="7241"/>
                    <a:pt x="106" y="7337"/>
                    <a:pt x="231" y="7337"/>
                  </a:cubicBezTo>
                  <a:lnTo>
                    <a:pt x="10328" y="7337"/>
                  </a:lnTo>
                  <a:cubicBezTo>
                    <a:pt x="10462" y="7337"/>
                    <a:pt x="10558" y="7241"/>
                    <a:pt x="10558" y="7116"/>
                  </a:cubicBezTo>
                  <a:lnTo>
                    <a:pt x="10558" y="231"/>
                  </a:lnTo>
                  <a:cubicBezTo>
                    <a:pt x="10558" y="106"/>
                    <a:pt x="10462" y="0"/>
                    <a:pt x="10328" y="0"/>
                  </a:cubicBezTo>
                  <a:close/>
                </a:path>
              </a:pathLst>
            </a:custGeom>
            <a:solidFill>
              <a:schemeClr val="lt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1" name="Google Shape;2331;p80"/>
            <p:cNvSpPr/>
            <p:nvPr/>
          </p:nvSpPr>
          <p:spPr>
            <a:xfrm>
              <a:off x="6210468" y="3970119"/>
              <a:ext cx="12335" cy="23964"/>
            </a:xfrm>
            <a:custGeom>
              <a:rect b="b" l="l" r="r" t="t"/>
              <a:pathLst>
                <a:path extrusionOk="0" h="917" w="472">
                  <a:moveTo>
                    <a:pt x="231" y="0"/>
                  </a:moveTo>
                  <a:cubicBezTo>
                    <a:pt x="116" y="0"/>
                    <a:pt x="1" y="75"/>
                    <a:pt x="1" y="224"/>
                  </a:cubicBezTo>
                  <a:lnTo>
                    <a:pt x="1" y="685"/>
                  </a:lnTo>
                  <a:cubicBezTo>
                    <a:pt x="1" y="810"/>
                    <a:pt x="106" y="916"/>
                    <a:pt x="231" y="916"/>
                  </a:cubicBezTo>
                  <a:cubicBezTo>
                    <a:pt x="366" y="916"/>
                    <a:pt x="472" y="810"/>
                    <a:pt x="462" y="676"/>
                  </a:cubicBezTo>
                  <a:lnTo>
                    <a:pt x="462" y="224"/>
                  </a:lnTo>
                  <a:cubicBezTo>
                    <a:pt x="462" y="75"/>
                    <a:pt x="347" y="0"/>
                    <a:pt x="231" y="0"/>
                  </a:cubicBezTo>
                  <a:close/>
                </a:path>
              </a:pathLst>
            </a:custGeom>
            <a:solidFill>
              <a:srgbClr val="C0CDD5"/>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2" name="Google Shape;2332;p80"/>
            <p:cNvSpPr/>
            <p:nvPr/>
          </p:nvSpPr>
          <p:spPr>
            <a:xfrm>
              <a:off x="6522333" y="3963899"/>
              <a:ext cx="12073" cy="35958"/>
            </a:xfrm>
            <a:custGeom>
              <a:rect b="b" l="l" r="r" t="t"/>
              <a:pathLst>
                <a:path extrusionOk="0" h="1376" w="462">
                  <a:moveTo>
                    <a:pt x="231" y="0"/>
                  </a:moveTo>
                  <a:cubicBezTo>
                    <a:pt x="115" y="0"/>
                    <a:pt x="0" y="77"/>
                    <a:pt x="0" y="231"/>
                  </a:cubicBezTo>
                  <a:lnTo>
                    <a:pt x="0" y="1144"/>
                  </a:lnTo>
                  <a:cubicBezTo>
                    <a:pt x="0" y="1279"/>
                    <a:pt x="106" y="1375"/>
                    <a:pt x="231" y="1375"/>
                  </a:cubicBezTo>
                  <a:cubicBezTo>
                    <a:pt x="356" y="1375"/>
                    <a:pt x="452" y="1279"/>
                    <a:pt x="462" y="1154"/>
                  </a:cubicBezTo>
                  <a:lnTo>
                    <a:pt x="462" y="231"/>
                  </a:lnTo>
                  <a:cubicBezTo>
                    <a:pt x="462" y="77"/>
                    <a:pt x="346" y="0"/>
                    <a:pt x="231" y="0"/>
                  </a:cubicBezTo>
                  <a:close/>
                </a:path>
              </a:pathLst>
            </a:custGeom>
            <a:solidFill>
              <a:srgbClr val="C0CDD5"/>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3" name="Google Shape;2333;p80"/>
            <p:cNvSpPr/>
            <p:nvPr/>
          </p:nvSpPr>
          <p:spPr>
            <a:xfrm>
              <a:off x="6520321" y="3885998"/>
              <a:ext cx="16098" cy="12073"/>
            </a:xfrm>
            <a:custGeom>
              <a:rect b="b" l="l" r="r" t="t"/>
              <a:pathLst>
                <a:path extrusionOk="0" h="462" w="616">
                  <a:moveTo>
                    <a:pt x="308" y="0"/>
                  </a:moveTo>
                  <a:cubicBezTo>
                    <a:pt x="0" y="0"/>
                    <a:pt x="0" y="462"/>
                    <a:pt x="308" y="462"/>
                  </a:cubicBezTo>
                  <a:cubicBezTo>
                    <a:pt x="616" y="462"/>
                    <a:pt x="616" y="0"/>
                    <a:pt x="308" y="0"/>
                  </a:cubicBezTo>
                  <a:close/>
                </a:path>
              </a:pathLst>
            </a:custGeom>
            <a:solidFill>
              <a:srgbClr val="808F9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4" name="Google Shape;2334;p80"/>
            <p:cNvSpPr/>
            <p:nvPr/>
          </p:nvSpPr>
          <p:spPr>
            <a:xfrm>
              <a:off x="6210468" y="3940014"/>
              <a:ext cx="12099" cy="17875"/>
            </a:xfrm>
            <a:custGeom>
              <a:rect b="b" l="l" r="r" t="t"/>
              <a:pathLst>
                <a:path extrusionOk="0" h="684" w="463">
                  <a:moveTo>
                    <a:pt x="231" y="1"/>
                  </a:moveTo>
                  <a:cubicBezTo>
                    <a:pt x="116" y="1"/>
                    <a:pt x="1" y="78"/>
                    <a:pt x="1" y="231"/>
                  </a:cubicBezTo>
                  <a:lnTo>
                    <a:pt x="1" y="453"/>
                  </a:lnTo>
                  <a:cubicBezTo>
                    <a:pt x="1" y="587"/>
                    <a:pt x="106" y="683"/>
                    <a:pt x="231" y="683"/>
                  </a:cubicBezTo>
                  <a:cubicBezTo>
                    <a:pt x="356" y="683"/>
                    <a:pt x="462" y="587"/>
                    <a:pt x="462" y="453"/>
                  </a:cubicBezTo>
                  <a:lnTo>
                    <a:pt x="462" y="231"/>
                  </a:lnTo>
                  <a:cubicBezTo>
                    <a:pt x="462" y="78"/>
                    <a:pt x="347" y="1"/>
                    <a:pt x="231" y="1"/>
                  </a:cubicBezTo>
                  <a:close/>
                </a:path>
              </a:pathLst>
            </a:custGeom>
            <a:solidFill>
              <a:srgbClr val="D3DCE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5" name="Google Shape;2335;p80"/>
            <p:cNvSpPr/>
            <p:nvPr/>
          </p:nvSpPr>
          <p:spPr>
            <a:xfrm>
              <a:off x="6210468" y="4005842"/>
              <a:ext cx="12099" cy="18136"/>
            </a:xfrm>
            <a:custGeom>
              <a:rect b="b" l="l" r="r" t="t"/>
              <a:pathLst>
                <a:path extrusionOk="0" h="694" w="463">
                  <a:moveTo>
                    <a:pt x="231" y="1"/>
                  </a:moveTo>
                  <a:cubicBezTo>
                    <a:pt x="116" y="1"/>
                    <a:pt x="1" y="78"/>
                    <a:pt x="1" y="232"/>
                  </a:cubicBezTo>
                  <a:lnTo>
                    <a:pt x="1" y="463"/>
                  </a:lnTo>
                  <a:cubicBezTo>
                    <a:pt x="1" y="588"/>
                    <a:pt x="106" y="693"/>
                    <a:pt x="231" y="693"/>
                  </a:cubicBezTo>
                  <a:cubicBezTo>
                    <a:pt x="356" y="693"/>
                    <a:pt x="462" y="588"/>
                    <a:pt x="462" y="463"/>
                  </a:cubicBezTo>
                  <a:lnTo>
                    <a:pt x="462" y="232"/>
                  </a:lnTo>
                  <a:cubicBezTo>
                    <a:pt x="462" y="78"/>
                    <a:pt x="347" y="1"/>
                    <a:pt x="231" y="1"/>
                  </a:cubicBezTo>
                  <a:close/>
                </a:path>
              </a:pathLst>
            </a:custGeom>
            <a:solidFill>
              <a:srgbClr val="D3DCE2"/>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6" name="Google Shape;2336;p80"/>
            <p:cNvSpPr/>
            <p:nvPr/>
          </p:nvSpPr>
          <p:spPr>
            <a:xfrm>
              <a:off x="6312489" y="3915894"/>
              <a:ext cx="119896" cy="95776"/>
            </a:xfrm>
            <a:custGeom>
              <a:rect b="b" l="l" r="r" t="t"/>
              <a:pathLst>
                <a:path extrusionOk="0" h="3665" w="4588">
                  <a:moveTo>
                    <a:pt x="1841" y="1063"/>
                  </a:moveTo>
                  <a:cubicBezTo>
                    <a:pt x="1875" y="1063"/>
                    <a:pt x="1910" y="1070"/>
                    <a:pt x="1943" y="1087"/>
                  </a:cubicBezTo>
                  <a:lnTo>
                    <a:pt x="3030" y="1635"/>
                  </a:lnTo>
                  <a:cubicBezTo>
                    <a:pt x="3193" y="1722"/>
                    <a:pt x="3203" y="1953"/>
                    <a:pt x="3039" y="2049"/>
                  </a:cubicBezTo>
                  <a:lnTo>
                    <a:pt x="3030" y="2049"/>
                  </a:lnTo>
                  <a:lnTo>
                    <a:pt x="1943" y="2597"/>
                  </a:lnTo>
                  <a:cubicBezTo>
                    <a:pt x="1910" y="2613"/>
                    <a:pt x="1875" y="2621"/>
                    <a:pt x="1841" y="2621"/>
                  </a:cubicBezTo>
                  <a:cubicBezTo>
                    <a:pt x="1719" y="2621"/>
                    <a:pt x="1607" y="2521"/>
                    <a:pt x="1607" y="2385"/>
                  </a:cubicBezTo>
                  <a:lnTo>
                    <a:pt x="1607" y="1299"/>
                  </a:lnTo>
                  <a:cubicBezTo>
                    <a:pt x="1607" y="1163"/>
                    <a:pt x="1719" y="1063"/>
                    <a:pt x="1841" y="1063"/>
                  </a:cubicBezTo>
                  <a:close/>
                  <a:moveTo>
                    <a:pt x="914" y="0"/>
                  </a:moveTo>
                  <a:cubicBezTo>
                    <a:pt x="414" y="0"/>
                    <a:pt x="1" y="414"/>
                    <a:pt x="1" y="924"/>
                  </a:cubicBezTo>
                  <a:lnTo>
                    <a:pt x="1" y="2751"/>
                  </a:lnTo>
                  <a:cubicBezTo>
                    <a:pt x="1" y="3260"/>
                    <a:pt x="414" y="3664"/>
                    <a:pt x="914" y="3664"/>
                  </a:cubicBezTo>
                  <a:lnTo>
                    <a:pt x="3674" y="3664"/>
                  </a:lnTo>
                  <a:cubicBezTo>
                    <a:pt x="4174" y="3664"/>
                    <a:pt x="4587" y="3260"/>
                    <a:pt x="4587" y="2751"/>
                  </a:cubicBezTo>
                  <a:lnTo>
                    <a:pt x="4587" y="924"/>
                  </a:lnTo>
                  <a:cubicBezTo>
                    <a:pt x="4587" y="414"/>
                    <a:pt x="4174" y="0"/>
                    <a:pt x="3674" y="0"/>
                  </a:cubicBezTo>
                  <a:close/>
                </a:path>
              </a:pathLst>
            </a:custGeom>
            <a:solidFill>
              <a:srgbClr val="FFFFF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7" name="Google Shape;2337;p80"/>
            <p:cNvSpPr/>
            <p:nvPr/>
          </p:nvSpPr>
          <p:spPr>
            <a:xfrm>
              <a:off x="6252437" y="4035764"/>
              <a:ext cx="240001" cy="12073"/>
            </a:xfrm>
            <a:custGeom>
              <a:rect b="b" l="l" r="r" t="t"/>
              <a:pathLst>
                <a:path extrusionOk="0" h="462" w="9184">
                  <a:moveTo>
                    <a:pt x="231" y="0"/>
                  </a:moveTo>
                  <a:cubicBezTo>
                    <a:pt x="106" y="0"/>
                    <a:pt x="0" y="106"/>
                    <a:pt x="0" y="231"/>
                  </a:cubicBezTo>
                  <a:cubicBezTo>
                    <a:pt x="0" y="356"/>
                    <a:pt x="106" y="462"/>
                    <a:pt x="231" y="462"/>
                  </a:cubicBezTo>
                  <a:lnTo>
                    <a:pt x="8953" y="462"/>
                  </a:lnTo>
                  <a:cubicBezTo>
                    <a:pt x="9078" y="462"/>
                    <a:pt x="9184" y="356"/>
                    <a:pt x="9184" y="231"/>
                  </a:cubicBezTo>
                  <a:cubicBezTo>
                    <a:pt x="9184" y="106"/>
                    <a:pt x="9078" y="0"/>
                    <a:pt x="8953" y="0"/>
                  </a:cubicBezTo>
                  <a:close/>
                </a:path>
              </a:pathLst>
            </a:custGeom>
            <a:solidFill>
              <a:srgbClr val="8D9BA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8" name="Google Shape;2338;p80"/>
            <p:cNvSpPr/>
            <p:nvPr/>
          </p:nvSpPr>
          <p:spPr>
            <a:xfrm>
              <a:off x="6252437" y="4035764"/>
              <a:ext cx="54042" cy="12073"/>
            </a:xfrm>
            <a:custGeom>
              <a:rect b="b" l="l" r="r" t="t"/>
              <a:pathLst>
                <a:path extrusionOk="0" h="462" w="2068">
                  <a:moveTo>
                    <a:pt x="231" y="0"/>
                  </a:moveTo>
                  <a:cubicBezTo>
                    <a:pt x="106" y="0"/>
                    <a:pt x="0" y="106"/>
                    <a:pt x="0" y="231"/>
                  </a:cubicBezTo>
                  <a:cubicBezTo>
                    <a:pt x="0" y="356"/>
                    <a:pt x="106" y="462"/>
                    <a:pt x="231" y="462"/>
                  </a:cubicBezTo>
                  <a:lnTo>
                    <a:pt x="2068" y="462"/>
                  </a:lnTo>
                  <a:lnTo>
                    <a:pt x="2068" y="0"/>
                  </a:lnTo>
                  <a:close/>
                </a:path>
              </a:pathLst>
            </a:custGeom>
            <a:solidFill>
              <a:srgbClr val="F5F7F9"/>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sp>
          <p:nvSpPr>
            <p:cNvPr id="2339" name="Google Shape;2339;p80"/>
            <p:cNvSpPr/>
            <p:nvPr/>
          </p:nvSpPr>
          <p:spPr>
            <a:xfrm>
              <a:off x="6294406" y="4029727"/>
              <a:ext cx="24146" cy="24146"/>
            </a:xfrm>
            <a:custGeom>
              <a:rect b="b" l="l" r="r" t="t"/>
              <a:pathLst>
                <a:path extrusionOk="0" h="924" w="924">
                  <a:moveTo>
                    <a:pt x="462" y="1"/>
                  </a:moveTo>
                  <a:cubicBezTo>
                    <a:pt x="212" y="1"/>
                    <a:pt x="0" y="212"/>
                    <a:pt x="0" y="462"/>
                  </a:cubicBezTo>
                  <a:cubicBezTo>
                    <a:pt x="0" y="722"/>
                    <a:pt x="212" y="924"/>
                    <a:pt x="462" y="924"/>
                  </a:cubicBezTo>
                  <a:cubicBezTo>
                    <a:pt x="712" y="924"/>
                    <a:pt x="923" y="722"/>
                    <a:pt x="923" y="462"/>
                  </a:cubicBezTo>
                  <a:cubicBezTo>
                    <a:pt x="923" y="212"/>
                    <a:pt x="712" y="1"/>
                    <a:pt x="462" y="1"/>
                  </a:cubicBezTo>
                  <a:close/>
                </a:path>
              </a:pathLst>
            </a:custGeom>
            <a:solidFill>
              <a:srgbClr val="FFFFFF"/>
            </a:solidFill>
            <a:ln>
              <a:noFill/>
            </a:ln>
          </p:spPr>
          <p:txBody>
            <a:bodyPr anchorCtr="0" anchor="ctr" bIns="342650" lIns="342650" spcFirstLastPara="1" rIns="342650" wrap="square" tIns="342650">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81"/>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Management</a:t>
            </a:r>
            <a:endParaRPr/>
          </a:p>
        </p:txBody>
      </p:sp>
      <p:sp>
        <p:nvSpPr>
          <p:cNvPr id="2345" name="Google Shape;2345;p81"/>
          <p:cNvSpPr txBox="1"/>
          <p:nvPr/>
        </p:nvSpPr>
        <p:spPr>
          <a:xfrm>
            <a:off x="653250" y="1161950"/>
            <a:ext cx="7250400" cy="352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900">
                <a:solidFill>
                  <a:schemeClr val="dk1"/>
                </a:solidFill>
                <a:latin typeface="Open Sans"/>
                <a:ea typeface="Open Sans"/>
                <a:cs typeface="Open Sans"/>
                <a:sym typeface="Open Sans"/>
              </a:rPr>
              <a:t>Frontend Software Engineer (William) </a:t>
            </a:r>
            <a:r>
              <a:rPr lang="en" sz="900">
                <a:solidFill>
                  <a:schemeClr val="dk1"/>
                </a:solidFill>
                <a:latin typeface="Open Sans"/>
                <a:ea typeface="Open Sans"/>
                <a:cs typeface="Open Sans"/>
                <a:sym typeface="Open Sans"/>
              </a:rPr>
              <a:t>has set up the Github integration with Tailscale. William has also setup the Home </a:t>
            </a:r>
            <a:r>
              <a:rPr lang="en" sz="900">
                <a:solidFill>
                  <a:schemeClr val="dk1"/>
                </a:solidFill>
                <a:latin typeface="Open Sans"/>
                <a:ea typeface="Open Sans"/>
                <a:cs typeface="Open Sans"/>
                <a:sym typeface="Open Sans"/>
              </a:rPr>
              <a:t>Assistant</a:t>
            </a:r>
            <a:r>
              <a:rPr lang="en" sz="900">
                <a:solidFill>
                  <a:schemeClr val="dk1"/>
                </a:solidFill>
                <a:latin typeface="Open Sans"/>
                <a:ea typeface="Open Sans"/>
                <a:cs typeface="Open Sans"/>
                <a:sym typeface="Open Sans"/>
              </a:rPr>
              <a:t> to run on a docker for the Raspberry PI in Unit 1. In addition, to also starting on the development of the frontend. </a:t>
            </a:r>
            <a:endParaRPr sz="9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900">
                <a:solidFill>
                  <a:schemeClr val="dk1"/>
                </a:solidFill>
                <a:latin typeface="Open Sans"/>
                <a:ea typeface="Open Sans"/>
                <a:cs typeface="Open Sans"/>
                <a:sym typeface="Open Sans"/>
              </a:rPr>
              <a:t>Machine Learning Engineer  </a:t>
            </a:r>
            <a:r>
              <a:rPr b="1" lang="en" sz="900">
                <a:solidFill>
                  <a:schemeClr val="dk1"/>
                </a:solidFill>
                <a:latin typeface="Open Sans"/>
                <a:ea typeface="Open Sans"/>
                <a:cs typeface="Open Sans"/>
                <a:sym typeface="Open Sans"/>
              </a:rPr>
              <a:t>(Sriharsha) </a:t>
            </a:r>
            <a:r>
              <a:rPr lang="en" sz="900">
                <a:solidFill>
                  <a:schemeClr val="dk1"/>
                </a:solidFill>
                <a:latin typeface="Open Sans"/>
                <a:ea typeface="Open Sans"/>
                <a:cs typeface="Open Sans"/>
                <a:sym typeface="Open Sans"/>
              </a:rPr>
              <a:t>has worked on setting up AWS as well as documenting the AI models that will be used to implement the reasoning. Sriharsha has also worked tailoring data collection length to ensure that data retention is tailored towards the reasoning aspect of the project.</a:t>
            </a:r>
            <a:endParaRPr sz="9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900">
                <a:solidFill>
                  <a:schemeClr val="dk1"/>
                </a:solidFill>
                <a:latin typeface="Open Sans"/>
                <a:ea typeface="Open Sans"/>
                <a:cs typeface="Open Sans"/>
                <a:sym typeface="Open Sans"/>
              </a:rPr>
              <a:t>Lead Systems Engineer (Shiv) </a:t>
            </a:r>
            <a:r>
              <a:rPr lang="en" sz="900">
                <a:solidFill>
                  <a:schemeClr val="dk1"/>
                </a:solidFill>
                <a:latin typeface="Open Sans"/>
                <a:ea typeface="Open Sans"/>
                <a:cs typeface="Open Sans"/>
                <a:sym typeface="Open Sans"/>
              </a:rPr>
              <a:t>has worked on ensuring progress is being made and the timeline is updated respectively. Shiv has also ensured communication is consistent to all members, and also added home assistant onto a docker for Unit 2.</a:t>
            </a:r>
            <a:endParaRPr sz="9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900">
                <a:solidFill>
                  <a:schemeClr val="dk1"/>
                </a:solidFill>
                <a:latin typeface="Open Sans"/>
                <a:ea typeface="Open Sans"/>
                <a:cs typeface="Open Sans"/>
                <a:sym typeface="Open Sans"/>
              </a:rPr>
              <a:t>Hardware and Embedded Systems Engineer (Tyler) </a:t>
            </a:r>
            <a:r>
              <a:rPr lang="en" sz="900">
                <a:solidFill>
                  <a:schemeClr val="dk1"/>
                </a:solidFill>
                <a:latin typeface="Open Sans"/>
                <a:ea typeface="Open Sans"/>
                <a:cs typeface="Open Sans"/>
                <a:sym typeface="Open Sans"/>
              </a:rPr>
              <a:t>worked on setting up all the sensors and power devices in Unit 1 and the connection between the Kasa smart plugs and the phone application. Tyler also added home assistant onto a docker for Unit 3 and ensured unit 1 data was being collected. </a:t>
            </a:r>
            <a:endParaRPr sz="9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900">
                <a:solidFill>
                  <a:schemeClr val="dk1"/>
                </a:solidFill>
                <a:latin typeface="Open Sans"/>
                <a:ea typeface="Open Sans"/>
                <a:cs typeface="Open Sans"/>
                <a:sym typeface="Open Sans"/>
              </a:rPr>
              <a:t>Hardware/Machine Learning Engineer (Sutton) </a:t>
            </a:r>
            <a:r>
              <a:rPr lang="en" sz="900">
                <a:solidFill>
                  <a:schemeClr val="dk1"/>
                </a:solidFill>
                <a:latin typeface="Open Sans"/>
                <a:ea typeface="Open Sans"/>
                <a:cs typeface="Open Sans"/>
                <a:sym typeface="Open Sans"/>
              </a:rPr>
              <a:t>worked on setting up the sensors and power devices for Unit 2 and the connection between the kasa smart plugs and the phone application. Sutton also ensured that the data from unit 2 was being uploaded to the database.</a:t>
            </a:r>
            <a:endParaRPr sz="900">
              <a:solidFill>
                <a:schemeClr val="dk1"/>
              </a:solidFill>
              <a:latin typeface="Open Sans"/>
              <a:ea typeface="Open Sans"/>
              <a:cs typeface="Open Sans"/>
              <a:sym typeface="Open Sans"/>
            </a:endParaRPr>
          </a:p>
          <a:p>
            <a:pPr indent="0" lvl="0" marL="0" rtl="0" algn="l">
              <a:lnSpc>
                <a:spcPct val="115000"/>
              </a:lnSpc>
              <a:spcBef>
                <a:spcPts val="1200"/>
              </a:spcBef>
              <a:spcAft>
                <a:spcPts val="1200"/>
              </a:spcAft>
              <a:buNone/>
            </a:pPr>
            <a:r>
              <a:rPr b="1" lang="en" sz="900">
                <a:solidFill>
                  <a:schemeClr val="dk1"/>
                </a:solidFill>
                <a:latin typeface="Open Sans"/>
                <a:ea typeface="Open Sans"/>
                <a:cs typeface="Open Sans"/>
                <a:sym typeface="Open Sans"/>
              </a:rPr>
              <a:t>Database and Backend Engineer (Evan) </a:t>
            </a:r>
            <a:r>
              <a:rPr lang="en" sz="900">
                <a:solidFill>
                  <a:schemeClr val="dk1"/>
                </a:solidFill>
                <a:latin typeface="Open Sans"/>
                <a:ea typeface="Open Sans"/>
                <a:cs typeface="Open Sans"/>
                <a:sym typeface="Open Sans"/>
              </a:rPr>
              <a:t>configured and deployed the SQL database on AWS for secure </a:t>
            </a:r>
            <a:r>
              <a:rPr lang="en" sz="900">
                <a:solidFill>
                  <a:schemeClr val="dk1"/>
                </a:solidFill>
                <a:latin typeface="Open Sans"/>
                <a:ea typeface="Open Sans"/>
                <a:cs typeface="Open Sans"/>
                <a:sym typeface="Open Sans"/>
              </a:rPr>
              <a:t>cloud storage and access. Evan also developed API endpoints for the Raspberry Pi to be able to transmit sensor data form unit 1 and 2 to the database.</a:t>
            </a:r>
            <a:endParaRPr sz="900">
              <a:solidFill>
                <a:schemeClr val="dk1"/>
              </a:solidFill>
              <a:latin typeface="Open Sans"/>
              <a:ea typeface="Open Sans"/>
              <a:cs typeface="Open Sans"/>
              <a:sym typeface="Open Sans"/>
            </a:endParaRPr>
          </a:p>
        </p:txBody>
      </p:sp>
      <p:grpSp>
        <p:nvGrpSpPr>
          <p:cNvPr id="2346" name="Google Shape;2346;p81"/>
          <p:cNvGrpSpPr/>
          <p:nvPr/>
        </p:nvGrpSpPr>
        <p:grpSpPr>
          <a:xfrm>
            <a:off x="7903678" y="833004"/>
            <a:ext cx="967735" cy="780550"/>
            <a:chOff x="7541469" y="3793455"/>
            <a:chExt cx="407897" cy="328985"/>
          </a:xfrm>
        </p:grpSpPr>
        <p:sp>
          <p:nvSpPr>
            <p:cNvPr id="2347" name="Google Shape;2347;p81"/>
            <p:cNvSpPr/>
            <p:nvPr/>
          </p:nvSpPr>
          <p:spPr>
            <a:xfrm>
              <a:off x="7541469" y="3819820"/>
              <a:ext cx="407897" cy="302620"/>
            </a:xfrm>
            <a:custGeom>
              <a:rect b="b" l="l" r="r" t="t"/>
              <a:pathLst>
                <a:path extrusionOk="0" h="11524" w="15533">
                  <a:moveTo>
                    <a:pt x="14794" y="1"/>
                  </a:moveTo>
                  <a:cubicBezTo>
                    <a:pt x="14788" y="1"/>
                    <a:pt x="14783" y="1"/>
                    <a:pt x="14777" y="1"/>
                  </a:cubicBezTo>
                  <a:lnTo>
                    <a:pt x="747" y="1"/>
                  </a:lnTo>
                  <a:cubicBezTo>
                    <a:pt x="335" y="1"/>
                    <a:pt x="0" y="336"/>
                    <a:pt x="0" y="747"/>
                  </a:cubicBezTo>
                  <a:lnTo>
                    <a:pt x="0" y="10768"/>
                  </a:lnTo>
                  <a:cubicBezTo>
                    <a:pt x="0" y="11179"/>
                    <a:pt x="335" y="11514"/>
                    <a:pt x="747" y="11524"/>
                  </a:cubicBezTo>
                  <a:lnTo>
                    <a:pt x="14777" y="11524"/>
                  </a:lnTo>
                  <a:cubicBezTo>
                    <a:pt x="15198" y="11524"/>
                    <a:pt x="15533" y="11179"/>
                    <a:pt x="15533" y="10768"/>
                  </a:cubicBezTo>
                  <a:lnTo>
                    <a:pt x="15533" y="747"/>
                  </a:lnTo>
                  <a:cubicBezTo>
                    <a:pt x="15533" y="342"/>
                    <a:pt x="15207" y="1"/>
                    <a:pt x="14794" y="1"/>
                  </a:cubicBezTo>
                  <a:close/>
                </a:path>
              </a:pathLst>
            </a:custGeom>
            <a:solidFill>
              <a:srgbClr val="E3E9ED"/>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48" name="Google Shape;2348;p81"/>
            <p:cNvSpPr/>
            <p:nvPr/>
          </p:nvSpPr>
          <p:spPr>
            <a:xfrm>
              <a:off x="7541469" y="3819820"/>
              <a:ext cx="407897" cy="39495"/>
            </a:xfrm>
            <a:custGeom>
              <a:rect b="b" l="l" r="r" t="t"/>
              <a:pathLst>
                <a:path extrusionOk="0" h="1504" w="15533">
                  <a:moveTo>
                    <a:pt x="14794" y="1"/>
                  </a:moveTo>
                  <a:cubicBezTo>
                    <a:pt x="14788" y="1"/>
                    <a:pt x="14783" y="1"/>
                    <a:pt x="14777" y="1"/>
                  </a:cubicBezTo>
                  <a:lnTo>
                    <a:pt x="747" y="1"/>
                  </a:lnTo>
                  <a:cubicBezTo>
                    <a:pt x="335" y="1"/>
                    <a:pt x="0" y="336"/>
                    <a:pt x="0" y="747"/>
                  </a:cubicBezTo>
                  <a:lnTo>
                    <a:pt x="0" y="1504"/>
                  </a:lnTo>
                  <a:lnTo>
                    <a:pt x="15533" y="1504"/>
                  </a:lnTo>
                  <a:lnTo>
                    <a:pt x="15533" y="747"/>
                  </a:lnTo>
                  <a:cubicBezTo>
                    <a:pt x="15533" y="342"/>
                    <a:pt x="15207" y="1"/>
                    <a:pt x="14794" y="1"/>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49" name="Google Shape;2349;p81"/>
            <p:cNvSpPr/>
            <p:nvPr/>
          </p:nvSpPr>
          <p:spPr>
            <a:xfrm>
              <a:off x="7567860" y="3819846"/>
              <a:ext cx="52546" cy="26155"/>
            </a:xfrm>
            <a:custGeom>
              <a:rect b="b" l="l" r="r" t="t"/>
              <a:pathLst>
                <a:path extrusionOk="0" h="996" w="2001">
                  <a:moveTo>
                    <a:pt x="0" y="0"/>
                  </a:moveTo>
                  <a:lnTo>
                    <a:pt x="0" y="249"/>
                  </a:lnTo>
                  <a:cubicBezTo>
                    <a:pt x="0" y="660"/>
                    <a:pt x="335" y="995"/>
                    <a:pt x="747" y="995"/>
                  </a:cubicBezTo>
                  <a:lnTo>
                    <a:pt x="1254" y="995"/>
                  </a:lnTo>
                  <a:cubicBezTo>
                    <a:pt x="1665" y="995"/>
                    <a:pt x="2000" y="660"/>
                    <a:pt x="2000" y="249"/>
                  </a:cubicBezTo>
                  <a:lnTo>
                    <a:pt x="2000" y="0"/>
                  </a:lnTo>
                  <a:close/>
                </a:path>
              </a:pathLst>
            </a:custGeom>
            <a:solidFill>
              <a:srgbClr val="30496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0" name="Google Shape;2350;p81"/>
            <p:cNvSpPr/>
            <p:nvPr/>
          </p:nvSpPr>
          <p:spPr>
            <a:xfrm>
              <a:off x="7870428" y="3819846"/>
              <a:ext cx="52573" cy="26155"/>
            </a:xfrm>
            <a:custGeom>
              <a:rect b="b" l="l" r="r" t="t"/>
              <a:pathLst>
                <a:path extrusionOk="0" h="996" w="2002">
                  <a:moveTo>
                    <a:pt x="1" y="0"/>
                  </a:moveTo>
                  <a:lnTo>
                    <a:pt x="1" y="249"/>
                  </a:lnTo>
                  <a:cubicBezTo>
                    <a:pt x="1" y="660"/>
                    <a:pt x="336" y="995"/>
                    <a:pt x="747" y="995"/>
                  </a:cubicBezTo>
                  <a:lnTo>
                    <a:pt x="1255" y="995"/>
                  </a:lnTo>
                  <a:cubicBezTo>
                    <a:pt x="1666" y="995"/>
                    <a:pt x="2001" y="660"/>
                    <a:pt x="2001" y="249"/>
                  </a:cubicBezTo>
                  <a:lnTo>
                    <a:pt x="2001" y="0"/>
                  </a:lnTo>
                  <a:close/>
                </a:path>
              </a:pathLst>
            </a:custGeom>
            <a:solidFill>
              <a:srgbClr val="30496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1" name="Google Shape;2351;p81"/>
            <p:cNvSpPr/>
            <p:nvPr/>
          </p:nvSpPr>
          <p:spPr>
            <a:xfrm>
              <a:off x="7580912" y="3793455"/>
              <a:ext cx="26418" cy="39469"/>
            </a:xfrm>
            <a:custGeom>
              <a:rect b="b" l="l" r="r" t="t"/>
              <a:pathLst>
                <a:path extrusionOk="0" h="1503" w="1006">
                  <a:moveTo>
                    <a:pt x="250" y="0"/>
                  </a:moveTo>
                  <a:cubicBezTo>
                    <a:pt x="116" y="0"/>
                    <a:pt x="1" y="105"/>
                    <a:pt x="1" y="249"/>
                  </a:cubicBezTo>
                  <a:lnTo>
                    <a:pt x="1" y="1254"/>
                  </a:lnTo>
                  <a:cubicBezTo>
                    <a:pt x="1" y="1388"/>
                    <a:pt x="116" y="1503"/>
                    <a:pt x="250" y="1503"/>
                  </a:cubicBezTo>
                  <a:lnTo>
                    <a:pt x="757" y="1503"/>
                  </a:lnTo>
                  <a:cubicBezTo>
                    <a:pt x="891" y="1503"/>
                    <a:pt x="1006" y="1388"/>
                    <a:pt x="1006" y="1254"/>
                  </a:cubicBezTo>
                  <a:lnTo>
                    <a:pt x="1006" y="249"/>
                  </a:lnTo>
                  <a:cubicBezTo>
                    <a:pt x="1006" y="105"/>
                    <a:pt x="891" y="0"/>
                    <a:pt x="757" y="0"/>
                  </a:cubicBezTo>
                  <a:close/>
                </a:path>
              </a:pathLst>
            </a:custGeom>
            <a:solidFill>
              <a:srgbClr val="E3E9ED"/>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2" name="Google Shape;2352;p81"/>
            <p:cNvSpPr/>
            <p:nvPr/>
          </p:nvSpPr>
          <p:spPr>
            <a:xfrm>
              <a:off x="7580912" y="3793455"/>
              <a:ext cx="26418" cy="19616"/>
            </a:xfrm>
            <a:custGeom>
              <a:rect b="b" l="l" r="r" t="t"/>
              <a:pathLst>
                <a:path extrusionOk="0" h="747" w="1006">
                  <a:moveTo>
                    <a:pt x="250" y="0"/>
                  </a:moveTo>
                  <a:cubicBezTo>
                    <a:pt x="116" y="0"/>
                    <a:pt x="1" y="115"/>
                    <a:pt x="1" y="249"/>
                  </a:cubicBezTo>
                  <a:lnTo>
                    <a:pt x="1" y="498"/>
                  </a:lnTo>
                  <a:cubicBezTo>
                    <a:pt x="1" y="641"/>
                    <a:pt x="116" y="747"/>
                    <a:pt x="250" y="747"/>
                  </a:cubicBezTo>
                  <a:lnTo>
                    <a:pt x="757" y="747"/>
                  </a:lnTo>
                  <a:cubicBezTo>
                    <a:pt x="891" y="747"/>
                    <a:pt x="1006" y="641"/>
                    <a:pt x="1006" y="498"/>
                  </a:cubicBezTo>
                  <a:lnTo>
                    <a:pt x="1006" y="249"/>
                  </a:lnTo>
                  <a:cubicBezTo>
                    <a:pt x="1006" y="115"/>
                    <a:pt x="891" y="0"/>
                    <a:pt x="757" y="0"/>
                  </a:cubicBezTo>
                  <a:close/>
                </a:path>
              </a:pathLst>
            </a:custGeom>
            <a:solidFill>
              <a:srgbClr val="C5D1DA"/>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3" name="Google Shape;2353;p81"/>
            <p:cNvSpPr/>
            <p:nvPr/>
          </p:nvSpPr>
          <p:spPr>
            <a:xfrm>
              <a:off x="7883506" y="3793455"/>
              <a:ext cx="26418" cy="39469"/>
            </a:xfrm>
            <a:custGeom>
              <a:rect b="b" l="l" r="r" t="t"/>
              <a:pathLst>
                <a:path extrusionOk="0" h="1503" w="1006">
                  <a:moveTo>
                    <a:pt x="249" y="0"/>
                  </a:moveTo>
                  <a:cubicBezTo>
                    <a:pt x="115" y="0"/>
                    <a:pt x="1" y="105"/>
                    <a:pt x="1" y="249"/>
                  </a:cubicBezTo>
                  <a:lnTo>
                    <a:pt x="1" y="1254"/>
                  </a:lnTo>
                  <a:cubicBezTo>
                    <a:pt x="1" y="1388"/>
                    <a:pt x="115" y="1503"/>
                    <a:pt x="249" y="1503"/>
                  </a:cubicBezTo>
                  <a:lnTo>
                    <a:pt x="757" y="1503"/>
                  </a:lnTo>
                  <a:cubicBezTo>
                    <a:pt x="891" y="1503"/>
                    <a:pt x="1005" y="1388"/>
                    <a:pt x="1005" y="1254"/>
                  </a:cubicBezTo>
                  <a:lnTo>
                    <a:pt x="1005" y="249"/>
                  </a:lnTo>
                  <a:cubicBezTo>
                    <a:pt x="1005" y="105"/>
                    <a:pt x="891" y="0"/>
                    <a:pt x="757" y="0"/>
                  </a:cubicBezTo>
                  <a:close/>
                </a:path>
              </a:pathLst>
            </a:custGeom>
            <a:solidFill>
              <a:srgbClr val="E3E9ED"/>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4" name="Google Shape;2354;p81"/>
            <p:cNvSpPr/>
            <p:nvPr/>
          </p:nvSpPr>
          <p:spPr>
            <a:xfrm>
              <a:off x="7883506" y="3793455"/>
              <a:ext cx="26418" cy="19616"/>
            </a:xfrm>
            <a:custGeom>
              <a:rect b="b" l="l" r="r" t="t"/>
              <a:pathLst>
                <a:path extrusionOk="0" h="747" w="1006">
                  <a:moveTo>
                    <a:pt x="249" y="0"/>
                  </a:moveTo>
                  <a:cubicBezTo>
                    <a:pt x="115" y="0"/>
                    <a:pt x="1" y="115"/>
                    <a:pt x="1" y="249"/>
                  </a:cubicBezTo>
                  <a:lnTo>
                    <a:pt x="1" y="498"/>
                  </a:lnTo>
                  <a:cubicBezTo>
                    <a:pt x="1" y="641"/>
                    <a:pt x="115" y="747"/>
                    <a:pt x="249" y="747"/>
                  </a:cubicBezTo>
                  <a:lnTo>
                    <a:pt x="757" y="747"/>
                  </a:lnTo>
                  <a:cubicBezTo>
                    <a:pt x="891" y="747"/>
                    <a:pt x="1005" y="641"/>
                    <a:pt x="1005" y="498"/>
                  </a:cubicBezTo>
                  <a:lnTo>
                    <a:pt x="1005" y="249"/>
                  </a:lnTo>
                  <a:cubicBezTo>
                    <a:pt x="1005" y="115"/>
                    <a:pt x="891" y="0"/>
                    <a:pt x="757" y="0"/>
                  </a:cubicBezTo>
                  <a:close/>
                </a:path>
              </a:pathLst>
            </a:custGeom>
            <a:solidFill>
              <a:srgbClr val="C5D1DA"/>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5" name="Google Shape;2355;p81"/>
            <p:cNvSpPr/>
            <p:nvPr/>
          </p:nvSpPr>
          <p:spPr>
            <a:xfrm>
              <a:off x="7541469" y="3859289"/>
              <a:ext cx="407897" cy="13104"/>
            </a:xfrm>
            <a:custGeom>
              <a:rect b="b" l="l" r="r" t="t"/>
              <a:pathLst>
                <a:path extrusionOk="0" h="499" w="15533">
                  <a:moveTo>
                    <a:pt x="0" y="1"/>
                  </a:moveTo>
                  <a:lnTo>
                    <a:pt x="0" y="498"/>
                  </a:lnTo>
                  <a:lnTo>
                    <a:pt x="15533" y="498"/>
                  </a:lnTo>
                  <a:lnTo>
                    <a:pt x="15533" y="1"/>
                  </a:lnTo>
                  <a:close/>
                </a:path>
              </a:pathLst>
            </a:custGeom>
            <a:solidFill>
              <a:srgbClr val="E3E9ED"/>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6" name="Google Shape;2356;p81"/>
            <p:cNvSpPr/>
            <p:nvPr/>
          </p:nvSpPr>
          <p:spPr>
            <a:xfrm>
              <a:off x="7580912" y="3898758"/>
              <a:ext cx="52573" cy="26155"/>
            </a:xfrm>
            <a:custGeom>
              <a:rect b="b" l="l" r="r" t="t"/>
              <a:pathLst>
                <a:path extrusionOk="0" h="996" w="2002">
                  <a:moveTo>
                    <a:pt x="250" y="0"/>
                  </a:moveTo>
                  <a:cubicBezTo>
                    <a:pt x="116" y="0"/>
                    <a:pt x="1" y="105"/>
                    <a:pt x="1" y="249"/>
                  </a:cubicBezTo>
                  <a:lnTo>
                    <a:pt x="1" y="747"/>
                  </a:lnTo>
                  <a:cubicBezTo>
                    <a:pt x="1" y="890"/>
                    <a:pt x="116" y="995"/>
                    <a:pt x="250" y="995"/>
                  </a:cubicBezTo>
                  <a:lnTo>
                    <a:pt x="1752" y="995"/>
                  </a:lnTo>
                  <a:cubicBezTo>
                    <a:pt x="1896" y="995"/>
                    <a:pt x="2001" y="890"/>
                    <a:pt x="2001" y="747"/>
                  </a:cubicBezTo>
                  <a:lnTo>
                    <a:pt x="2001" y="249"/>
                  </a:lnTo>
                  <a:cubicBezTo>
                    <a:pt x="2001" y="10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7" name="Google Shape;2357;p81"/>
            <p:cNvSpPr/>
            <p:nvPr/>
          </p:nvSpPr>
          <p:spPr>
            <a:xfrm>
              <a:off x="7580912" y="3951278"/>
              <a:ext cx="52573" cy="26418"/>
            </a:xfrm>
            <a:custGeom>
              <a:rect b="b" l="l" r="r" t="t"/>
              <a:pathLst>
                <a:path extrusionOk="0" h="1006" w="2002">
                  <a:moveTo>
                    <a:pt x="250" y="0"/>
                  </a:moveTo>
                  <a:cubicBezTo>
                    <a:pt x="116" y="0"/>
                    <a:pt x="1" y="115"/>
                    <a:pt x="1" y="249"/>
                  </a:cubicBezTo>
                  <a:lnTo>
                    <a:pt x="1" y="756"/>
                  </a:lnTo>
                  <a:cubicBezTo>
                    <a:pt x="1" y="890"/>
                    <a:pt x="116" y="1005"/>
                    <a:pt x="250" y="1005"/>
                  </a:cubicBezTo>
                  <a:lnTo>
                    <a:pt x="1752" y="1005"/>
                  </a:lnTo>
                  <a:cubicBezTo>
                    <a:pt x="1896" y="1005"/>
                    <a:pt x="2001" y="890"/>
                    <a:pt x="2001" y="756"/>
                  </a:cubicBezTo>
                  <a:lnTo>
                    <a:pt x="2001" y="249"/>
                  </a:lnTo>
                  <a:cubicBezTo>
                    <a:pt x="2001" y="11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8" name="Google Shape;2358;p81"/>
            <p:cNvSpPr/>
            <p:nvPr/>
          </p:nvSpPr>
          <p:spPr>
            <a:xfrm>
              <a:off x="7580912" y="4004060"/>
              <a:ext cx="52573" cy="26155"/>
            </a:xfrm>
            <a:custGeom>
              <a:rect b="b" l="l" r="r" t="t"/>
              <a:pathLst>
                <a:path extrusionOk="0" h="996" w="2002">
                  <a:moveTo>
                    <a:pt x="250" y="0"/>
                  </a:moveTo>
                  <a:cubicBezTo>
                    <a:pt x="116" y="0"/>
                    <a:pt x="1" y="105"/>
                    <a:pt x="1" y="249"/>
                  </a:cubicBezTo>
                  <a:lnTo>
                    <a:pt x="1" y="746"/>
                  </a:lnTo>
                  <a:cubicBezTo>
                    <a:pt x="1" y="880"/>
                    <a:pt x="116" y="995"/>
                    <a:pt x="250" y="995"/>
                  </a:cubicBezTo>
                  <a:lnTo>
                    <a:pt x="1752" y="995"/>
                  </a:lnTo>
                  <a:cubicBezTo>
                    <a:pt x="1896" y="995"/>
                    <a:pt x="2001" y="880"/>
                    <a:pt x="2001" y="746"/>
                  </a:cubicBezTo>
                  <a:lnTo>
                    <a:pt x="2001" y="249"/>
                  </a:lnTo>
                  <a:cubicBezTo>
                    <a:pt x="2001" y="10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59" name="Google Shape;2359;p81"/>
            <p:cNvSpPr/>
            <p:nvPr/>
          </p:nvSpPr>
          <p:spPr>
            <a:xfrm>
              <a:off x="7672900" y="4004060"/>
              <a:ext cx="52809" cy="26155"/>
            </a:xfrm>
            <a:custGeom>
              <a:rect b="b" l="l" r="r" t="t"/>
              <a:pathLst>
                <a:path extrusionOk="0" h="996" w="2011">
                  <a:moveTo>
                    <a:pt x="259" y="0"/>
                  </a:moveTo>
                  <a:cubicBezTo>
                    <a:pt x="115" y="0"/>
                    <a:pt x="1" y="105"/>
                    <a:pt x="1" y="249"/>
                  </a:cubicBezTo>
                  <a:lnTo>
                    <a:pt x="1" y="746"/>
                  </a:lnTo>
                  <a:cubicBezTo>
                    <a:pt x="1" y="880"/>
                    <a:pt x="115" y="995"/>
                    <a:pt x="259" y="995"/>
                  </a:cubicBezTo>
                  <a:lnTo>
                    <a:pt x="1752" y="995"/>
                  </a:lnTo>
                  <a:cubicBezTo>
                    <a:pt x="1896" y="995"/>
                    <a:pt x="2010" y="880"/>
                    <a:pt x="2010" y="746"/>
                  </a:cubicBezTo>
                  <a:lnTo>
                    <a:pt x="2010" y="249"/>
                  </a:lnTo>
                  <a:cubicBezTo>
                    <a:pt x="2010" y="105"/>
                    <a:pt x="189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0" name="Google Shape;2360;p81"/>
            <p:cNvSpPr/>
            <p:nvPr/>
          </p:nvSpPr>
          <p:spPr>
            <a:xfrm>
              <a:off x="7765126" y="4004060"/>
              <a:ext cx="52573" cy="26155"/>
            </a:xfrm>
            <a:custGeom>
              <a:rect b="b" l="l" r="r" t="t"/>
              <a:pathLst>
                <a:path extrusionOk="0" h="996" w="2002">
                  <a:moveTo>
                    <a:pt x="250" y="0"/>
                  </a:moveTo>
                  <a:cubicBezTo>
                    <a:pt x="116" y="0"/>
                    <a:pt x="1" y="105"/>
                    <a:pt x="1" y="249"/>
                  </a:cubicBezTo>
                  <a:lnTo>
                    <a:pt x="1" y="746"/>
                  </a:lnTo>
                  <a:cubicBezTo>
                    <a:pt x="1" y="880"/>
                    <a:pt x="116" y="995"/>
                    <a:pt x="250" y="995"/>
                  </a:cubicBezTo>
                  <a:lnTo>
                    <a:pt x="1752" y="995"/>
                  </a:lnTo>
                  <a:cubicBezTo>
                    <a:pt x="1886" y="995"/>
                    <a:pt x="2001" y="880"/>
                    <a:pt x="2001" y="746"/>
                  </a:cubicBezTo>
                  <a:lnTo>
                    <a:pt x="2001" y="249"/>
                  </a:lnTo>
                  <a:cubicBezTo>
                    <a:pt x="2001" y="10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1" name="Google Shape;2361;p81"/>
            <p:cNvSpPr/>
            <p:nvPr/>
          </p:nvSpPr>
          <p:spPr>
            <a:xfrm>
              <a:off x="7672900" y="3951278"/>
              <a:ext cx="52809" cy="26418"/>
            </a:xfrm>
            <a:custGeom>
              <a:rect b="b" l="l" r="r" t="t"/>
              <a:pathLst>
                <a:path extrusionOk="0" h="1006" w="2011">
                  <a:moveTo>
                    <a:pt x="259" y="0"/>
                  </a:moveTo>
                  <a:cubicBezTo>
                    <a:pt x="115" y="0"/>
                    <a:pt x="1" y="115"/>
                    <a:pt x="1" y="249"/>
                  </a:cubicBezTo>
                  <a:lnTo>
                    <a:pt x="1" y="756"/>
                  </a:lnTo>
                  <a:cubicBezTo>
                    <a:pt x="1" y="890"/>
                    <a:pt x="115" y="1005"/>
                    <a:pt x="259" y="1005"/>
                  </a:cubicBezTo>
                  <a:lnTo>
                    <a:pt x="1752" y="1005"/>
                  </a:lnTo>
                  <a:cubicBezTo>
                    <a:pt x="1896" y="1005"/>
                    <a:pt x="2010" y="890"/>
                    <a:pt x="2010" y="756"/>
                  </a:cubicBezTo>
                  <a:lnTo>
                    <a:pt x="2010" y="249"/>
                  </a:lnTo>
                  <a:cubicBezTo>
                    <a:pt x="2010" y="115"/>
                    <a:pt x="189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2" name="Google Shape;2362;p81"/>
            <p:cNvSpPr/>
            <p:nvPr/>
          </p:nvSpPr>
          <p:spPr>
            <a:xfrm>
              <a:off x="7580912" y="4056580"/>
              <a:ext cx="52573" cy="26418"/>
            </a:xfrm>
            <a:custGeom>
              <a:rect b="b" l="l" r="r" t="t"/>
              <a:pathLst>
                <a:path extrusionOk="0" h="1006" w="2002">
                  <a:moveTo>
                    <a:pt x="250" y="0"/>
                  </a:moveTo>
                  <a:cubicBezTo>
                    <a:pt x="116" y="0"/>
                    <a:pt x="1" y="115"/>
                    <a:pt x="1" y="249"/>
                  </a:cubicBezTo>
                  <a:lnTo>
                    <a:pt x="1" y="747"/>
                  </a:lnTo>
                  <a:cubicBezTo>
                    <a:pt x="1" y="890"/>
                    <a:pt x="116" y="1005"/>
                    <a:pt x="250" y="1005"/>
                  </a:cubicBezTo>
                  <a:lnTo>
                    <a:pt x="1752" y="1005"/>
                  </a:lnTo>
                  <a:cubicBezTo>
                    <a:pt x="1896" y="996"/>
                    <a:pt x="2001" y="890"/>
                    <a:pt x="2001" y="747"/>
                  </a:cubicBezTo>
                  <a:lnTo>
                    <a:pt x="2001" y="249"/>
                  </a:lnTo>
                  <a:cubicBezTo>
                    <a:pt x="2001" y="11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3" name="Google Shape;2363;p81"/>
            <p:cNvSpPr/>
            <p:nvPr/>
          </p:nvSpPr>
          <p:spPr>
            <a:xfrm>
              <a:off x="7672900" y="3898758"/>
              <a:ext cx="52809" cy="26155"/>
            </a:xfrm>
            <a:custGeom>
              <a:rect b="b" l="l" r="r" t="t"/>
              <a:pathLst>
                <a:path extrusionOk="0" h="996" w="2011">
                  <a:moveTo>
                    <a:pt x="259" y="0"/>
                  </a:moveTo>
                  <a:cubicBezTo>
                    <a:pt x="115" y="0"/>
                    <a:pt x="1" y="105"/>
                    <a:pt x="1" y="249"/>
                  </a:cubicBezTo>
                  <a:lnTo>
                    <a:pt x="1" y="747"/>
                  </a:lnTo>
                  <a:cubicBezTo>
                    <a:pt x="1" y="890"/>
                    <a:pt x="115" y="995"/>
                    <a:pt x="259" y="995"/>
                  </a:cubicBezTo>
                  <a:lnTo>
                    <a:pt x="1752" y="995"/>
                  </a:lnTo>
                  <a:cubicBezTo>
                    <a:pt x="1896" y="995"/>
                    <a:pt x="2010" y="890"/>
                    <a:pt x="2010" y="747"/>
                  </a:cubicBezTo>
                  <a:lnTo>
                    <a:pt x="2010" y="249"/>
                  </a:lnTo>
                  <a:cubicBezTo>
                    <a:pt x="2010" y="105"/>
                    <a:pt x="189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4" name="Google Shape;2364;p81"/>
            <p:cNvSpPr/>
            <p:nvPr/>
          </p:nvSpPr>
          <p:spPr>
            <a:xfrm>
              <a:off x="7672900" y="4056580"/>
              <a:ext cx="52809" cy="26418"/>
            </a:xfrm>
            <a:custGeom>
              <a:rect b="b" l="l" r="r" t="t"/>
              <a:pathLst>
                <a:path extrusionOk="0" h="1006" w="2011">
                  <a:moveTo>
                    <a:pt x="259" y="0"/>
                  </a:moveTo>
                  <a:cubicBezTo>
                    <a:pt x="115" y="0"/>
                    <a:pt x="1" y="115"/>
                    <a:pt x="1" y="249"/>
                  </a:cubicBezTo>
                  <a:lnTo>
                    <a:pt x="1" y="747"/>
                  </a:lnTo>
                  <a:cubicBezTo>
                    <a:pt x="1" y="890"/>
                    <a:pt x="115" y="1005"/>
                    <a:pt x="259" y="1005"/>
                  </a:cubicBezTo>
                  <a:lnTo>
                    <a:pt x="1752" y="1005"/>
                  </a:lnTo>
                  <a:cubicBezTo>
                    <a:pt x="1896" y="1005"/>
                    <a:pt x="2010" y="890"/>
                    <a:pt x="2010" y="747"/>
                  </a:cubicBezTo>
                  <a:lnTo>
                    <a:pt x="2010" y="249"/>
                  </a:lnTo>
                  <a:cubicBezTo>
                    <a:pt x="2010" y="115"/>
                    <a:pt x="189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5" name="Google Shape;2365;p81"/>
            <p:cNvSpPr/>
            <p:nvPr/>
          </p:nvSpPr>
          <p:spPr>
            <a:xfrm>
              <a:off x="7857114" y="4004060"/>
              <a:ext cx="52809" cy="26155"/>
            </a:xfrm>
            <a:custGeom>
              <a:rect b="b" l="l" r="r" t="t"/>
              <a:pathLst>
                <a:path extrusionOk="0" h="996" w="2011">
                  <a:moveTo>
                    <a:pt x="259" y="0"/>
                  </a:moveTo>
                  <a:cubicBezTo>
                    <a:pt x="116" y="0"/>
                    <a:pt x="1" y="105"/>
                    <a:pt x="1" y="249"/>
                  </a:cubicBezTo>
                  <a:lnTo>
                    <a:pt x="1" y="746"/>
                  </a:lnTo>
                  <a:cubicBezTo>
                    <a:pt x="1" y="880"/>
                    <a:pt x="116" y="995"/>
                    <a:pt x="259" y="995"/>
                  </a:cubicBezTo>
                  <a:lnTo>
                    <a:pt x="1762" y="995"/>
                  </a:lnTo>
                  <a:cubicBezTo>
                    <a:pt x="1896" y="995"/>
                    <a:pt x="2010" y="880"/>
                    <a:pt x="2010" y="746"/>
                  </a:cubicBezTo>
                  <a:lnTo>
                    <a:pt x="2010" y="249"/>
                  </a:lnTo>
                  <a:cubicBezTo>
                    <a:pt x="2010" y="105"/>
                    <a:pt x="1896" y="0"/>
                    <a:pt x="176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6" name="Google Shape;2366;p81"/>
            <p:cNvSpPr/>
            <p:nvPr/>
          </p:nvSpPr>
          <p:spPr>
            <a:xfrm>
              <a:off x="7857114" y="3898758"/>
              <a:ext cx="52809" cy="26155"/>
            </a:xfrm>
            <a:custGeom>
              <a:rect b="b" l="l" r="r" t="t"/>
              <a:pathLst>
                <a:path extrusionOk="0" h="996" w="2011">
                  <a:moveTo>
                    <a:pt x="259" y="0"/>
                  </a:moveTo>
                  <a:cubicBezTo>
                    <a:pt x="116" y="0"/>
                    <a:pt x="1" y="105"/>
                    <a:pt x="1" y="249"/>
                  </a:cubicBezTo>
                  <a:lnTo>
                    <a:pt x="1" y="747"/>
                  </a:lnTo>
                  <a:cubicBezTo>
                    <a:pt x="1" y="890"/>
                    <a:pt x="116" y="995"/>
                    <a:pt x="259" y="995"/>
                  </a:cubicBezTo>
                  <a:lnTo>
                    <a:pt x="1762" y="995"/>
                  </a:lnTo>
                  <a:cubicBezTo>
                    <a:pt x="1896" y="995"/>
                    <a:pt x="2010" y="890"/>
                    <a:pt x="2010" y="747"/>
                  </a:cubicBezTo>
                  <a:lnTo>
                    <a:pt x="2010" y="249"/>
                  </a:lnTo>
                  <a:cubicBezTo>
                    <a:pt x="2010" y="105"/>
                    <a:pt x="1896" y="0"/>
                    <a:pt x="176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7" name="Google Shape;2367;p81"/>
            <p:cNvSpPr/>
            <p:nvPr/>
          </p:nvSpPr>
          <p:spPr>
            <a:xfrm>
              <a:off x="7857114" y="4056580"/>
              <a:ext cx="52809" cy="26418"/>
            </a:xfrm>
            <a:custGeom>
              <a:rect b="b" l="l" r="r" t="t"/>
              <a:pathLst>
                <a:path extrusionOk="0" h="1006" w="2011">
                  <a:moveTo>
                    <a:pt x="259" y="0"/>
                  </a:moveTo>
                  <a:cubicBezTo>
                    <a:pt x="116" y="0"/>
                    <a:pt x="1" y="115"/>
                    <a:pt x="1" y="249"/>
                  </a:cubicBezTo>
                  <a:lnTo>
                    <a:pt x="1" y="747"/>
                  </a:lnTo>
                  <a:cubicBezTo>
                    <a:pt x="1" y="890"/>
                    <a:pt x="116" y="1005"/>
                    <a:pt x="259" y="1005"/>
                  </a:cubicBezTo>
                  <a:lnTo>
                    <a:pt x="1762" y="1005"/>
                  </a:lnTo>
                  <a:cubicBezTo>
                    <a:pt x="1896" y="1005"/>
                    <a:pt x="2010" y="890"/>
                    <a:pt x="2010" y="747"/>
                  </a:cubicBezTo>
                  <a:lnTo>
                    <a:pt x="2010" y="249"/>
                  </a:lnTo>
                  <a:cubicBezTo>
                    <a:pt x="2010" y="115"/>
                    <a:pt x="1896" y="0"/>
                    <a:pt x="176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8" name="Google Shape;2368;p81"/>
            <p:cNvSpPr/>
            <p:nvPr/>
          </p:nvSpPr>
          <p:spPr>
            <a:xfrm>
              <a:off x="7765126" y="3951278"/>
              <a:ext cx="52573" cy="26418"/>
            </a:xfrm>
            <a:custGeom>
              <a:rect b="b" l="l" r="r" t="t"/>
              <a:pathLst>
                <a:path extrusionOk="0" h="1006" w="2002">
                  <a:moveTo>
                    <a:pt x="250" y="0"/>
                  </a:moveTo>
                  <a:cubicBezTo>
                    <a:pt x="116" y="0"/>
                    <a:pt x="1" y="115"/>
                    <a:pt x="1" y="249"/>
                  </a:cubicBezTo>
                  <a:lnTo>
                    <a:pt x="1" y="756"/>
                  </a:lnTo>
                  <a:cubicBezTo>
                    <a:pt x="1" y="890"/>
                    <a:pt x="116" y="1005"/>
                    <a:pt x="250" y="1005"/>
                  </a:cubicBezTo>
                  <a:lnTo>
                    <a:pt x="1752" y="1005"/>
                  </a:lnTo>
                  <a:cubicBezTo>
                    <a:pt x="1886" y="1005"/>
                    <a:pt x="2001" y="890"/>
                    <a:pt x="2001" y="756"/>
                  </a:cubicBezTo>
                  <a:lnTo>
                    <a:pt x="2001" y="249"/>
                  </a:lnTo>
                  <a:cubicBezTo>
                    <a:pt x="2001" y="11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69" name="Google Shape;2369;p81"/>
            <p:cNvSpPr/>
            <p:nvPr/>
          </p:nvSpPr>
          <p:spPr>
            <a:xfrm>
              <a:off x="7765126" y="3898758"/>
              <a:ext cx="52573" cy="26155"/>
            </a:xfrm>
            <a:custGeom>
              <a:rect b="b" l="l" r="r" t="t"/>
              <a:pathLst>
                <a:path extrusionOk="0" h="996" w="2002">
                  <a:moveTo>
                    <a:pt x="250" y="0"/>
                  </a:moveTo>
                  <a:cubicBezTo>
                    <a:pt x="116" y="0"/>
                    <a:pt x="1" y="105"/>
                    <a:pt x="1" y="249"/>
                  </a:cubicBezTo>
                  <a:lnTo>
                    <a:pt x="1" y="747"/>
                  </a:lnTo>
                  <a:cubicBezTo>
                    <a:pt x="1" y="890"/>
                    <a:pt x="116" y="995"/>
                    <a:pt x="250" y="995"/>
                  </a:cubicBezTo>
                  <a:lnTo>
                    <a:pt x="1752" y="995"/>
                  </a:lnTo>
                  <a:cubicBezTo>
                    <a:pt x="1886" y="995"/>
                    <a:pt x="2001" y="890"/>
                    <a:pt x="2001" y="747"/>
                  </a:cubicBezTo>
                  <a:lnTo>
                    <a:pt x="2001" y="249"/>
                  </a:lnTo>
                  <a:cubicBezTo>
                    <a:pt x="2001" y="10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0" name="Google Shape;2370;p81"/>
            <p:cNvSpPr/>
            <p:nvPr/>
          </p:nvSpPr>
          <p:spPr>
            <a:xfrm>
              <a:off x="7857114" y="3951278"/>
              <a:ext cx="52809" cy="26418"/>
            </a:xfrm>
            <a:custGeom>
              <a:rect b="b" l="l" r="r" t="t"/>
              <a:pathLst>
                <a:path extrusionOk="0" h="1006" w="2011">
                  <a:moveTo>
                    <a:pt x="259" y="0"/>
                  </a:moveTo>
                  <a:cubicBezTo>
                    <a:pt x="116" y="0"/>
                    <a:pt x="1" y="115"/>
                    <a:pt x="1" y="249"/>
                  </a:cubicBezTo>
                  <a:lnTo>
                    <a:pt x="1" y="756"/>
                  </a:lnTo>
                  <a:cubicBezTo>
                    <a:pt x="1" y="890"/>
                    <a:pt x="116" y="1005"/>
                    <a:pt x="259" y="1005"/>
                  </a:cubicBezTo>
                  <a:lnTo>
                    <a:pt x="1762" y="1005"/>
                  </a:lnTo>
                  <a:cubicBezTo>
                    <a:pt x="1896" y="1005"/>
                    <a:pt x="2010" y="890"/>
                    <a:pt x="2010" y="756"/>
                  </a:cubicBezTo>
                  <a:lnTo>
                    <a:pt x="2010" y="249"/>
                  </a:lnTo>
                  <a:cubicBezTo>
                    <a:pt x="2010" y="115"/>
                    <a:pt x="1896" y="0"/>
                    <a:pt x="176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1" name="Google Shape;2371;p81"/>
            <p:cNvSpPr/>
            <p:nvPr/>
          </p:nvSpPr>
          <p:spPr>
            <a:xfrm>
              <a:off x="7765126" y="4056580"/>
              <a:ext cx="52573" cy="26418"/>
            </a:xfrm>
            <a:custGeom>
              <a:rect b="b" l="l" r="r" t="t"/>
              <a:pathLst>
                <a:path extrusionOk="0" h="1006" w="2002">
                  <a:moveTo>
                    <a:pt x="250" y="0"/>
                  </a:moveTo>
                  <a:cubicBezTo>
                    <a:pt x="116" y="0"/>
                    <a:pt x="1" y="115"/>
                    <a:pt x="1" y="249"/>
                  </a:cubicBezTo>
                  <a:lnTo>
                    <a:pt x="1" y="747"/>
                  </a:lnTo>
                  <a:cubicBezTo>
                    <a:pt x="1" y="890"/>
                    <a:pt x="116" y="1005"/>
                    <a:pt x="250" y="1005"/>
                  </a:cubicBezTo>
                  <a:lnTo>
                    <a:pt x="1752" y="1005"/>
                  </a:lnTo>
                  <a:cubicBezTo>
                    <a:pt x="1886" y="1005"/>
                    <a:pt x="2001" y="890"/>
                    <a:pt x="2001" y="747"/>
                  </a:cubicBezTo>
                  <a:lnTo>
                    <a:pt x="2001" y="249"/>
                  </a:lnTo>
                  <a:cubicBezTo>
                    <a:pt x="2001" y="115"/>
                    <a:pt x="1886" y="0"/>
                    <a:pt x="1752" y="0"/>
                  </a:cubicBezTo>
                  <a:close/>
                </a:path>
              </a:pathLst>
            </a:custGeom>
            <a:solidFill>
              <a:srgbClr val="FFFFFF"/>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2" name="Google Shape;2372;p81"/>
            <p:cNvSpPr/>
            <p:nvPr/>
          </p:nvSpPr>
          <p:spPr>
            <a:xfrm>
              <a:off x="7854305" y="3944450"/>
              <a:ext cx="58691" cy="39758"/>
            </a:xfrm>
            <a:custGeom>
              <a:rect b="b" l="l" r="r" t="t"/>
              <a:pathLst>
                <a:path extrusionOk="0" h="1514" w="2235">
                  <a:moveTo>
                    <a:pt x="1867" y="0"/>
                  </a:moveTo>
                  <a:cubicBezTo>
                    <a:pt x="1809" y="0"/>
                    <a:pt x="1749" y="23"/>
                    <a:pt x="1696" y="78"/>
                  </a:cubicBezTo>
                  <a:lnTo>
                    <a:pt x="864" y="901"/>
                  </a:lnTo>
                  <a:lnTo>
                    <a:pt x="538" y="576"/>
                  </a:lnTo>
                  <a:cubicBezTo>
                    <a:pt x="483" y="521"/>
                    <a:pt x="422" y="498"/>
                    <a:pt x="363" y="498"/>
                  </a:cubicBezTo>
                  <a:cubicBezTo>
                    <a:pt x="167" y="498"/>
                    <a:pt x="0" y="756"/>
                    <a:pt x="184" y="940"/>
                  </a:cubicBezTo>
                  <a:lnTo>
                    <a:pt x="682" y="1437"/>
                  </a:lnTo>
                  <a:cubicBezTo>
                    <a:pt x="730" y="1485"/>
                    <a:pt x="797" y="1514"/>
                    <a:pt x="864" y="1514"/>
                  </a:cubicBezTo>
                  <a:cubicBezTo>
                    <a:pt x="931" y="1514"/>
                    <a:pt x="998" y="1485"/>
                    <a:pt x="1046" y="1437"/>
                  </a:cubicBezTo>
                  <a:lnTo>
                    <a:pt x="2050" y="442"/>
                  </a:lnTo>
                  <a:cubicBezTo>
                    <a:pt x="2235" y="258"/>
                    <a:pt x="2062" y="0"/>
                    <a:pt x="1867" y="0"/>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3" name="Google Shape;2373;p81"/>
            <p:cNvSpPr/>
            <p:nvPr/>
          </p:nvSpPr>
          <p:spPr>
            <a:xfrm>
              <a:off x="7670091" y="3944450"/>
              <a:ext cx="58691" cy="39758"/>
            </a:xfrm>
            <a:custGeom>
              <a:rect b="b" l="l" r="r" t="t"/>
              <a:pathLst>
                <a:path extrusionOk="0" h="1514" w="2235">
                  <a:moveTo>
                    <a:pt x="1871" y="0"/>
                  </a:moveTo>
                  <a:cubicBezTo>
                    <a:pt x="1813" y="0"/>
                    <a:pt x="1751" y="23"/>
                    <a:pt x="1696" y="78"/>
                  </a:cubicBezTo>
                  <a:lnTo>
                    <a:pt x="864" y="901"/>
                  </a:lnTo>
                  <a:lnTo>
                    <a:pt x="548" y="576"/>
                  </a:lnTo>
                  <a:cubicBezTo>
                    <a:pt x="493" y="521"/>
                    <a:pt x="431" y="498"/>
                    <a:pt x="372" y="498"/>
                  </a:cubicBezTo>
                  <a:cubicBezTo>
                    <a:pt x="173" y="498"/>
                    <a:pt x="0" y="756"/>
                    <a:pt x="184" y="940"/>
                  </a:cubicBezTo>
                  <a:lnTo>
                    <a:pt x="682" y="1437"/>
                  </a:lnTo>
                  <a:cubicBezTo>
                    <a:pt x="730" y="1485"/>
                    <a:pt x="797" y="1514"/>
                    <a:pt x="864" y="1514"/>
                  </a:cubicBezTo>
                  <a:cubicBezTo>
                    <a:pt x="931" y="1514"/>
                    <a:pt x="998" y="1485"/>
                    <a:pt x="1046" y="1437"/>
                  </a:cubicBezTo>
                  <a:lnTo>
                    <a:pt x="2050" y="442"/>
                  </a:lnTo>
                  <a:cubicBezTo>
                    <a:pt x="2235" y="258"/>
                    <a:pt x="2067" y="0"/>
                    <a:pt x="1871" y="0"/>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4" name="Google Shape;2374;p81"/>
            <p:cNvSpPr/>
            <p:nvPr/>
          </p:nvSpPr>
          <p:spPr>
            <a:xfrm>
              <a:off x="7762342" y="3996970"/>
              <a:ext cx="58665" cy="39810"/>
            </a:xfrm>
            <a:custGeom>
              <a:rect b="b" l="l" r="r" t="t"/>
              <a:pathLst>
                <a:path extrusionOk="0" h="1516" w="2234">
                  <a:moveTo>
                    <a:pt x="1862" y="0"/>
                  </a:moveTo>
                  <a:cubicBezTo>
                    <a:pt x="1803" y="0"/>
                    <a:pt x="1741" y="23"/>
                    <a:pt x="1686" y="79"/>
                  </a:cubicBezTo>
                  <a:lnTo>
                    <a:pt x="863" y="911"/>
                  </a:lnTo>
                  <a:lnTo>
                    <a:pt x="538" y="586"/>
                  </a:lnTo>
                  <a:cubicBezTo>
                    <a:pt x="482" y="530"/>
                    <a:pt x="419" y="506"/>
                    <a:pt x="360" y="506"/>
                  </a:cubicBezTo>
                  <a:cubicBezTo>
                    <a:pt x="165" y="506"/>
                    <a:pt x="0" y="757"/>
                    <a:pt x="184" y="940"/>
                  </a:cubicBezTo>
                  <a:lnTo>
                    <a:pt x="681" y="1447"/>
                  </a:lnTo>
                  <a:cubicBezTo>
                    <a:pt x="729" y="1495"/>
                    <a:pt x="786" y="1514"/>
                    <a:pt x="853" y="1514"/>
                  </a:cubicBezTo>
                  <a:cubicBezTo>
                    <a:pt x="863" y="1515"/>
                    <a:pt x="873" y="1516"/>
                    <a:pt x="883" y="1516"/>
                  </a:cubicBezTo>
                  <a:cubicBezTo>
                    <a:pt x="947" y="1516"/>
                    <a:pt x="1003" y="1489"/>
                    <a:pt x="1045" y="1447"/>
                  </a:cubicBezTo>
                  <a:lnTo>
                    <a:pt x="2050" y="442"/>
                  </a:lnTo>
                  <a:cubicBezTo>
                    <a:pt x="2234" y="258"/>
                    <a:pt x="2061" y="0"/>
                    <a:pt x="1862" y="0"/>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5" name="Google Shape;2375;p81"/>
            <p:cNvSpPr/>
            <p:nvPr/>
          </p:nvSpPr>
          <p:spPr>
            <a:xfrm>
              <a:off x="7578102" y="4049700"/>
              <a:ext cx="58665" cy="39810"/>
            </a:xfrm>
            <a:custGeom>
              <a:rect b="b" l="l" r="r" t="t"/>
              <a:pathLst>
                <a:path extrusionOk="0" h="1516" w="2234">
                  <a:moveTo>
                    <a:pt x="1866" y="1"/>
                  </a:moveTo>
                  <a:cubicBezTo>
                    <a:pt x="1806" y="1"/>
                    <a:pt x="1743" y="24"/>
                    <a:pt x="1687" y="80"/>
                  </a:cubicBezTo>
                  <a:lnTo>
                    <a:pt x="864" y="903"/>
                  </a:lnTo>
                  <a:lnTo>
                    <a:pt x="539" y="578"/>
                  </a:lnTo>
                  <a:cubicBezTo>
                    <a:pt x="483" y="523"/>
                    <a:pt x="422" y="500"/>
                    <a:pt x="364" y="500"/>
                  </a:cubicBezTo>
                  <a:cubicBezTo>
                    <a:pt x="168" y="500"/>
                    <a:pt x="0" y="758"/>
                    <a:pt x="184" y="942"/>
                  </a:cubicBezTo>
                  <a:lnTo>
                    <a:pt x="682" y="1439"/>
                  </a:lnTo>
                  <a:cubicBezTo>
                    <a:pt x="730" y="1487"/>
                    <a:pt x="797" y="1516"/>
                    <a:pt x="864" y="1516"/>
                  </a:cubicBezTo>
                  <a:cubicBezTo>
                    <a:pt x="931" y="1516"/>
                    <a:pt x="998" y="1487"/>
                    <a:pt x="1046" y="1439"/>
                  </a:cubicBezTo>
                  <a:lnTo>
                    <a:pt x="2051" y="434"/>
                  </a:lnTo>
                  <a:cubicBezTo>
                    <a:pt x="2234" y="251"/>
                    <a:pt x="2064" y="1"/>
                    <a:pt x="1866" y="1"/>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sp>
          <p:nvSpPr>
            <p:cNvPr id="2376" name="Google Shape;2376;p81"/>
            <p:cNvSpPr/>
            <p:nvPr/>
          </p:nvSpPr>
          <p:spPr>
            <a:xfrm>
              <a:off x="7762342" y="3891667"/>
              <a:ext cx="58665" cy="39784"/>
            </a:xfrm>
            <a:custGeom>
              <a:rect b="b" l="l" r="r" t="t"/>
              <a:pathLst>
                <a:path extrusionOk="0" h="1515" w="2234">
                  <a:moveTo>
                    <a:pt x="1862" y="0"/>
                  </a:moveTo>
                  <a:cubicBezTo>
                    <a:pt x="1803" y="0"/>
                    <a:pt x="1741" y="24"/>
                    <a:pt x="1686" y="79"/>
                  </a:cubicBezTo>
                  <a:lnTo>
                    <a:pt x="863" y="902"/>
                  </a:lnTo>
                  <a:lnTo>
                    <a:pt x="538" y="586"/>
                  </a:lnTo>
                  <a:cubicBezTo>
                    <a:pt x="482" y="530"/>
                    <a:pt x="419" y="506"/>
                    <a:pt x="360" y="506"/>
                  </a:cubicBezTo>
                  <a:cubicBezTo>
                    <a:pt x="165" y="506"/>
                    <a:pt x="0" y="757"/>
                    <a:pt x="184" y="940"/>
                  </a:cubicBezTo>
                  <a:lnTo>
                    <a:pt x="681" y="1438"/>
                  </a:lnTo>
                  <a:cubicBezTo>
                    <a:pt x="729" y="1485"/>
                    <a:pt x="786" y="1514"/>
                    <a:pt x="853" y="1514"/>
                  </a:cubicBezTo>
                  <a:cubicBezTo>
                    <a:pt x="930" y="1514"/>
                    <a:pt x="997" y="1495"/>
                    <a:pt x="1045" y="1438"/>
                  </a:cubicBezTo>
                  <a:lnTo>
                    <a:pt x="2050" y="442"/>
                  </a:lnTo>
                  <a:cubicBezTo>
                    <a:pt x="2234" y="258"/>
                    <a:pt x="2061" y="0"/>
                    <a:pt x="1862" y="0"/>
                  </a:cubicBezTo>
                  <a:close/>
                </a:path>
              </a:pathLst>
            </a:custGeom>
            <a:solidFill>
              <a:schemeClr val="dk2"/>
            </a:solidFill>
            <a:ln>
              <a:noFill/>
            </a:ln>
          </p:spPr>
          <p:txBody>
            <a:bodyPr anchorCtr="0" anchor="ctr" bIns="216900" lIns="216900" spcFirstLastPara="1" rIns="216900" wrap="square" tIns="216900">
              <a:noAutofit/>
            </a:bodyPr>
            <a:lstStyle/>
            <a:p>
              <a:pPr indent="0" lvl="0" marL="0" rtl="0" algn="l">
                <a:spcBef>
                  <a:spcPts val="0"/>
                </a:spcBef>
                <a:spcAft>
                  <a:spcPts val="0"/>
                </a:spcAft>
                <a:buNone/>
              </a:pPr>
              <a:r>
                <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0" name="Shape 2380"/>
        <p:cNvGrpSpPr/>
        <p:nvPr/>
      </p:nvGrpSpPr>
      <p:grpSpPr>
        <a:xfrm>
          <a:off x="0" y="0"/>
          <a:ext cx="0" cy="0"/>
          <a:chOff x="0" y="0"/>
          <a:chExt cx="0" cy="0"/>
        </a:xfrm>
      </p:grpSpPr>
      <p:sp>
        <p:nvSpPr>
          <p:cNvPr id="2381" name="Google Shape;2381;p82"/>
          <p:cNvSpPr txBox="1"/>
          <p:nvPr>
            <p:ph type="title"/>
          </p:nvPr>
        </p:nvSpPr>
        <p:spPr>
          <a:xfrm>
            <a:off x="716475" y="5416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Preliminary Results</a:t>
            </a:r>
            <a:endParaRPr/>
          </a:p>
        </p:txBody>
      </p:sp>
      <p:sp>
        <p:nvSpPr>
          <p:cNvPr id="2382" name="Google Shape;2382;p82"/>
          <p:cNvSpPr txBox="1"/>
          <p:nvPr/>
        </p:nvSpPr>
        <p:spPr>
          <a:xfrm>
            <a:off x="765650" y="1284700"/>
            <a:ext cx="6858000" cy="325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200">
              <a:solidFill>
                <a:schemeClr val="dk1"/>
              </a:solidFill>
              <a:latin typeface="Open Sans"/>
              <a:ea typeface="Open Sans"/>
              <a:cs typeface="Open Sans"/>
              <a:sym typeface="Open Sans"/>
            </a:endParaRPr>
          </a:p>
        </p:txBody>
      </p:sp>
      <p:grpSp>
        <p:nvGrpSpPr>
          <p:cNvPr id="2383" name="Google Shape;2383;p82"/>
          <p:cNvGrpSpPr/>
          <p:nvPr/>
        </p:nvGrpSpPr>
        <p:grpSpPr>
          <a:xfrm>
            <a:off x="1211868" y="3281940"/>
            <a:ext cx="1212921" cy="978271"/>
            <a:chOff x="7541469" y="3793455"/>
            <a:chExt cx="407897" cy="328985"/>
          </a:xfrm>
        </p:grpSpPr>
        <p:sp>
          <p:nvSpPr>
            <p:cNvPr id="2384" name="Google Shape;2384;p82"/>
            <p:cNvSpPr/>
            <p:nvPr/>
          </p:nvSpPr>
          <p:spPr>
            <a:xfrm>
              <a:off x="7541469" y="3819820"/>
              <a:ext cx="407897" cy="302620"/>
            </a:xfrm>
            <a:custGeom>
              <a:rect b="b" l="l" r="r" t="t"/>
              <a:pathLst>
                <a:path extrusionOk="0" h="11524" w="15533">
                  <a:moveTo>
                    <a:pt x="14794" y="1"/>
                  </a:moveTo>
                  <a:cubicBezTo>
                    <a:pt x="14788" y="1"/>
                    <a:pt x="14783" y="1"/>
                    <a:pt x="14777" y="1"/>
                  </a:cubicBezTo>
                  <a:lnTo>
                    <a:pt x="747" y="1"/>
                  </a:lnTo>
                  <a:cubicBezTo>
                    <a:pt x="335" y="1"/>
                    <a:pt x="0" y="336"/>
                    <a:pt x="0" y="747"/>
                  </a:cubicBezTo>
                  <a:lnTo>
                    <a:pt x="0" y="10768"/>
                  </a:lnTo>
                  <a:cubicBezTo>
                    <a:pt x="0" y="11179"/>
                    <a:pt x="335" y="11514"/>
                    <a:pt x="747" y="11524"/>
                  </a:cubicBezTo>
                  <a:lnTo>
                    <a:pt x="14777" y="11524"/>
                  </a:lnTo>
                  <a:cubicBezTo>
                    <a:pt x="15198" y="11524"/>
                    <a:pt x="15533" y="11179"/>
                    <a:pt x="15533" y="10768"/>
                  </a:cubicBezTo>
                  <a:lnTo>
                    <a:pt x="15533" y="747"/>
                  </a:lnTo>
                  <a:cubicBezTo>
                    <a:pt x="15533" y="342"/>
                    <a:pt x="15207" y="1"/>
                    <a:pt x="14794" y="1"/>
                  </a:cubicBezTo>
                  <a:close/>
                </a:path>
              </a:pathLst>
            </a:custGeom>
            <a:solidFill>
              <a:srgbClr val="E3E9ED"/>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85" name="Google Shape;2385;p82"/>
            <p:cNvSpPr/>
            <p:nvPr/>
          </p:nvSpPr>
          <p:spPr>
            <a:xfrm>
              <a:off x="7541469" y="3819820"/>
              <a:ext cx="407897" cy="39495"/>
            </a:xfrm>
            <a:custGeom>
              <a:rect b="b" l="l" r="r" t="t"/>
              <a:pathLst>
                <a:path extrusionOk="0" h="1504" w="15533">
                  <a:moveTo>
                    <a:pt x="14794" y="1"/>
                  </a:moveTo>
                  <a:cubicBezTo>
                    <a:pt x="14788" y="1"/>
                    <a:pt x="14783" y="1"/>
                    <a:pt x="14777" y="1"/>
                  </a:cubicBezTo>
                  <a:lnTo>
                    <a:pt x="747" y="1"/>
                  </a:lnTo>
                  <a:cubicBezTo>
                    <a:pt x="335" y="1"/>
                    <a:pt x="0" y="336"/>
                    <a:pt x="0" y="747"/>
                  </a:cubicBezTo>
                  <a:lnTo>
                    <a:pt x="0" y="1504"/>
                  </a:lnTo>
                  <a:lnTo>
                    <a:pt x="15533" y="1504"/>
                  </a:lnTo>
                  <a:lnTo>
                    <a:pt x="15533" y="747"/>
                  </a:lnTo>
                  <a:cubicBezTo>
                    <a:pt x="15533" y="342"/>
                    <a:pt x="15207" y="1"/>
                    <a:pt x="14794" y="1"/>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86" name="Google Shape;2386;p82"/>
            <p:cNvSpPr/>
            <p:nvPr/>
          </p:nvSpPr>
          <p:spPr>
            <a:xfrm>
              <a:off x="7567860" y="3819846"/>
              <a:ext cx="52546" cy="26155"/>
            </a:xfrm>
            <a:custGeom>
              <a:rect b="b" l="l" r="r" t="t"/>
              <a:pathLst>
                <a:path extrusionOk="0" h="996" w="2001">
                  <a:moveTo>
                    <a:pt x="0" y="0"/>
                  </a:moveTo>
                  <a:lnTo>
                    <a:pt x="0" y="249"/>
                  </a:lnTo>
                  <a:cubicBezTo>
                    <a:pt x="0" y="660"/>
                    <a:pt x="335" y="995"/>
                    <a:pt x="747" y="995"/>
                  </a:cubicBezTo>
                  <a:lnTo>
                    <a:pt x="1254" y="995"/>
                  </a:lnTo>
                  <a:cubicBezTo>
                    <a:pt x="1665" y="995"/>
                    <a:pt x="2000" y="660"/>
                    <a:pt x="2000" y="249"/>
                  </a:cubicBezTo>
                  <a:lnTo>
                    <a:pt x="2000" y="0"/>
                  </a:lnTo>
                  <a:close/>
                </a:path>
              </a:pathLst>
            </a:custGeom>
            <a:solidFill>
              <a:srgbClr val="30496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87" name="Google Shape;2387;p82"/>
            <p:cNvSpPr/>
            <p:nvPr/>
          </p:nvSpPr>
          <p:spPr>
            <a:xfrm>
              <a:off x="7870428" y="3819846"/>
              <a:ext cx="52573" cy="26155"/>
            </a:xfrm>
            <a:custGeom>
              <a:rect b="b" l="l" r="r" t="t"/>
              <a:pathLst>
                <a:path extrusionOk="0" h="996" w="2002">
                  <a:moveTo>
                    <a:pt x="1" y="0"/>
                  </a:moveTo>
                  <a:lnTo>
                    <a:pt x="1" y="249"/>
                  </a:lnTo>
                  <a:cubicBezTo>
                    <a:pt x="1" y="660"/>
                    <a:pt x="336" y="995"/>
                    <a:pt x="747" y="995"/>
                  </a:cubicBezTo>
                  <a:lnTo>
                    <a:pt x="1255" y="995"/>
                  </a:lnTo>
                  <a:cubicBezTo>
                    <a:pt x="1666" y="995"/>
                    <a:pt x="2001" y="660"/>
                    <a:pt x="2001" y="249"/>
                  </a:cubicBezTo>
                  <a:lnTo>
                    <a:pt x="2001" y="0"/>
                  </a:lnTo>
                  <a:close/>
                </a:path>
              </a:pathLst>
            </a:custGeom>
            <a:solidFill>
              <a:srgbClr val="30496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88" name="Google Shape;2388;p82"/>
            <p:cNvSpPr/>
            <p:nvPr/>
          </p:nvSpPr>
          <p:spPr>
            <a:xfrm>
              <a:off x="7580912" y="3793455"/>
              <a:ext cx="26418" cy="39469"/>
            </a:xfrm>
            <a:custGeom>
              <a:rect b="b" l="l" r="r" t="t"/>
              <a:pathLst>
                <a:path extrusionOk="0" h="1503" w="1006">
                  <a:moveTo>
                    <a:pt x="250" y="0"/>
                  </a:moveTo>
                  <a:cubicBezTo>
                    <a:pt x="116" y="0"/>
                    <a:pt x="1" y="105"/>
                    <a:pt x="1" y="249"/>
                  </a:cubicBezTo>
                  <a:lnTo>
                    <a:pt x="1" y="1254"/>
                  </a:lnTo>
                  <a:cubicBezTo>
                    <a:pt x="1" y="1388"/>
                    <a:pt x="116" y="1503"/>
                    <a:pt x="250" y="1503"/>
                  </a:cubicBezTo>
                  <a:lnTo>
                    <a:pt x="757" y="1503"/>
                  </a:lnTo>
                  <a:cubicBezTo>
                    <a:pt x="891" y="1503"/>
                    <a:pt x="1006" y="1388"/>
                    <a:pt x="1006" y="1254"/>
                  </a:cubicBezTo>
                  <a:lnTo>
                    <a:pt x="1006" y="249"/>
                  </a:lnTo>
                  <a:cubicBezTo>
                    <a:pt x="1006" y="105"/>
                    <a:pt x="891" y="0"/>
                    <a:pt x="757" y="0"/>
                  </a:cubicBezTo>
                  <a:close/>
                </a:path>
              </a:pathLst>
            </a:custGeom>
            <a:solidFill>
              <a:srgbClr val="E3E9ED"/>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89" name="Google Shape;2389;p82"/>
            <p:cNvSpPr/>
            <p:nvPr/>
          </p:nvSpPr>
          <p:spPr>
            <a:xfrm>
              <a:off x="7580912" y="3793455"/>
              <a:ext cx="26418" cy="19616"/>
            </a:xfrm>
            <a:custGeom>
              <a:rect b="b" l="l" r="r" t="t"/>
              <a:pathLst>
                <a:path extrusionOk="0" h="747" w="1006">
                  <a:moveTo>
                    <a:pt x="250" y="0"/>
                  </a:moveTo>
                  <a:cubicBezTo>
                    <a:pt x="116" y="0"/>
                    <a:pt x="1" y="115"/>
                    <a:pt x="1" y="249"/>
                  </a:cubicBezTo>
                  <a:lnTo>
                    <a:pt x="1" y="498"/>
                  </a:lnTo>
                  <a:cubicBezTo>
                    <a:pt x="1" y="641"/>
                    <a:pt x="116" y="747"/>
                    <a:pt x="250" y="747"/>
                  </a:cubicBezTo>
                  <a:lnTo>
                    <a:pt x="757" y="747"/>
                  </a:lnTo>
                  <a:cubicBezTo>
                    <a:pt x="891" y="747"/>
                    <a:pt x="1006" y="641"/>
                    <a:pt x="1006" y="498"/>
                  </a:cubicBezTo>
                  <a:lnTo>
                    <a:pt x="1006" y="249"/>
                  </a:lnTo>
                  <a:cubicBezTo>
                    <a:pt x="1006" y="115"/>
                    <a:pt x="891" y="0"/>
                    <a:pt x="757" y="0"/>
                  </a:cubicBezTo>
                  <a:close/>
                </a:path>
              </a:pathLst>
            </a:custGeom>
            <a:solidFill>
              <a:srgbClr val="C5D1DA"/>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0" name="Google Shape;2390;p82"/>
            <p:cNvSpPr/>
            <p:nvPr/>
          </p:nvSpPr>
          <p:spPr>
            <a:xfrm>
              <a:off x="7883506" y="3793455"/>
              <a:ext cx="26418" cy="39469"/>
            </a:xfrm>
            <a:custGeom>
              <a:rect b="b" l="l" r="r" t="t"/>
              <a:pathLst>
                <a:path extrusionOk="0" h="1503" w="1006">
                  <a:moveTo>
                    <a:pt x="249" y="0"/>
                  </a:moveTo>
                  <a:cubicBezTo>
                    <a:pt x="115" y="0"/>
                    <a:pt x="1" y="105"/>
                    <a:pt x="1" y="249"/>
                  </a:cubicBezTo>
                  <a:lnTo>
                    <a:pt x="1" y="1254"/>
                  </a:lnTo>
                  <a:cubicBezTo>
                    <a:pt x="1" y="1388"/>
                    <a:pt x="115" y="1503"/>
                    <a:pt x="249" y="1503"/>
                  </a:cubicBezTo>
                  <a:lnTo>
                    <a:pt x="757" y="1503"/>
                  </a:lnTo>
                  <a:cubicBezTo>
                    <a:pt x="891" y="1503"/>
                    <a:pt x="1005" y="1388"/>
                    <a:pt x="1005" y="1254"/>
                  </a:cubicBezTo>
                  <a:lnTo>
                    <a:pt x="1005" y="249"/>
                  </a:lnTo>
                  <a:cubicBezTo>
                    <a:pt x="1005" y="105"/>
                    <a:pt x="891" y="0"/>
                    <a:pt x="757" y="0"/>
                  </a:cubicBezTo>
                  <a:close/>
                </a:path>
              </a:pathLst>
            </a:custGeom>
            <a:solidFill>
              <a:srgbClr val="E3E9ED"/>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1" name="Google Shape;2391;p82"/>
            <p:cNvSpPr/>
            <p:nvPr/>
          </p:nvSpPr>
          <p:spPr>
            <a:xfrm>
              <a:off x="7883506" y="3793455"/>
              <a:ext cx="26418" cy="19616"/>
            </a:xfrm>
            <a:custGeom>
              <a:rect b="b" l="l" r="r" t="t"/>
              <a:pathLst>
                <a:path extrusionOk="0" h="747" w="1006">
                  <a:moveTo>
                    <a:pt x="249" y="0"/>
                  </a:moveTo>
                  <a:cubicBezTo>
                    <a:pt x="115" y="0"/>
                    <a:pt x="1" y="115"/>
                    <a:pt x="1" y="249"/>
                  </a:cubicBezTo>
                  <a:lnTo>
                    <a:pt x="1" y="498"/>
                  </a:lnTo>
                  <a:cubicBezTo>
                    <a:pt x="1" y="641"/>
                    <a:pt x="115" y="747"/>
                    <a:pt x="249" y="747"/>
                  </a:cubicBezTo>
                  <a:lnTo>
                    <a:pt x="757" y="747"/>
                  </a:lnTo>
                  <a:cubicBezTo>
                    <a:pt x="891" y="747"/>
                    <a:pt x="1005" y="641"/>
                    <a:pt x="1005" y="498"/>
                  </a:cubicBezTo>
                  <a:lnTo>
                    <a:pt x="1005" y="249"/>
                  </a:lnTo>
                  <a:cubicBezTo>
                    <a:pt x="1005" y="115"/>
                    <a:pt x="891" y="0"/>
                    <a:pt x="757" y="0"/>
                  </a:cubicBezTo>
                  <a:close/>
                </a:path>
              </a:pathLst>
            </a:custGeom>
            <a:solidFill>
              <a:srgbClr val="C5D1DA"/>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2" name="Google Shape;2392;p82"/>
            <p:cNvSpPr/>
            <p:nvPr/>
          </p:nvSpPr>
          <p:spPr>
            <a:xfrm>
              <a:off x="7541469" y="3859289"/>
              <a:ext cx="407897" cy="13104"/>
            </a:xfrm>
            <a:custGeom>
              <a:rect b="b" l="l" r="r" t="t"/>
              <a:pathLst>
                <a:path extrusionOk="0" h="499" w="15533">
                  <a:moveTo>
                    <a:pt x="0" y="1"/>
                  </a:moveTo>
                  <a:lnTo>
                    <a:pt x="0" y="498"/>
                  </a:lnTo>
                  <a:lnTo>
                    <a:pt x="15533" y="498"/>
                  </a:lnTo>
                  <a:lnTo>
                    <a:pt x="15533" y="1"/>
                  </a:lnTo>
                  <a:close/>
                </a:path>
              </a:pathLst>
            </a:custGeom>
            <a:solidFill>
              <a:srgbClr val="E3E9ED"/>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3" name="Google Shape;2393;p82"/>
            <p:cNvSpPr/>
            <p:nvPr/>
          </p:nvSpPr>
          <p:spPr>
            <a:xfrm>
              <a:off x="7580912" y="3898758"/>
              <a:ext cx="52573" cy="26155"/>
            </a:xfrm>
            <a:custGeom>
              <a:rect b="b" l="l" r="r" t="t"/>
              <a:pathLst>
                <a:path extrusionOk="0" h="996" w="2002">
                  <a:moveTo>
                    <a:pt x="250" y="0"/>
                  </a:moveTo>
                  <a:cubicBezTo>
                    <a:pt x="116" y="0"/>
                    <a:pt x="1" y="105"/>
                    <a:pt x="1" y="249"/>
                  </a:cubicBezTo>
                  <a:lnTo>
                    <a:pt x="1" y="747"/>
                  </a:lnTo>
                  <a:cubicBezTo>
                    <a:pt x="1" y="890"/>
                    <a:pt x="116" y="995"/>
                    <a:pt x="250" y="995"/>
                  </a:cubicBezTo>
                  <a:lnTo>
                    <a:pt x="1752" y="995"/>
                  </a:lnTo>
                  <a:cubicBezTo>
                    <a:pt x="1896" y="995"/>
                    <a:pt x="2001" y="890"/>
                    <a:pt x="2001" y="747"/>
                  </a:cubicBezTo>
                  <a:lnTo>
                    <a:pt x="2001" y="249"/>
                  </a:lnTo>
                  <a:cubicBezTo>
                    <a:pt x="2001" y="10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4" name="Google Shape;2394;p82"/>
            <p:cNvSpPr/>
            <p:nvPr/>
          </p:nvSpPr>
          <p:spPr>
            <a:xfrm>
              <a:off x="7580912" y="3951278"/>
              <a:ext cx="52573" cy="26418"/>
            </a:xfrm>
            <a:custGeom>
              <a:rect b="b" l="l" r="r" t="t"/>
              <a:pathLst>
                <a:path extrusionOk="0" h="1006" w="2002">
                  <a:moveTo>
                    <a:pt x="250" y="0"/>
                  </a:moveTo>
                  <a:cubicBezTo>
                    <a:pt x="116" y="0"/>
                    <a:pt x="1" y="115"/>
                    <a:pt x="1" y="249"/>
                  </a:cubicBezTo>
                  <a:lnTo>
                    <a:pt x="1" y="756"/>
                  </a:lnTo>
                  <a:cubicBezTo>
                    <a:pt x="1" y="890"/>
                    <a:pt x="116" y="1005"/>
                    <a:pt x="250" y="1005"/>
                  </a:cubicBezTo>
                  <a:lnTo>
                    <a:pt x="1752" y="1005"/>
                  </a:lnTo>
                  <a:cubicBezTo>
                    <a:pt x="1896" y="1005"/>
                    <a:pt x="2001" y="890"/>
                    <a:pt x="2001" y="756"/>
                  </a:cubicBezTo>
                  <a:lnTo>
                    <a:pt x="2001" y="249"/>
                  </a:lnTo>
                  <a:cubicBezTo>
                    <a:pt x="2001" y="11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5" name="Google Shape;2395;p82"/>
            <p:cNvSpPr/>
            <p:nvPr/>
          </p:nvSpPr>
          <p:spPr>
            <a:xfrm>
              <a:off x="7580912" y="4004060"/>
              <a:ext cx="52573" cy="26155"/>
            </a:xfrm>
            <a:custGeom>
              <a:rect b="b" l="l" r="r" t="t"/>
              <a:pathLst>
                <a:path extrusionOk="0" h="996" w="2002">
                  <a:moveTo>
                    <a:pt x="250" y="0"/>
                  </a:moveTo>
                  <a:cubicBezTo>
                    <a:pt x="116" y="0"/>
                    <a:pt x="1" y="105"/>
                    <a:pt x="1" y="249"/>
                  </a:cubicBezTo>
                  <a:lnTo>
                    <a:pt x="1" y="746"/>
                  </a:lnTo>
                  <a:cubicBezTo>
                    <a:pt x="1" y="880"/>
                    <a:pt x="116" y="995"/>
                    <a:pt x="250" y="995"/>
                  </a:cubicBezTo>
                  <a:lnTo>
                    <a:pt x="1752" y="995"/>
                  </a:lnTo>
                  <a:cubicBezTo>
                    <a:pt x="1896" y="995"/>
                    <a:pt x="2001" y="880"/>
                    <a:pt x="2001" y="746"/>
                  </a:cubicBezTo>
                  <a:lnTo>
                    <a:pt x="2001" y="249"/>
                  </a:lnTo>
                  <a:cubicBezTo>
                    <a:pt x="2001" y="10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6" name="Google Shape;2396;p82"/>
            <p:cNvSpPr/>
            <p:nvPr/>
          </p:nvSpPr>
          <p:spPr>
            <a:xfrm>
              <a:off x="7672900" y="4004060"/>
              <a:ext cx="52809" cy="26155"/>
            </a:xfrm>
            <a:custGeom>
              <a:rect b="b" l="l" r="r" t="t"/>
              <a:pathLst>
                <a:path extrusionOk="0" h="996" w="2011">
                  <a:moveTo>
                    <a:pt x="259" y="0"/>
                  </a:moveTo>
                  <a:cubicBezTo>
                    <a:pt x="115" y="0"/>
                    <a:pt x="1" y="105"/>
                    <a:pt x="1" y="249"/>
                  </a:cubicBezTo>
                  <a:lnTo>
                    <a:pt x="1" y="746"/>
                  </a:lnTo>
                  <a:cubicBezTo>
                    <a:pt x="1" y="880"/>
                    <a:pt x="115" y="995"/>
                    <a:pt x="259" y="995"/>
                  </a:cubicBezTo>
                  <a:lnTo>
                    <a:pt x="1752" y="995"/>
                  </a:lnTo>
                  <a:cubicBezTo>
                    <a:pt x="1896" y="995"/>
                    <a:pt x="2010" y="880"/>
                    <a:pt x="2010" y="746"/>
                  </a:cubicBezTo>
                  <a:lnTo>
                    <a:pt x="2010" y="249"/>
                  </a:lnTo>
                  <a:cubicBezTo>
                    <a:pt x="2010" y="105"/>
                    <a:pt x="189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7" name="Google Shape;2397;p82"/>
            <p:cNvSpPr/>
            <p:nvPr/>
          </p:nvSpPr>
          <p:spPr>
            <a:xfrm>
              <a:off x="7765126" y="4004060"/>
              <a:ext cx="52573" cy="26155"/>
            </a:xfrm>
            <a:custGeom>
              <a:rect b="b" l="l" r="r" t="t"/>
              <a:pathLst>
                <a:path extrusionOk="0" h="996" w="2002">
                  <a:moveTo>
                    <a:pt x="250" y="0"/>
                  </a:moveTo>
                  <a:cubicBezTo>
                    <a:pt x="116" y="0"/>
                    <a:pt x="1" y="105"/>
                    <a:pt x="1" y="249"/>
                  </a:cubicBezTo>
                  <a:lnTo>
                    <a:pt x="1" y="746"/>
                  </a:lnTo>
                  <a:cubicBezTo>
                    <a:pt x="1" y="880"/>
                    <a:pt x="116" y="995"/>
                    <a:pt x="250" y="995"/>
                  </a:cubicBezTo>
                  <a:lnTo>
                    <a:pt x="1752" y="995"/>
                  </a:lnTo>
                  <a:cubicBezTo>
                    <a:pt x="1886" y="995"/>
                    <a:pt x="2001" y="880"/>
                    <a:pt x="2001" y="746"/>
                  </a:cubicBezTo>
                  <a:lnTo>
                    <a:pt x="2001" y="249"/>
                  </a:lnTo>
                  <a:cubicBezTo>
                    <a:pt x="2001" y="10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8" name="Google Shape;2398;p82"/>
            <p:cNvSpPr/>
            <p:nvPr/>
          </p:nvSpPr>
          <p:spPr>
            <a:xfrm>
              <a:off x="7672900" y="3951278"/>
              <a:ext cx="52809" cy="26418"/>
            </a:xfrm>
            <a:custGeom>
              <a:rect b="b" l="l" r="r" t="t"/>
              <a:pathLst>
                <a:path extrusionOk="0" h="1006" w="2011">
                  <a:moveTo>
                    <a:pt x="259" y="0"/>
                  </a:moveTo>
                  <a:cubicBezTo>
                    <a:pt x="115" y="0"/>
                    <a:pt x="1" y="115"/>
                    <a:pt x="1" y="249"/>
                  </a:cubicBezTo>
                  <a:lnTo>
                    <a:pt x="1" y="756"/>
                  </a:lnTo>
                  <a:cubicBezTo>
                    <a:pt x="1" y="890"/>
                    <a:pt x="115" y="1005"/>
                    <a:pt x="259" y="1005"/>
                  </a:cubicBezTo>
                  <a:lnTo>
                    <a:pt x="1752" y="1005"/>
                  </a:lnTo>
                  <a:cubicBezTo>
                    <a:pt x="1896" y="1005"/>
                    <a:pt x="2010" y="890"/>
                    <a:pt x="2010" y="756"/>
                  </a:cubicBezTo>
                  <a:lnTo>
                    <a:pt x="2010" y="249"/>
                  </a:lnTo>
                  <a:cubicBezTo>
                    <a:pt x="2010" y="115"/>
                    <a:pt x="189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399" name="Google Shape;2399;p82"/>
            <p:cNvSpPr/>
            <p:nvPr/>
          </p:nvSpPr>
          <p:spPr>
            <a:xfrm>
              <a:off x="7580912" y="4056580"/>
              <a:ext cx="52573" cy="26418"/>
            </a:xfrm>
            <a:custGeom>
              <a:rect b="b" l="l" r="r" t="t"/>
              <a:pathLst>
                <a:path extrusionOk="0" h="1006" w="2002">
                  <a:moveTo>
                    <a:pt x="250" y="0"/>
                  </a:moveTo>
                  <a:cubicBezTo>
                    <a:pt x="116" y="0"/>
                    <a:pt x="1" y="115"/>
                    <a:pt x="1" y="249"/>
                  </a:cubicBezTo>
                  <a:lnTo>
                    <a:pt x="1" y="747"/>
                  </a:lnTo>
                  <a:cubicBezTo>
                    <a:pt x="1" y="890"/>
                    <a:pt x="116" y="1005"/>
                    <a:pt x="250" y="1005"/>
                  </a:cubicBezTo>
                  <a:lnTo>
                    <a:pt x="1752" y="1005"/>
                  </a:lnTo>
                  <a:cubicBezTo>
                    <a:pt x="1896" y="996"/>
                    <a:pt x="2001" y="890"/>
                    <a:pt x="2001" y="747"/>
                  </a:cubicBezTo>
                  <a:lnTo>
                    <a:pt x="2001" y="249"/>
                  </a:lnTo>
                  <a:cubicBezTo>
                    <a:pt x="2001" y="11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0" name="Google Shape;2400;p82"/>
            <p:cNvSpPr/>
            <p:nvPr/>
          </p:nvSpPr>
          <p:spPr>
            <a:xfrm>
              <a:off x="7672900" y="3898758"/>
              <a:ext cx="52809" cy="26155"/>
            </a:xfrm>
            <a:custGeom>
              <a:rect b="b" l="l" r="r" t="t"/>
              <a:pathLst>
                <a:path extrusionOk="0" h="996" w="2011">
                  <a:moveTo>
                    <a:pt x="259" y="0"/>
                  </a:moveTo>
                  <a:cubicBezTo>
                    <a:pt x="115" y="0"/>
                    <a:pt x="1" y="105"/>
                    <a:pt x="1" y="249"/>
                  </a:cubicBezTo>
                  <a:lnTo>
                    <a:pt x="1" y="747"/>
                  </a:lnTo>
                  <a:cubicBezTo>
                    <a:pt x="1" y="890"/>
                    <a:pt x="115" y="995"/>
                    <a:pt x="259" y="995"/>
                  </a:cubicBezTo>
                  <a:lnTo>
                    <a:pt x="1752" y="995"/>
                  </a:lnTo>
                  <a:cubicBezTo>
                    <a:pt x="1896" y="995"/>
                    <a:pt x="2010" y="890"/>
                    <a:pt x="2010" y="747"/>
                  </a:cubicBezTo>
                  <a:lnTo>
                    <a:pt x="2010" y="249"/>
                  </a:lnTo>
                  <a:cubicBezTo>
                    <a:pt x="2010" y="105"/>
                    <a:pt x="189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1" name="Google Shape;2401;p82"/>
            <p:cNvSpPr/>
            <p:nvPr/>
          </p:nvSpPr>
          <p:spPr>
            <a:xfrm>
              <a:off x="7672900" y="4056580"/>
              <a:ext cx="52809" cy="26418"/>
            </a:xfrm>
            <a:custGeom>
              <a:rect b="b" l="l" r="r" t="t"/>
              <a:pathLst>
                <a:path extrusionOk="0" h="1006" w="2011">
                  <a:moveTo>
                    <a:pt x="259" y="0"/>
                  </a:moveTo>
                  <a:cubicBezTo>
                    <a:pt x="115" y="0"/>
                    <a:pt x="1" y="115"/>
                    <a:pt x="1" y="249"/>
                  </a:cubicBezTo>
                  <a:lnTo>
                    <a:pt x="1" y="747"/>
                  </a:lnTo>
                  <a:cubicBezTo>
                    <a:pt x="1" y="890"/>
                    <a:pt x="115" y="1005"/>
                    <a:pt x="259" y="1005"/>
                  </a:cubicBezTo>
                  <a:lnTo>
                    <a:pt x="1752" y="1005"/>
                  </a:lnTo>
                  <a:cubicBezTo>
                    <a:pt x="1896" y="1005"/>
                    <a:pt x="2010" y="890"/>
                    <a:pt x="2010" y="747"/>
                  </a:cubicBezTo>
                  <a:lnTo>
                    <a:pt x="2010" y="249"/>
                  </a:lnTo>
                  <a:cubicBezTo>
                    <a:pt x="2010" y="115"/>
                    <a:pt x="189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2" name="Google Shape;2402;p82"/>
            <p:cNvSpPr/>
            <p:nvPr/>
          </p:nvSpPr>
          <p:spPr>
            <a:xfrm>
              <a:off x="7857114" y="4004060"/>
              <a:ext cx="52809" cy="26155"/>
            </a:xfrm>
            <a:custGeom>
              <a:rect b="b" l="l" r="r" t="t"/>
              <a:pathLst>
                <a:path extrusionOk="0" h="996" w="2011">
                  <a:moveTo>
                    <a:pt x="259" y="0"/>
                  </a:moveTo>
                  <a:cubicBezTo>
                    <a:pt x="116" y="0"/>
                    <a:pt x="1" y="105"/>
                    <a:pt x="1" y="249"/>
                  </a:cubicBezTo>
                  <a:lnTo>
                    <a:pt x="1" y="746"/>
                  </a:lnTo>
                  <a:cubicBezTo>
                    <a:pt x="1" y="880"/>
                    <a:pt x="116" y="995"/>
                    <a:pt x="259" y="995"/>
                  </a:cubicBezTo>
                  <a:lnTo>
                    <a:pt x="1762" y="995"/>
                  </a:lnTo>
                  <a:cubicBezTo>
                    <a:pt x="1896" y="995"/>
                    <a:pt x="2010" y="880"/>
                    <a:pt x="2010" y="746"/>
                  </a:cubicBezTo>
                  <a:lnTo>
                    <a:pt x="2010" y="249"/>
                  </a:lnTo>
                  <a:cubicBezTo>
                    <a:pt x="2010" y="105"/>
                    <a:pt x="1896" y="0"/>
                    <a:pt x="176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3" name="Google Shape;2403;p82"/>
            <p:cNvSpPr/>
            <p:nvPr/>
          </p:nvSpPr>
          <p:spPr>
            <a:xfrm>
              <a:off x="7857114" y="3898758"/>
              <a:ext cx="52809" cy="26155"/>
            </a:xfrm>
            <a:custGeom>
              <a:rect b="b" l="l" r="r" t="t"/>
              <a:pathLst>
                <a:path extrusionOk="0" h="996" w="2011">
                  <a:moveTo>
                    <a:pt x="259" y="0"/>
                  </a:moveTo>
                  <a:cubicBezTo>
                    <a:pt x="116" y="0"/>
                    <a:pt x="1" y="105"/>
                    <a:pt x="1" y="249"/>
                  </a:cubicBezTo>
                  <a:lnTo>
                    <a:pt x="1" y="747"/>
                  </a:lnTo>
                  <a:cubicBezTo>
                    <a:pt x="1" y="890"/>
                    <a:pt x="116" y="995"/>
                    <a:pt x="259" y="995"/>
                  </a:cubicBezTo>
                  <a:lnTo>
                    <a:pt x="1762" y="995"/>
                  </a:lnTo>
                  <a:cubicBezTo>
                    <a:pt x="1896" y="995"/>
                    <a:pt x="2010" y="890"/>
                    <a:pt x="2010" y="747"/>
                  </a:cubicBezTo>
                  <a:lnTo>
                    <a:pt x="2010" y="249"/>
                  </a:lnTo>
                  <a:cubicBezTo>
                    <a:pt x="2010" y="105"/>
                    <a:pt x="1896" y="0"/>
                    <a:pt x="176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4" name="Google Shape;2404;p82"/>
            <p:cNvSpPr/>
            <p:nvPr/>
          </p:nvSpPr>
          <p:spPr>
            <a:xfrm>
              <a:off x="7857114" y="4056580"/>
              <a:ext cx="52809" cy="26418"/>
            </a:xfrm>
            <a:custGeom>
              <a:rect b="b" l="l" r="r" t="t"/>
              <a:pathLst>
                <a:path extrusionOk="0" h="1006" w="2011">
                  <a:moveTo>
                    <a:pt x="259" y="0"/>
                  </a:moveTo>
                  <a:cubicBezTo>
                    <a:pt x="116" y="0"/>
                    <a:pt x="1" y="115"/>
                    <a:pt x="1" y="249"/>
                  </a:cubicBezTo>
                  <a:lnTo>
                    <a:pt x="1" y="747"/>
                  </a:lnTo>
                  <a:cubicBezTo>
                    <a:pt x="1" y="890"/>
                    <a:pt x="116" y="1005"/>
                    <a:pt x="259" y="1005"/>
                  </a:cubicBezTo>
                  <a:lnTo>
                    <a:pt x="1762" y="1005"/>
                  </a:lnTo>
                  <a:cubicBezTo>
                    <a:pt x="1896" y="1005"/>
                    <a:pt x="2010" y="890"/>
                    <a:pt x="2010" y="747"/>
                  </a:cubicBezTo>
                  <a:lnTo>
                    <a:pt x="2010" y="249"/>
                  </a:lnTo>
                  <a:cubicBezTo>
                    <a:pt x="2010" y="115"/>
                    <a:pt x="1896" y="0"/>
                    <a:pt x="176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5" name="Google Shape;2405;p82"/>
            <p:cNvSpPr/>
            <p:nvPr/>
          </p:nvSpPr>
          <p:spPr>
            <a:xfrm>
              <a:off x="7765126" y="3951278"/>
              <a:ext cx="52573" cy="26418"/>
            </a:xfrm>
            <a:custGeom>
              <a:rect b="b" l="l" r="r" t="t"/>
              <a:pathLst>
                <a:path extrusionOk="0" h="1006" w="2002">
                  <a:moveTo>
                    <a:pt x="250" y="0"/>
                  </a:moveTo>
                  <a:cubicBezTo>
                    <a:pt x="116" y="0"/>
                    <a:pt x="1" y="115"/>
                    <a:pt x="1" y="249"/>
                  </a:cubicBezTo>
                  <a:lnTo>
                    <a:pt x="1" y="756"/>
                  </a:lnTo>
                  <a:cubicBezTo>
                    <a:pt x="1" y="890"/>
                    <a:pt x="116" y="1005"/>
                    <a:pt x="250" y="1005"/>
                  </a:cubicBezTo>
                  <a:lnTo>
                    <a:pt x="1752" y="1005"/>
                  </a:lnTo>
                  <a:cubicBezTo>
                    <a:pt x="1886" y="1005"/>
                    <a:pt x="2001" y="890"/>
                    <a:pt x="2001" y="756"/>
                  </a:cubicBezTo>
                  <a:lnTo>
                    <a:pt x="2001" y="249"/>
                  </a:lnTo>
                  <a:cubicBezTo>
                    <a:pt x="2001" y="11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6" name="Google Shape;2406;p82"/>
            <p:cNvSpPr/>
            <p:nvPr/>
          </p:nvSpPr>
          <p:spPr>
            <a:xfrm>
              <a:off x="7765126" y="3898758"/>
              <a:ext cx="52573" cy="26155"/>
            </a:xfrm>
            <a:custGeom>
              <a:rect b="b" l="l" r="r" t="t"/>
              <a:pathLst>
                <a:path extrusionOk="0" h="996" w="2002">
                  <a:moveTo>
                    <a:pt x="250" y="0"/>
                  </a:moveTo>
                  <a:cubicBezTo>
                    <a:pt x="116" y="0"/>
                    <a:pt x="1" y="105"/>
                    <a:pt x="1" y="249"/>
                  </a:cubicBezTo>
                  <a:lnTo>
                    <a:pt x="1" y="747"/>
                  </a:lnTo>
                  <a:cubicBezTo>
                    <a:pt x="1" y="890"/>
                    <a:pt x="116" y="995"/>
                    <a:pt x="250" y="995"/>
                  </a:cubicBezTo>
                  <a:lnTo>
                    <a:pt x="1752" y="995"/>
                  </a:lnTo>
                  <a:cubicBezTo>
                    <a:pt x="1886" y="995"/>
                    <a:pt x="2001" y="890"/>
                    <a:pt x="2001" y="747"/>
                  </a:cubicBezTo>
                  <a:lnTo>
                    <a:pt x="2001" y="249"/>
                  </a:lnTo>
                  <a:cubicBezTo>
                    <a:pt x="2001" y="10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7" name="Google Shape;2407;p82"/>
            <p:cNvSpPr/>
            <p:nvPr/>
          </p:nvSpPr>
          <p:spPr>
            <a:xfrm>
              <a:off x="7857114" y="3951278"/>
              <a:ext cx="52809" cy="26418"/>
            </a:xfrm>
            <a:custGeom>
              <a:rect b="b" l="l" r="r" t="t"/>
              <a:pathLst>
                <a:path extrusionOk="0" h="1006" w="2011">
                  <a:moveTo>
                    <a:pt x="259" y="0"/>
                  </a:moveTo>
                  <a:cubicBezTo>
                    <a:pt x="116" y="0"/>
                    <a:pt x="1" y="115"/>
                    <a:pt x="1" y="249"/>
                  </a:cubicBezTo>
                  <a:lnTo>
                    <a:pt x="1" y="756"/>
                  </a:lnTo>
                  <a:cubicBezTo>
                    <a:pt x="1" y="890"/>
                    <a:pt x="116" y="1005"/>
                    <a:pt x="259" y="1005"/>
                  </a:cubicBezTo>
                  <a:lnTo>
                    <a:pt x="1762" y="1005"/>
                  </a:lnTo>
                  <a:cubicBezTo>
                    <a:pt x="1896" y="1005"/>
                    <a:pt x="2010" y="890"/>
                    <a:pt x="2010" y="756"/>
                  </a:cubicBezTo>
                  <a:lnTo>
                    <a:pt x="2010" y="249"/>
                  </a:lnTo>
                  <a:cubicBezTo>
                    <a:pt x="2010" y="115"/>
                    <a:pt x="1896" y="0"/>
                    <a:pt x="176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8" name="Google Shape;2408;p82"/>
            <p:cNvSpPr/>
            <p:nvPr/>
          </p:nvSpPr>
          <p:spPr>
            <a:xfrm>
              <a:off x="7765126" y="4056580"/>
              <a:ext cx="52573" cy="26418"/>
            </a:xfrm>
            <a:custGeom>
              <a:rect b="b" l="l" r="r" t="t"/>
              <a:pathLst>
                <a:path extrusionOk="0" h="1006" w="2002">
                  <a:moveTo>
                    <a:pt x="250" y="0"/>
                  </a:moveTo>
                  <a:cubicBezTo>
                    <a:pt x="116" y="0"/>
                    <a:pt x="1" y="115"/>
                    <a:pt x="1" y="249"/>
                  </a:cubicBezTo>
                  <a:lnTo>
                    <a:pt x="1" y="747"/>
                  </a:lnTo>
                  <a:cubicBezTo>
                    <a:pt x="1" y="890"/>
                    <a:pt x="116" y="1005"/>
                    <a:pt x="250" y="1005"/>
                  </a:cubicBezTo>
                  <a:lnTo>
                    <a:pt x="1752" y="1005"/>
                  </a:lnTo>
                  <a:cubicBezTo>
                    <a:pt x="1886" y="1005"/>
                    <a:pt x="2001" y="890"/>
                    <a:pt x="2001" y="747"/>
                  </a:cubicBezTo>
                  <a:lnTo>
                    <a:pt x="2001" y="249"/>
                  </a:lnTo>
                  <a:cubicBezTo>
                    <a:pt x="2001" y="115"/>
                    <a:pt x="1886" y="0"/>
                    <a:pt x="1752" y="0"/>
                  </a:cubicBezTo>
                  <a:close/>
                </a:path>
              </a:pathLst>
            </a:custGeom>
            <a:solidFill>
              <a:srgbClr val="FFFFFF"/>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09" name="Google Shape;2409;p82"/>
            <p:cNvSpPr/>
            <p:nvPr/>
          </p:nvSpPr>
          <p:spPr>
            <a:xfrm>
              <a:off x="7854305" y="3944450"/>
              <a:ext cx="58691" cy="39758"/>
            </a:xfrm>
            <a:custGeom>
              <a:rect b="b" l="l" r="r" t="t"/>
              <a:pathLst>
                <a:path extrusionOk="0" h="1514" w="2235">
                  <a:moveTo>
                    <a:pt x="1867" y="0"/>
                  </a:moveTo>
                  <a:cubicBezTo>
                    <a:pt x="1809" y="0"/>
                    <a:pt x="1749" y="23"/>
                    <a:pt x="1696" y="78"/>
                  </a:cubicBezTo>
                  <a:lnTo>
                    <a:pt x="864" y="901"/>
                  </a:lnTo>
                  <a:lnTo>
                    <a:pt x="538" y="576"/>
                  </a:lnTo>
                  <a:cubicBezTo>
                    <a:pt x="483" y="521"/>
                    <a:pt x="422" y="498"/>
                    <a:pt x="363" y="498"/>
                  </a:cubicBezTo>
                  <a:cubicBezTo>
                    <a:pt x="167" y="498"/>
                    <a:pt x="0" y="756"/>
                    <a:pt x="184" y="940"/>
                  </a:cubicBezTo>
                  <a:lnTo>
                    <a:pt x="682" y="1437"/>
                  </a:lnTo>
                  <a:cubicBezTo>
                    <a:pt x="730" y="1485"/>
                    <a:pt x="797" y="1514"/>
                    <a:pt x="864" y="1514"/>
                  </a:cubicBezTo>
                  <a:cubicBezTo>
                    <a:pt x="931" y="1514"/>
                    <a:pt x="998" y="1485"/>
                    <a:pt x="1046" y="1437"/>
                  </a:cubicBezTo>
                  <a:lnTo>
                    <a:pt x="2050" y="442"/>
                  </a:lnTo>
                  <a:cubicBezTo>
                    <a:pt x="2235" y="258"/>
                    <a:pt x="2062" y="0"/>
                    <a:pt x="1867" y="0"/>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10" name="Google Shape;2410;p82"/>
            <p:cNvSpPr/>
            <p:nvPr/>
          </p:nvSpPr>
          <p:spPr>
            <a:xfrm>
              <a:off x="7670091" y="3944450"/>
              <a:ext cx="58691" cy="39758"/>
            </a:xfrm>
            <a:custGeom>
              <a:rect b="b" l="l" r="r" t="t"/>
              <a:pathLst>
                <a:path extrusionOk="0" h="1514" w="2235">
                  <a:moveTo>
                    <a:pt x="1871" y="0"/>
                  </a:moveTo>
                  <a:cubicBezTo>
                    <a:pt x="1813" y="0"/>
                    <a:pt x="1751" y="23"/>
                    <a:pt x="1696" y="78"/>
                  </a:cubicBezTo>
                  <a:lnTo>
                    <a:pt x="864" y="901"/>
                  </a:lnTo>
                  <a:lnTo>
                    <a:pt x="548" y="576"/>
                  </a:lnTo>
                  <a:cubicBezTo>
                    <a:pt x="493" y="521"/>
                    <a:pt x="431" y="498"/>
                    <a:pt x="372" y="498"/>
                  </a:cubicBezTo>
                  <a:cubicBezTo>
                    <a:pt x="173" y="498"/>
                    <a:pt x="0" y="756"/>
                    <a:pt x="184" y="940"/>
                  </a:cubicBezTo>
                  <a:lnTo>
                    <a:pt x="682" y="1437"/>
                  </a:lnTo>
                  <a:cubicBezTo>
                    <a:pt x="730" y="1485"/>
                    <a:pt x="797" y="1514"/>
                    <a:pt x="864" y="1514"/>
                  </a:cubicBezTo>
                  <a:cubicBezTo>
                    <a:pt x="931" y="1514"/>
                    <a:pt x="998" y="1485"/>
                    <a:pt x="1046" y="1437"/>
                  </a:cubicBezTo>
                  <a:lnTo>
                    <a:pt x="2050" y="442"/>
                  </a:lnTo>
                  <a:cubicBezTo>
                    <a:pt x="2235" y="258"/>
                    <a:pt x="2067" y="0"/>
                    <a:pt x="1871" y="0"/>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11" name="Google Shape;2411;p82"/>
            <p:cNvSpPr/>
            <p:nvPr/>
          </p:nvSpPr>
          <p:spPr>
            <a:xfrm>
              <a:off x="7762342" y="3996970"/>
              <a:ext cx="58665" cy="39810"/>
            </a:xfrm>
            <a:custGeom>
              <a:rect b="b" l="l" r="r" t="t"/>
              <a:pathLst>
                <a:path extrusionOk="0" h="1516" w="2234">
                  <a:moveTo>
                    <a:pt x="1862" y="0"/>
                  </a:moveTo>
                  <a:cubicBezTo>
                    <a:pt x="1803" y="0"/>
                    <a:pt x="1741" y="23"/>
                    <a:pt x="1686" y="79"/>
                  </a:cubicBezTo>
                  <a:lnTo>
                    <a:pt x="863" y="911"/>
                  </a:lnTo>
                  <a:lnTo>
                    <a:pt x="538" y="586"/>
                  </a:lnTo>
                  <a:cubicBezTo>
                    <a:pt x="482" y="530"/>
                    <a:pt x="419" y="506"/>
                    <a:pt x="360" y="506"/>
                  </a:cubicBezTo>
                  <a:cubicBezTo>
                    <a:pt x="165" y="506"/>
                    <a:pt x="0" y="757"/>
                    <a:pt x="184" y="940"/>
                  </a:cubicBezTo>
                  <a:lnTo>
                    <a:pt x="681" y="1447"/>
                  </a:lnTo>
                  <a:cubicBezTo>
                    <a:pt x="729" y="1495"/>
                    <a:pt x="786" y="1514"/>
                    <a:pt x="853" y="1514"/>
                  </a:cubicBezTo>
                  <a:cubicBezTo>
                    <a:pt x="863" y="1515"/>
                    <a:pt x="873" y="1516"/>
                    <a:pt x="883" y="1516"/>
                  </a:cubicBezTo>
                  <a:cubicBezTo>
                    <a:pt x="947" y="1516"/>
                    <a:pt x="1003" y="1489"/>
                    <a:pt x="1045" y="1447"/>
                  </a:cubicBezTo>
                  <a:lnTo>
                    <a:pt x="2050" y="442"/>
                  </a:lnTo>
                  <a:cubicBezTo>
                    <a:pt x="2234" y="258"/>
                    <a:pt x="2061" y="0"/>
                    <a:pt x="1862" y="0"/>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12" name="Google Shape;2412;p82"/>
            <p:cNvSpPr/>
            <p:nvPr/>
          </p:nvSpPr>
          <p:spPr>
            <a:xfrm>
              <a:off x="7578102" y="4049700"/>
              <a:ext cx="58665" cy="39810"/>
            </a:xfrm>
            <a:custGeom>
              <a:rect b="b" l="l" r="r" t="t"/>
              <a:pathLst>
                <a:path extrusionOk="0" h="1516" w="2234">
                  <a:moveTo>
                    <a:pt x="1866" y="1"/>
                  </a:moveTo>
                  <a:cubicBezTo>
                    <a:pt x="1806" y="1"/>
                    <a:pt x="1743" y="24"/>
                    <a:pt x="1687" y="80"/>
                  </a:cubicBezTo>
                  <a:lnTo>
                    <a:pt x="864" y="903"/>
                  </a:lnTo>
                  <a:lnTo>
                    <a:pt x="539" y="578"/>
                  </a:lnTo>
                  <a:cubicBezTo>
                    <a:pt x="483" y="523"/>
                    <a:pt x="422" y="500"/>
                    <a:pt x="364" y="500"/>
                  </a:cubicBezTo>
                  <a:cubicBezTo>
                    <a:pt x="168" y="500"/>
                    <a:pt x="0" y="758"/>
                    <a:pt x="184" y="942"/>
                  </a:cubicBezTo>
                  <a:lnTo>
                    <a:pt x="682" y="1439"/>
                  </a:lnTo>
                  <a:cubicBezTo>
                    <a:pt x="730" y="1487"/>
                    <a:pt x="797" y="1516"/>
                    <a:pt x="864" y="1516"/>
                  </a:cubicBezTo>
                  <a:cubicBezTo>
                    <a:pt x="931" y="1516"/>
                    <a:pt x="998" y="1487"/>
                    <a:pt x="1046" y="1439"/>
                  </a:cubicBezTo>
                  <a:lnTo>
                    <a:pt x="2051" y="434"/>
                  </a:lnTo>
                  <a:cubicBezTo>
                    <a:pt x="2234" y="251"/>
                    <a:pt x="2064" y="1"/>
                    <a:pt x="1866" y="1"/>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sp>
          <p:nvSpPr>
            <p:cNvPr id="2413" name="Google Shape;2413;p82"/>
            <p:cNvSpPr/>
            <p:nvPr/>
          </p:nvSpPr>
          <p:spPr>
            <a:xfrm>
              <a:off x="7762342" y="3891667"/>
              <a:ext cx="58665" cy="39784"/>
            </a:xfrm>
            <a:custGeom>
              <a:rect b="b" l="l" r="r" t="t"/>
              <a:pathLst>
                <a:path extrusionOk="0" h="1515" w="2234">
                  <a:moveTo>
                    <a:pt x="1862" y="0"/>
                  </a:moveTo>
                  <a:cubicBezTo>
                    <a:pt x="1803" y="0"/>
                    <a:pt x="1741" y="24"/>
                    <a:pt x="1686" y="79"/>
                  </a:cubicBezTo>
                  <a:lnTo>
                    <a:pt x="863" y="902"/>
                  </a:lnTo>
                  <a:lnTo>
                    <a:pt x="538" y="586"/>
                  </a:lnTo>
                  <a:cubicBezTo>
                    <a:pt x="482" y="530"/>
                    <a:pt x="419" y="506"/>
                    <a:pt x="360" y="506"/>
                  </a:cubicBezTo>
                  <a:cubicBezTo>
                    <a:pt x="165" y="506"/>
                    <a:pt x="0" y="757"/>
                    <a:pt x="184" y="940"/>
                  </a:cubicBezTo>
                  <a:lnTo>
                    <a:pt x="681" y="1438"/>
                  </a:lnTo>
                  <a:cubicBezTo>
                    <a:pt x="729" y="1485"/>
                    <a:pt x="786" y="1514"/>
                    <a:pt x="853" y="1514"/>
                  </a:cubicBezTo>
                  <a:cubicBezTo>
                    <a:pt x="930" y="1514"/>
                    <a:pt x="997" y="1495"/>
                    <a:pt x="1045" y="1438"/>
                  </a:cubicBezTo>
                  <a:lnTo>
                    <a:pt x="2050" y="442"/>
                  </a:lnTo>
                  <a:cubicBezTo>
                    <a:pt x="2234" y="258"/>
                    <a:pt x="2061" y="0"/>
                    <a:pt x="1862" y="0"/>
                  </a:cubicBezTo>
                  <a:close/>
                </a:path>
              </a:pathLst>
            </a:custGeom>
            <a:solidFill>
              <a:schemeClr val="dk2"/>
            </a:solidFill>
            <a:ln>
              <a:noFill/>
            </a:ln>
          </p:spPr>
          <p:txBody>
            <a:bodyPr anchorCtr="0" anchor="ctr" bIns="271850" lIns="271850" spcFirstLastPara="1" rIns="271850" wrap="square" tIns="271850">
              <a:noAutofit/>
            </a:bodyPr>
            <a:lstStyle/>
            <a:p>
              <a:pPr indent="0" lvl="0" marL="0" rtl="0" algn="l">
                <a:spcBef>
                  <a:spcPts val="0"/>
                </a:spcBef>
                <a:spcAft>
                  <a:spcPts val="0"/>
                </a:spcAft>
                <a:buNone/>
              </a:pPr>
              <a:r>
                <a:t/>
              </a:r>
              <a:endParaRPr/>
            </a:p>
          </p:txBody>
        </p:sp>
      </p:grpSp>
      <p:pic>
        <p:nvPicPr>
          <p:cNvPr id="2414" name="Google Shape;2414;p82"/>
          <p:cNvPicPr preferRelativeResize="0"/>
          <p:nvPr/>
        </p:nvPicPr>
        <p:blipFill>
          <a:blip r:embed="rId3">
            <a:alphaModFix/>
          </a:blip>
          <a:stretch>
            <a:fillRect/>
          </a:stretch>
        </p:blipFill>
        <p:spPr>
          <a:xfrm>
            <a:off x="901013" y="1202500"/>
            <a:ext cx="7341825" cy="1852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sp>
        <p:nvSpPr>
          <p:cNvPr id="2419" name="Google Shape;2419;p83"/>
          <p:cNvSpPr txBox="1"/>
          <p:nvPr>
            <p:ph type="title"/>
          </p:nvPr>
        </p:nvSpPr>
        <p:spPr>
          <a:xfrm>
            <a:off x="3982613" y="1358075"/>
            <a:ext cx="44481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Thanks!</a:t>
            </a:r>
            <a:endParaRPr sz="4300"/>
          </a:p>
        </p:txBody>
      </p:sp>
      <p:sp>
        <p:nvSpPr>
          <p:cNvPr id="2420" name="Google Shape;2420;p83"/>
          <p:cNvSpPr txBox="1"/>
          <p:nvPr>
            <p:ph idx="6" type="subTitle"/>
          </p:nvPr>
        </p:nvSpPr>
        <p:spPr>
          <a:xfrm>
            <a:off x="3982625" y="2150757"/>
            <a:ext cx="4448100" cy="10587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b="1" lang="en"/>
              <a:t>Do you have any questions?</a:t>
            </a:r>
            <a:endParaRPr/>
          </a:p>
        </p:txBody>
      </p:sp>
      <p:grpSp>
        <p:nvGrpSpPr>
          <p:cNvPr id="2421" name="Google Shape;2421;p83"/>
          <p:cNvGrpSpPr/>
          <p:nvPr/>
        </p:nvGrpSpPr>
        <p:grpSpPr>
          <a:xfrm>
            <a:off x="713188" y="1198193"/>
            <a:ext cx="2994401" cy="2992970"/>
            <a:chOff x="699850" y="2299150"/>
            <a:chExt cx="1046225" cy="1045725"/>
          </a:xfrm>
        </p:grpSpPr>
        <p:sp>
          <p:nvSpPr>
            <p:cNvPr id="2422" name="Google Shape;2422;p83"/>
            <p:cNvSpPr/>
            <p:nvPr/>
          </p:nvSpPr>
          <p:spPr>
            <a:xfrm>
              <a:off x="1178075" y="2506950"/>
              <a:ext cx="225225" cy="137075"/>
            </a:xfrm>
            <a:custGeom>
              <a:rect b="b" l="l" r="r" t="t"/>
              <a:pathLst>
                <a:path extrusionOk="0" h="5483" w="9009">
                  <a:moveTo>
                    <a:pt x="8489" y="0"/>
                  </a:moveTo>
                  <a:cubicBezTo>
                    <a:pt x="8452" y="0"/>
                    <a:pt x="8433" y="28"/>
                    <a:pt x="8433" y="56"/>
                  </a:cubicBezTo>
                  <a:cubicBezTo>
                    <a:pt x="8433" y="93"/>
                    <a:pt x="8452" y="121"/>
                    <a:pt x="8489" y="121"/>
                  </a:cubicBezTo>
                  <a:lnTo>
                    <a:pt x="8952" y="121"/>
                  </a:lnTo>
                  <a:cubicBezTo>
                    <a:pt x="8980" y="121"/>
                    <a:pt x="9008" y="93"/>
                    <a:pt x="9008" y="56"/>
                  </a:cubicBezTo>
                  <a:cubicBezTo>
                    <a:pt x="9008" y="28"/>
                    <a:pt x="8980" y="0"/>
                    <a:pt x="8952" y="0"/>
                  </a:cubicBezTo>
                  <a:close/>
                  <a:moveTo>
                    <a:pt x="8058" y="117"/>
                  </a:moveTo>
                  <a:cubicBezTo>
                    <a:pt x="8042" y="117"/>
                    <a:pt x="8026" y="124"/>
                    <a:pt x="8016" y="140"/>
                  </a:cubicBezTo>
                  <a:cubicBezTo>
                    <a:pt x="7969" y="204"/>
                    <a:pt x="7951" y="269"/>
                    <a:pt x="7951" y="344"/>
                  </a:cubicBezTo>
                  <a:lnTo>
                    <a:pt x="7951" y="631"/>
                  </a:lnTo>
                  <a:cubicBezTo>
                    <a:pt x="7951" y="659"/>
                    <a:pt x="7978" y="687"/>
                    <a:pt x="8006" y="687"/>
                  </a:cubicBezTo>
                  <a:cubicBezTo>
                    <a:pt x="8043" y="687"/>
                    <a:pt x="8071" y="659"/>
                    <a:pt x="8071" y="631"/>
                  </a:cubicBezTo>
                  <a:lnTo>
                    <a:pt x="8071" y="344"/>
                  </a:lnTo>
                  <a:cubicBezTo>
                    <a:pt x="8071" y="297"/>
                    <a:pt x="8080" y="251"/>
                    <a:pt x="8108" y="214"/>
                  </a:cubicBezTo>
                  <a:cubicBezTo>
                    <a:pt x="8127" y="186"/>
                    <a:pt x="8118" y="149"/>
                    <a:pt x="8099" y="130"/>
                  </a:cubicBezTo>
                  <a:cubicBezTo>
                    <a:pt x="8086" y="122"/>
                    <a:pt x="8072" y="117"/>
                    <a:pt x="8058" y="117"/>
                  </a:cubicBezTo>
                  <a:close/>
                  <a:moveTo>
                    <a:pt x="8006" y="1039"/>
                  </a:moveTo>
                  <a:cubicBezTo>
                    <a:pt x="7978" y="1039"/>
                    <a:pt x="7951" y="1058"/>
                    <a:pt x="7951" y="1095"/>
                  </a:cubicBezTo>
                  <a:lnTo>
                    <a:pt x="7951" y="1559"/>
                  </a:lnTo>
                  <a:cubicBezTo>
                    <a:pt x="7951" y="1587"/>
                    <a:pt x="7978" y="1614"/>
                    <a:pt x="8006" y="1614"/>
                  </a:cubicBezTo>
                  <a:cubicBezTo>
                    <a:pt x="8043" y="1614"/>
                    <a:pt x="8071" y="1587"/>
                    <a:pt x="8071" y="1559"/>
                  </a:cubicBezTo>
                  <a:lnTo>
                    <a:pt x="8071" y="1095"/>
                  </a:lnTo>
                  <a:cubicBezTo>
                    <a:pt x="8071" y="1058"/>
                    <a:pt x="8043" y="1039"/>
                    <a:pt x="8006" y="1039"/>
                  </a:cubicBezTo>
                  <a:close/>
                  <a:moveTo>
                    <a:pt x="8006" y="1967"/>
                  </a:moveTo>
                  <a:cubicBezTo>
                    <a:pt x="7978" y="1967"/>
                    <a:pt x="7951" y="1986"/>
                    <a:pt x="7951" y="2023"/>
                  </a:cubicBezTo>
                  <a:lnTo>
                    <a:pt x="7951" y="2486"/>
                  </a:lnTo>
                  <a:cubicBezTo>
                    <a:pt x="7951" y="2514"/>
                    <a:pt x="7978" y="2542"/>
                    <a:pt x="8006" y="2542"/>
                  </a:cubicBezTo>
                  <a:cubicBezTo>
                    <a:pt x="8043" y="2542"/>
                    <a:pt x="8071" y="2514"/>
                    <a:pt x="8071" y="2486"/>
                  </a:cubicBezTo>
                  <a:lnTo>
                    <a:pt x="8071" y="2023"/>
                  </a:lnTo>
                  <a:cubicBezTo>
                    <a:pt x="8071" y="1986"/>
                    <a:pt x="8043" y="1967"/>
                    <a:pt x="8006" y="1967"/>
                  </a:cubicBezTo>
                  <a:close/>
                  <a:moveTo>
                    <a:pt x="8006" y="2895"/>
                  </a:moveTo>
                  <a:cubicBezTo>
                    <a:pt x="7978" y="2895"/>
                    <a:pt x="7951" y="2913"/>
                    <a:pt x="7951" y="2950"/>
                  </a:cubicBezTo>
                  <a:lnTo>
                    <a:pt x="7951" y="3414"/>
                  </a:lnTo>
                  <a:cubicBezTo>
                    <a:pt x="7951" y="3442"/>
                    <a:pt x="7978" y="3470"/>
                    <a:pt x="8006" y="3470"/>
                  </a:cubicBezTo>
                  <a:cubicBezTo>
                    <a:pt x="8043" y="3470"/>
                    <a:pt x="8071" y="3442"/>
                    <a:pt x="8071" y="3414"/>
                  </a:cubicBezTo>
                  <a:lnTo>
                    <a:pt x="8071" y="2950"/>
                  </a:lnTo>
                  <a:cubicBezTo>
                    <a:pt x="8071" y="2913"/>
                    <a:pt x="8043" y="2895"/>
                    <a:pt x="8006" y="2895"/>
                  </a:cubicBezTo>
                  <a:close/>
                  <a:moveTo>
                    <a:pt x="8006" y="3822"/>
                  </a:moveTo>
                  <a:cubicBezTo>
                    <a:pt x="7978" y="3822"/>
                    <a:pt x="7951" y="3841"/>
                    <a:pt x="7951" y="3878"/>
                  </a:cubicBezTo>
                  <a:lnTo>
                    <a:pt x="7951" y="4342"/>
                  </a:lnTo>
                  <a:cubicBezTo>
                    <a:pt x="7951" y="4370"/>
                    <a:pt x="7978" y="4397"/>
                    <a:pt x="8006" y="4397"/>
                  </a:cubicBezTo>
                  <a:cubicBezTo>
                    <a:pt x="8043" y="4397"/>
                    <a:pt x="8071" y="4370"/>
                    <a:pt x="8071" y="4342"/>
                  </a:cubicBezTo>
                  <a:lnTo>
                    <a:pt x="8071" y="3878"/>
                  </a:lnTo>
                  <a:cubicBezTo>
                    <a:pt x="8071" y="3841"/>
                    <a:pt x="8043" y="3822"/>
                    <a:pt x="8006" y="3822"/>
                  </a:cubicBezTo>
                  <a:close/>
                  <a:moveTo>
                    <a:pt x="56" y="3952"/>
                  </a:moveTo>
                  <a:cubicBezTo>
                    <a:pt x="28" y="3952"/>
                    <a:pt x="0" y="3980"/>
                    <a:pt x="0" y="4017"/>
                  </a:cubicBezTo>
                  <a:lnTo>
                    <a:pt x="0" y="4481"/>
                  </a:lnTo>
                  <a:cubicBezTo>
                    <a:pt x="0" y="4509"/>
                    <a:pt x="28" y="4537"/>
                    <a:pt x="56" y="4537"/>
                  </a:cubicBezTo>
                  <a:cubicBezTo>
                    <a:pt x="93" y="4537"/>
                    <a:pt x="121" y="4509"/>
                    <a:pt x="121" y="4481"/>
                  </a:cubicBezTo>
                  <a:lnTo>
                    <a:pt x="121" y="4017"/>
                  </a:lnTo>
                  <a:cubicBezTo>
                    <a:pt x="121" y="3980"/>
                    <a:pt x="93" y="3952"/>
                    <a:pt x="56" y="3952"/>
                  </a:cubicBezTo>
                  <a:close/>
                  <a:moveTo>
                    <a:pt x="8006" y="4750"/>
                  </a:moveTo>
                  <a:cubicBezTo>
                    <a:pt x="7978" y="4750"/>
                    <a:pt x="7951" y="4769"/>
                    <a:pt x="7951" y="4806"/>
                  </a:cubicBezTo>
                  <a:lnTo>
                    <a:pt x="7951" y="5140"/>
                  </a:lnTo>
                  <a:cubicBezTo>
                    <a:pt x="7951" y="5177"/>
                    <a:pt x="7941" y="5205"/>
                    <a:pt x="7932" y="5242"/>
                  </a:cubicBezTo>
                  <a:cubicBezTo>
                    <a:pt x="7913" y="5269"/>
                    <a:pt x="7932" y="5307"/>
                    <a:pt x="7960" y="5316"/>
                  </a:cubicBezTo>
                  <a:cubicBezTo>
                    <a:pt x="7969" y="5316"/>
                    <a:pt x="7978" y="5325"/>
                    <a:pt x="7978" y="5325"/>
                  </a:cubicBezTo>
                  <a:cubicBezTo>
                    <a:pt x="8006" y="5325"/>
                    <a:pt x="8025" y="5307"/>
                    <a:pt x="8034" y="5288"/>
                  </a:cubicBezTo>
                  <a:cubicBezTo>
                    <a:pt x="8053" y="5242"/>
                    <a:pt x="8071" y="5195"/>
                    <a:pt x="8071" y="5140"/>
                  </a:cubicBezTo>
                  <a:lnTo>
                    <a:pt x="8071" y="4806"/>
                  </a:lnTo>
                  <a:cubicBezTo>
                    <a:pt x="8071" y="4769"/>
                    <a:pt x="8043" y="4750"/>
                    <a:pt x="8006" y="4750"/>
                  </a:cubicBezTo>
                  <a:close/>
                  <a:moveTo>
                    <a:pt x="65" y="4880"/>
                  </a:moveTo>
                  <a:cubicBezTo>
                    <a:pt x="28" y="4880"/>
                    <a:pt x="0" y="4908"/>
                    <a:pt x="0" y="4945"/>
                  </a:cubicBezTo>
                  <a:lnTo>
                    <a:pt x="0" y="5140"/>
                  </a:lnTo>
                  <a:cubicBezTo>
                    <a:pt x="0" y="5251"/>
                    <a:pt x="56" y="5353"/>
                    <a:pt x="140" y="5418"/>
                  </a:cubicBezTo>
                  <a:cubicBezTo>
                    <a:pt x="149" y="5427"/>
                    <a:pt x="158" y="5427"/>
                    <a:pt x="177" y="5427"/>
                  </a:cubicBezTo>
                  <a:cubicBezTo>
                    <a:pt x="195" y="5427"/>
                    <a:pt x="205" y="5418"/>
                    <a:pt x="223" y="5399"/>
                  </a:cubicBezTo>
                  <a:cubicBezTo>
                    <a:pt x="242" y="5381"/>
                    <a:pt x="232" y="5344"/>
                    <a:pt x="205" y="5325"/>
                  </a:cubicBezTo>
                  <a:cubicBezTo>
                    <a:pt x="149" y="5279"/>
                    <a:pt x="121" y="5214"/>
                    <a:pt x="121" y="5140"/>
                  </a:cubicBezTo>
                  <a:lnTo>
                    <a:pt x="121" y="4945"/>
                  </a:lnTo>
                  <a:cubicBezTo>
                    <a:pt x="121" y="4908"/>
                    <a:pt x="93" y="4880"/>
                    <a:pt x="65" y="4880"/>
                  </a:cubicBezTo>
                  <a:close/>
                  <a:moveTo>
                    <a:pt x="622" y="5372"/>
                  </a:moveTo>
                  <a:cubicBezTo>
                    <a:pt x="594" y="5372"/>
                    <a:pt x="566" y="5390"/>
                    <a:pt x="566" y="5427"/>
                  </a:cubicBezTo>
                  <a:cubicBezTo>
                    <a:pt x="566" y="5455"/>
                    <a:pt x="594" y="5483"/>
                    <a:pt x="622" y="5483"/>
                  </a:cubicBezTo>
                  <a:lnTo>
                    <a:pt x="1086" y="5483"/>
                  </a:lnTo>
                  <a:cubicBezTo>
                    <a:pt x="1123" y="5483"/>
                    <a:pt x="1151" y="5455"/>
                    <a:pt x="1151" y="5427"/>
                  </a:cubicBezTo>
                  <a:cubicBezTo>
                    <a:pt x="1151" y="5390"/>
                    <a:pt x="1123" y="5372"/>
                    <a:pt x="1086" y="5372"/>
                  </a:cubicBezTo>
                  <a:close/>
                  <a:moveTo>
                    <a:pt x="1550" y="5372"/>
                  </a:moveTo>
                  <a:cubicBezTo>
                    <a:pt x="1522" y="5372"/>
                    <a:pt x="1494" y="5390"/>
                    <a:pt x="1494" y="5427"/>
                  </a:cubicBezTo>
                  <a:cubicBezTo>
                    <a:pt x="1494" y="5455"/>
                    <a:pt x="1522" y="5483"/>
                    <a:pt x="1550" y="5483"/>
                  </a:cubicBezTo>
                  <a:lnTo>
                    <a:pt x="2013" y="5483"/>
                  </a:lnTo>
                  <a:cubicBezTo>
                    <a:pt x="2051" y="5483"/>
                    <a:pt x="2078" y="5455"/>
                    <a:pt x="2078" y="5427"/>
                  </a:cubicBezTo>
                  <a:cubicBezTo>
                    <a:pt x="2078" y="5390"/>
                    <a:pt x="2051" y="5372"/>
                    <a:pt x="2013" y="5372"/>
                  </a:cubicBezTo>
                  <a:close/>
                  <a:moveTo>
                    <a:pt x="2477" y="5372"/>
                  </a:moveTo>
                  <a:cubicBezTo>
                    <a:pt x="2449" y="5372"/>
                    <a:pt x="2422" y="5390"/>
                    <a:pt x="2422" y="5427"/>
                  </a:cubicBezTo>
                  <a:cubicBezTo>
                    <a:pt x="2422" y="5455"/>
                    <a:pt x="2449" y="5483"/>
                    <a:pt x="2477" y="5483"/>
                  </a:cubicBezTo>
                  <a:lnTo>
                    <a:pt x="2941" y="5483"/>
                  </a:lnTo>
                  <a:cubicBezTo>
                    <a:pt x="2978" y="5483"/>
                    <a:pt x="3006" y="5455"/>
                    <a:pt x="3006" y="5427"/>
                  </a:cubicBezTo>
                  <a:cubicBezTo>
                    <a:pt x="3006" y="5390"/>
                    <a:pt x="2978" y="5372"/>
                    <a:pt x="2941" y="5372"/>
                  </a:cubicBezTo>
                  <a:close/>
                  <a:moveTo>
                    <a:pt x="3405" y="5372"/>
                  </a:moveTo>
                  <a:cubicBezTo>
                    <a:pt x="3377" y="5372"/>
                    <a:pt x="3349" y="5390"/>
                    <a:pt x="3349" y="5427"/>
                  </a:cubicBezTo>
                  <a:cubicBezTo>
                    <a:pt x="3349" y="5455"/>
                    <a:pt x="3377" y="5483"/>
                    <a:pt x="3405" y="5483"/>
                  </a:cubicBezTo>
                  <a:lnTo>
                    <a:pt x="3869" y="5483"/>
                  </a:lnTo>
                  <a:cubicBezTo>
                    <a:pt x="3906" y="5483"/>
                    <a:pt x="3934" y="5455"/>
                    <a:pt x="3934" y="5427"/>
                  </a:cubicBezTo>
                  <a:cubicBezTo>
                    <a:pt x="3934" y="5390"/>
                    <a:pt x="3906" y="5372"/>
                    <a:pt x="3869" y="5372"/>
                  </a:cubicBezTo>
                  <a:close/>
                  <a:moveTo>
                    <a:pt x="4333" y="5372"/>
                  </a:moveTo>
                  <a:cubicBezTo>
                    <a:pt x="4305" y="5372"/>
                    <a:pt x="4277" y="5390"/>
                    <a:pt x="4277" y="5427"/>
                  </a:cubicBezTo>
                  <a:cubicBezTo>
                    <a:pt x="4277" y="5455"/>
                    <a:pt x="4305" y="5483"/>
                    <a:pt x="4333" y="5483"/>
                  </a:cubicBezTo>
                  <a:lnTo>
                    <a:pt x="4796" y="5483"/>
                  </a:lnTo>
                  <a:cubicBezTo>
                    <a:pt x="4834" y="5483"/>
                    <a:pt x="4861" y="5455"/>
                    <a:pt x="4861" y="5427"/>
                  </a:cubicBezTo>
                  <a:cubicBezTo>
                    <a:pt x="4861" y="5390"/>
                    <a:pt x="4834" y="5372"/>
                    <a:pt x="4796" y="5372"/>
                  </a:cubicBezTo>
                  <a:close/>
                  <a:moveTo>
                    <a:pt x="5260" y="5372"/>
                  </a:moveTo>
                  <a:cubicBezTo>
                    <a:pt x="5232" y="5372"/>
                    <a:pt x="5205" y="5390"/>
                    <a:pt x="5205" y="5427"/>
                  </a:cubicBezTo>
                  <a:cubicBezTo>
                    <a:pt x="5205" y="5455"/>
                    <a:pt x="5232" y="5483"/>
                    <a:pt x="5260" y="5483"/>
                  </a:cubicBezTo>
                  <a:lnTo>
                    <a:pt x="5724" y="5483"/>
                  </a:lnTo>
                  <a:cubicBezTo>
                    <a:pt x="5761" y="5483"/>
                    <a:pt x="5789" y="5455"/>
                    <a:pt x="5789" y="5427"/>
                  </a:cubicBezTo>
                  <a:cubicBezTo>
                    <a:pt x="5789" y="5390"/>
                    <a:pt x="5761" y="5372"/>
                    <a:pt x="5724" y="5372"/>
                  </a:cubicBezTo>
                  <a:close/>
                  <a:moveTo>
                    <a:pt x="6188" y="5372"/>
                  </a:moveTo>
                  <a:cubicBezTo>
                    <a:pt x="6160" y="5372"/>
                    <a:pt x="6132" y="5390"/>
                    <a:pt x="6132" y="5427"/>
                  </a:cubicBezTo>
                  <a:cubicBezTo>
                    <a:pt x="6132" y="5455"/>
                    <a:pt x="6160" y="5483"/>
                    <a:pt x="6188" y="5483"/>
                  </a:cubicBezTo>
                  <a:lnTo>
                    <a:pt x="6652" y="5483"/>
                  </a:lnTo>
                  <a:cubicBezTo>
                    <a:pt x="6689" y="5483"/>
                    <a:pt x="6717" y="5455"/>
                    <a:pt x="6717" y="5427"/>
                  </a:cubicBezTo>
                  <a:cubicBezTo>
                    <a:pt x="6717" y="5390"/>
                    <a:pt x="6689" y="5372"/>
                    <a:pt x="6652" y="5372"/>
                  </a:cubicBezTo>
                  <a:close/>
                  <a:moveTo>
                    <a:pt x="7116" y="5372"/>
                  </a:moveTo>
                  <a:cubicBezTo>
                    <a:pt x="7088" y="5372"/>
                    <a:pt x="7060" y="5390"/>
                    <a:pt x="7060" y="5427"/>
                  </a:cubicBezTo>
                  <a:cubicBezTo>
                    <a:pt x="7060" y="5455"/>
                    <a:pt x="7088" y="5483"/>
                    <a:pt x="7116" y="5483"/>
                  </a:cubicBezTo>
                  <a:lnTo>
                    <a:pt x="7580" y="5483"/>
                  </a:lnTo>
                  <a:cubicBezTo>
                    <a:pt x="7617" y="5483"/>
                    <a:pt x="7644" y="5455"/>
                    <a:pt x="7644" y="5427"/>
                  </a:cubicBezTo>
                  <a:cubicBezTo>
                    <a:pt x="7644" y="5390"/>
                    <a:pt x="7617" y="5372"/>
                    <a:pt x="7580" y="53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83"/>
            <p:cNvSpPr/>
            <p:nvPr/>
          </p:nvSpPr>
          <p:spPr>
            <a:xfrm>
              <a:off x="1106400" y="2607825"/>
              <a:ext cx="3050" cy="52450"/>
            </a:xfrm>
            <a:custGeom>
              <a:rect b="b" l="l" r="r" t="t"/>
              <a:pathLst>
                <a:path extrusionOk="0" h="2098" w="122">
                  <a:moveTo>
                    <a:pt x="66" y="1"/>
                  </a:moveTo>
                  <a:cubicBezTo>
                    <a:pt x="29" y="1"/>
                    <a:pt x="1" y="29"/>
                    <a:pt x="1" y="56"/>
                  </a:cubicBezTo>
                  <a:lnTo>
                    <a:pt x="1" y="520"/>
                  </a:lnTo>
                  <a:cubicBezTo>
                    <a:pt x="1" y="557"/>
                    <a:pt x="29" y="585"/>
                    <a:pt x="66" y="585"/>
                  </a:cubicBezTo>
                  <a:cubicBezTo>
                    <a:pt x="94" y="585"/>
                    <a:pt x="122" y="557"/>
                    <a:pt x="122" y="520"/>
                  </a:cubicBezTo>
                  <a:lnTo>
                    <a:pt x="122" y="56"/>
                  </a:lnTo>
                  <a:cubicBezTo>
                    <a:pt x="122" y="29"/>
                    <a:pt x="94" y="1"/>
                    <a:pt x="66" y="1"/>
                  </a:cubicBezTo>
                  <a:close/>
                  <a:moveTo>
                    <a:pt x="66" y="928"/>
                  </a:moveTo>
                  <a:cubicBezTo>
                    <a:pt x="29" y="928"/>
                    <a:pt x="1" y="956"/>
                    <a:pt x="1" y="984"/>
                  </a:cubicBezTo>
                  <a:lnTo>
                    <a:pt x="1" y="1448"/>
                  </a:lnTo>
                  <a:cubicBezTo>
                    <a:pt x="1" y="1485"/>
                    <a:pt x="29" y="1513"/>
                    <a:pt x="66" y="1513"/>
                  </a:cubicBezTo>
                  <a:cubicBezTo>
                    <a:pt x="94" y="1513"/>
                    <a:pt x="122" y="1485"/>
                    <a:pt x="122" y="1448"/>
                  </a:cubicBezTo>
                  <a:lnTo>
                    <a:pt x="122" y="984"/>
                  </a:lnTo>
                  <a:cubicBezTo>
                    <a:pt x="122" y="956"/>
                    <a:pt x="94" y="928"/>
                    <a:pt x="66" y="928"/>
                  </a:cubicBezTo>
                  <a:close/>
                  <a:moveTo>
                    <a:pt x="66" y="1856"/>
                  </a:moveTo>
                  <a:cubicBezTo>
                    <a:pt x="29" y="1856"/>
                    <a:pt x="1" y="1884"/>
                    <a:pt x="1" y="1912"/>
                  </a:cubicBezTo>
                  <a:lnTo>
                    <a:pt x="1" y="2032"/>
                  </a:lnTo>
                  <a:cubicBezTo>
                    <a:pt x="1" y="2069"/>
                    <a:pt x="29" y="2097"/>
                    <a:pt x="66" y="2097"/>
                  </a:cubicBezTo>
                  <a:cubicBezTo>
                    <a:pt x="94" y="2097"/>
                    <a:pt x="122" y="2069"/>
                    <a:pt x="122" y="2032"/>
                  </a:cubicBezTo>
                  <a:lnTo>
                    <a:pt x="122" y="1912"/>
                  </a:lnTo>
                  <a:cubicBezTo>
                    <a:pt x="122" y="1884"/>
                    <a:pt x="94" y="1856"/>
                    <a:pt x="66" y="185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83"/>
            <p:cNvSpPr/>
            <p:nvPr/>
          </p:nvSpPr>
          <p:spPr>
            <a:xfrm>
              <a:off x="874500" y="2607825"/>
              <a:ext cx="159350" cy="393350"/>
            </a:xfrm>
            <a:custGeom>
              <a:rect b="b" l="l" r="r" t="t"/>
              <a:pathLst>
                <a:path extrusionOk="0" h="15734" w="6374">
                  <a:moveTo>
                    <a:pt x="6308" y="1"/>
                  </a:moveTo>
                  <a:cubicBezTo>
                    <a:pt x="6281" y="1"/>
                    <a:pt x="6253" y="29"/>
                    <a:pt x="6253" y="56"/>
                  </a:cubicBezTo>
                  <a:lnTo>
                    <a:pt x="6253" y="520"/>
                  </a:lnTo>
                  <a:cubicBezTo>
                    <a:pt x="6253" y="557"/>
                    <a:pt x="6281" y="585"/>
                    <a:pt x="6308" y="585"/>
                  </a:cubicBezTo>
                  <a:cubicBezTo>
                    <a:pt x="6346" y="585"/>
                    <a:pt x="6373" y="557"/>
                    <a:pt x="6373" y="520"/>
                  </a:cubicBezTo>
                  <a:lnTo>
                    <a:pt x="6373" y="56"/>
                  </a:lnTo>
                  <a:cubicBezTo>
                    <a:pt x="6373" y="29"/>
                    <a:pt x="6346" y="1"/>
                    <a:pt x="6308" y="1"/>
                  </a:cubicBezTo>
                  <a:close/>
                  <a:moveTo>
                    <a:pt x="1373" y="1086"/>
                  </a:moveTo>
                  <a:cubicBezTo>
                    <a:pt x="1336" y="1086"/>
                    <a:pt x="1318" y="1114"/>
                    <a:pt x="1318" y="1151"/>
                  </a:cubicBezTo>
                  <a:cubicBezTo>
                    <a:pt x="1318" y="1179"/>
                    <a:pt x="1336" y="1207"/>
                    <a:pt x="1373" y="1207"/>
                  </a:cubicBezTo>
                  <a:lnTo>
                    <a:pt x="1837" y="1207"/>
                  </a:lnTo>
                  <a:cubicBezTo>
                    <a:pt x="1865" y="1207"/>
                    <a:pt x="1893" y="1179"/>
                    <a:pt x="1893" y="1151"/>
                  </a:cubicBezTo>
                  <a:cubicBezTo>
                    <a:pt x="1893" y="1114"/>
                    <a:pt x="1865" y="1086"/>
                    <a:pt x="1837" y="1086"/>
                  </a:cubicBezTo>
                  <a:close/>
                  <a:moveTo>
                    <a:pt x="2301" y="1086"/>
                  </a:moveTo>
                  <a:cubicBezTo>
                    <a:pt x="2264" y="1086"/>
                    <a:pt x="2245" y="1114"/>
                    <a:pt x="2245" y="1151"/>
                  </a:cubicBezTo>
                  <a:cubicBezTo>
                    <a:pt x="2245" y="1179"/>
                    <a:pt x="2264" y="1207"/>
                    <a:pt x="2301" y="1207"/>
                  </a:cubicBezTo>
                  <a:lnTo>
                    <a:pt x="2765" y="1207"/>
                  </a:lnTo>
                  <a:cubicBezTo>
                    <a:pt x="2793" y="1207"/>
                    <a:pt x="2820" y="1179"/>
                    <a:pt x="2820" y="1151"/>
                  </a:cubicBezTo>
                  <a:cubicBezTo>
                    <a:pt x="2820" y="1114"/>
                    <a:pt x="2793" y="1086"/>
                    <a:pt x="2765" y="1086"/>
                  </a:cubicBezTo>
                  <a:close/>
                  <a:moveTo>
                    <a:pt x="3229" y="1086"/>
                  </a:moveTo>
                  <a:cubicBezTo>
                    <a:pt x="3191" y="1086"/>
                    <a:pt x="3173" y="1114"/>
                    <a:pt x="3173" y="1151"/>
                  </a:cubicBezTo>
                  <a:cubicBezTo>
                    <a:pt x="3173" y="1179"/>
                    <a:pt x="3191" y="1207"/>
                    <a:pt x="3229" y="1207"/>
                  </a:cubicBezTo>
                  <a:lnTo>
                    <a:pt x="3692" y="1207"/>
                  </a:lnTo>
                  <a:cubicBezTo>
                    <a:pt x="3720" y="1207"/>
                    <a:pt x="3748" y="1179"/>
                    <a:pt x="3748" y="1151"/>
                  </a:cubicBezTo>
                  <a:cubicBezTo>
                    <a:pt x="3748" y="1114"/>
                    <a:pt x="3720" y="1086"/>
                    <a:pt x="3692" y="1086"/>
                  </a:cubicBezTo>
                  <a:close/>
                  <a:moveTo>
                    <a:pt x="4156" y="1086"/>
                  </a:moveTo>
                  <a:cubicBezTo>
                    <a:pt x="4119" y="1086"/>
                    <a:pt x="4091" y="1114"/>
                    <a:pt x="4091" y="1151"/>
                  </a:cubicBezTo>
                  <a:cubicBezTo>
                    <a:pt x="4091" y="1179"/>
                    <a:pt x="4119" y="1207"/>
                    <a:pt x="4156" y="1207"/>
                  </a:cubicBezTo>
                  <a:lnTo>
                    <a:pt x="4620" y="1207"/>
                  </a:lnTo>
                  <a:cubicBezTo>
                    <a:pt x="4648" y="1207"/>
                    <a:pt x="4676" y="1179"/>
                    <a:pt x="4676" y="1151"/>
                  </a:cubicBezTo>
                  <a:cubicBezTo>
                    <a:pt x="4676" y="1114"/>
                    <a:pt x="4648" y="1086"/>
                    <a:pt x="4620" y="1086"/>
                  </a:cubicBezTo>
                  <a:close/>
                  <a:moveTo>
                    <a:pt x="5084" y="1086"/>
                  </a:moveTo>
                  <a:cubicBezTo>
                    <a:pt x="5047" y="1086"/>
                    <a:pt x="5019" y="1114"/>
                    <a:pt x="5019" y="1151"/>
                  </a:cubicBezTo>
                  <a:cubicBezTo>
                    <a:pt x="5019" y="1179"/>
                    <a:pt x="5047" y="1207"/>
                    <a:pt x="5084" y="1207"/>
                  </a:cubicBezTo>
                  <a:lnTo>
                    <a:pt x="5548" y="1207"/>
                  </a:lnTo>
                  <a:cubicBezTo>
                    <a:pt x="5576" y="1207"/>
                    <a:pt x="5603" y="1179"/>
                    <a:pt x="5603" y="1151"/>
                  </a:cubicBezTo>
                  <a:cubicBezTo>
                    <a:pt x="5603" y="1114"/>
                    <a:pt x="5576" y="1086"/>
                    <a:pt x="5548" y="1086"/>
                  </a:cubicBezTo>
                  <a:close/>
                  <a:moveTo>
                    <a:pt x="6308" y="928"/>
                  </a:moveTo>
                  <a:cubicBezTo>
                    <a:pt x="6281" y="928"/>
                    <a:pt x="6253" y="956"/>
                    <a:pt x="6253" y="984"/>
                  </a:cubicBezTo>
                  <a:lnTo>
                    <a:pt x="6253" y="1086"/>
                  </a:lnTo>
                  <a:lnTo>
                    <a:pt x="6012" y="1086"/>
                  </a:lnTo>
                  <a:cubicBezTo>
                    <a:pt x="5974" y="1086"/>
                    <a:pt x="5947" y="1114"/>
                    <a:pt x="5947" y="1151"/>
                  </a:cubicBezTo>
                  <a:cubicBezTo>
                    <a:pt x="5947" y="1179"/>
                    <a:pt x="5974" y="1207"/>
                    <a:pt x="6012" y="1207"/>
                  </a:cubicBezTo>
                  <a:lnTo>
                    <a:pt x="6308" y="1207"/>
                  </a:lnTo>
                  <a:cubicBezTo>
                    <a:pt x="6346" y="1207"/>
                    <a:pt x="6373" y="1179"/>
                    <a:pt x="6373" y="1151"/>
                  </a:cubicBezTo>
                  <a:lnTo>
                    <a:pt x="6373" y="984"/>
                  </a:lnTo>
                  <a:cubicBezTo>
                    <a:pt x="6373" y="956"/>
                    <a:pt x="6346" y="928"/>
                    <a:pt x="6308" y="928"/>
                  </a:cubicBezTo>
                  <a:close/>
                  <a:moveTo>
                    <a:pt x="557" y="1095"/>
                  </a:moveTo>
                  <a:cubicBezTo>
                    <a:pt x="520" y="1095"/>
                    <a:pt x="473" y="1095"/>
                    <a:pt x="427" y="1105"/>
                  </a:cubicBezTo>
                  <a:cubicBezTo>
                    <a:pt x="399" y="1114"/>
                    <a:pt x="381" y="1142"/>
                    <a:pt x="390" y="1179"/>
                  </a:cubicBezTo>
                  <a:cubicBezTo>
                    <a:pt x="399" y="1207"/>
                    <a:pt x="418" y="1216"/>
                    <a:pt x="446" y="1216"/>
                  </a:cubicBezTo>
                  <a:lnTo>
                    <a:pt x="455" y="1216"/>
                  </a:lnTo>
                  <a:cubicBezTo>
                    <a:pt x="492" y="1216"/>
                    <a:pt x="529" y="1207"/>
                    <a:pt x="557" y="1207"/>
                  </a:cubicBezTo>
                  <a:lnTo>
                    <a:pt x="909" y="1207"/>
                  </a:lnTo>
                  <a:cubicBezTo>
                    <a:pt x="937" y="1207"/>
                    <a:pt x="965" y="1179"/>
                    <a:pt x="965" y="1151"/>
                  </a:cubicBezTo>
                  <a:cubicBezTo>
                    <a:pt x="965" y="1114"/>
                    <a:pt x="937" y="1095"/>
                    <a:pt x="909" y="1095"/>
                  </a:cubicBezTo>
                  <a:close/>
                  <a:moveTo>
                    <a:pt x="100" y="1389"/>
                  </a:moveTo>
                  <a:cubicBezTo>
                    <a:pt x="80" y="1389"/>
                    <a:pt x="61" y="1399"/>
                    <a:pt x="47" y="1420"/>
                  </a:cubicBezTo>
                  <a:cubicBezTo>
                    <a:pt x="19" y="1494"/>
                    <a:pt x="0" y="1578"/>
                    <a:pt x="0" y="1652"/>
                  </a:cubicBezTo>
                  <a:lnTo>
                    <a:pt x="0" y="1902"/>
                  </a:lnTo>
                  <a:cubicBezTo>
                    <a:pt x="0" y="1940"/>
                    <a:pt x="28" y="1967"/>
                    <a:pt x="56" y="1967"/>
                  </a:cubicBezTo>
                  <a:cubicBezTo>
                    <a:pt x="93" y="1967"/>
                    <a:pt x="112" y="1940"/>
                    <a:pt x="112" y="1902"/>
                  </a:cubicBezTo>
                  <a:lnTo>
                    <a:pt x="112" y="1652"/>
                  </a:lnTo>
                  <a:cubicBezTo>
                    <a:pt x="112" y="1587"/>
                    <a:pt x="130" y="1531"/>
                    <a:pt x="149" y="1476"/>
                  </a:cubicBezTo>
                  <a:cubicBezTo>
                    <a:pt x="167" y="1448"/>
                    <a:pt x="149" y="1411"/>
                    <a:pt x="121" y="1392"/>
                  </a:cubicBezTo>
                  <a:cubicBezTo>
                    <a:pt x="114" y="1390"/>
                    <a:pt x="107" y="1389"/>
                    <a:pt x="100" y="1389"/>
                  </a:cubicBezTo>
                  <a:close/>
                  <a:moveTo>
                    <a:pt x="56" y="2311"/>
                  </a:moveTo>
                  <a:cubicBezTo>
                    <a:pt x="28" y="2311"/>
                    <a:pt x="0" y="2338"/>
                    <a:pt x="0" y="2366"/>
                  </a:cubicBezTo>
                  <a:lnTo>
                    <a:pt x="0" y="2830"/>
                  </a:lnTo>
                  <a:cubicBezTo>
                    <a:pt x="0" y="2867"/>
                    <a:pt x="28" y="2895"/>
                    <a:pt x="56" y="2895"/>
                  </a:cubicBezTo>
                  <a:cubicBezTo>
                    <a:pt x="93" y="2895"/>
                    <a:pt x="112" y="2867"/>
                    <a:pt x="112" y="2830"/>
                  </a:cubicBezTo>
                  <a:lnTo>
                    <a:pt x="112" y="2366"/>
                  </a:lnTo>
                  <a:cubicBezTo>
                    <a:pt x="112" y="2338"/>
                    <a:pt x="93" y="2311"/>
                    <a:pt x="56" y="2311"/>
                  </a:cubicBezTo>
                  <a:close/>
                  <a:moveTo>
                    <a:pt x="56" y="3238"/>
                  </a:moveTo>
                  <a:cubicBezTo>
                    <a:pt x="28" y="3238"/>
                    <a:pt x="0" y="3266"/>
                    <a:pt x="0" y="3294"/>
                  </a:cubicBezTo>
                  <a:lnTo>
                    <a:pt x="0" y="3758"/>
                  </a:lnTo>
                  <a:cubicBezTo>
                    <a:pt x="0" y="3795"/>
                    <a:pt x="28" y="3823"/>
                    <a:pt x="56" y="3823"/>
                  </a:cubicBezTo>
                  <a:cubicBezTo>
                    <a:pt x="93" y="3823"/>
                    <a:pt x="112" y="3795"/>
                    <a:pt x="112" y="3758"/>
                  </a:cubicBezTo>
                  <a:lnTo>
                    <a:pt x="112" y="3294"/>
                  </a:lnTo>
                  <a:cubicBezTo>
                    <a:pt x="112" y="3266"/>
                    <a:pt x="93" y="3238"/>
                    <a:pt x="56" y="3238"/>
                  </a:cubicBezTo>
                  <a:close/>
                  <a:moveTo>
                    <a:pt x="56" y="4166"/>
                  </a:moveTo>
                  <a:cubicBezTo>
                    <a:pt x="28" y="4166"/>
                    <a:pt x="0" y="4194"/>
                    <a:pt x="0" y="4222"/>
                  </a:cubicBezTo>
                  <a:lnTo>
                    <a:pt x="0" y="4685"/>
                  </a:lnTo>
                  <a:cubicBezTo>
                    <a:pt x="0" y="4723"/>
                    <a:pt x="28" y="4750"/>
                    <a:pt x="56" y="4750"/>
                  </a:cubicBezTo>
                  <a:cubicBezTo>
                    <a:pt x="93" y="4750"/>
                    <a:pt x="112" y="4723"/>
                    <a:pt x="112" y="4685"/>
                  </a:cubicBezTo>
                  <a:lnTo>
                    <a:pt x="112" y="4222"/>
                  </a:lnTo>
                  <a:cubicBezTo>
                    <a:pt x="112" y="4194"/>
                    <a:pt x="93" y="4166"/>
                    <a:pt x="56" y="4166"/>
                  </a:cubicBezTo>
                  <a:close/>
                  <a:moveTo>
                    <a:pt x="56" y="5094"/>
                  </a:moveTo>
                  <a:cubicBezTo>
                    <a:pt x="28" y="5094"/>
                    <a:pt x="0" y="5121"/>
                    <a:pt x="0" y="5149"/>
                  </a:cubicBezTo>
                  <a:lnTo>
                    <a:pt x="0" y="5613"/>
                  </a:lnTo>
                  <a:cubicBezTo>
                    <a:pt x="0" y="5650"/>
                    <a:pt x="28" y="5678"/>
                    <a:pt x="56" y="5678"/>
                  </a:cubicBezTo>
                  <a:cubicBezTo>
                    <a:pt x="93" y="5678"/>
                    <a:pt x="112" y="5650"/>
                    <a:pt x="112" y="5613"/>
                  </a:cubicBezTo>
                  <a:lnTo>
                    <a:pt x="112" y="5149"/>
                  </a:lnTo>
                  <a:cubicBezTo>
                    <a:pt x="112" y="5121"/>
                    <a:pt x="93" y="5094"/>
                    <a:pt x="56" y="5094"/>
                  </a:cubicBezTo>
                  <a:close/>
                  <a:moveTo>
                    <a:pt x="56" y="6021"/>
                  </a:moveTo>
                  <a:cubicBezTo>
                    <a:pt x="28" y="6021"/>
                    <a:pt x="0" y="6049"/>
                    <a:pt x="0" y="6077"/>
                  </a:cubicBezTo>
                  <a:lnTo>
                    <a:pt x="0" y="6541"/>
                  </a:lnTo>
                  <a:cubicBezTo>
                    <a:pt x="0" y="6578"/>
                    <a:pt x="28" y="6606"/>
                    <a:pt x="56" y="6606"/>
                  </a:cubicBezTo>
                  <a:cubicBezTo>
                    <a:pt x="93" y="6606"/>
                    <a:pt x="112" y="6578"/>
                    <a:pt x="112" y="6541"/>
                  </a:cubicBezTo>
                  <a:lnTo>
                    <a:pt x="112" y="6077"/>
                  </a:lnTo>
                  <a:cubicBezTo>
                    <a:pt x="112" y="6049"/>
                    <a:pt x="93" y="6021"/>
                    <a:pt x="56" y="6021"/>
                  </a:cubicBezTo>
                  <a:close/>
                  <a:moveTo>
                    <a:pt x="56" y="6949"/>
                  </a:moveTo>
                  <a:cubicBezTo>
                    <a:pt x="28" y="6949"/>
                    <a:pt x="0" y="6977"/>
                    <a:pt x="0" y="7005"/>
                  </a:cubicBezTo>
                  <a:lnTo>
                    <a:pt x="0" y="7468"/>
                  </a:lnTo>
                  <a:cubicBezTo>
                    <a:pt x="0" y="7506"/>
                    <a:pt x="28" y="7533"/>
                    <a:pt x="56" y="7533"/>
                  </a:cubicBezTo>
                  <a:cubicBezTo>
                    <a:pt x="93" y="7533"/>
                    <a:pt x="112" y="7506"/>
                    <a:pt x="112" y="7468"/>
                  </a:cubicBezTo>
                  <a:lnTo>
                    <a:pt x="112" y="7005"/>
                  </a:lnTo>
                  <a:cubicBezTo>
                    <a:pt x="112" y="6977"/>
                    <a:pt x="93" y="6949"/>
                    <a:pt x="56" y="6949"/>
                  </a:cubicBezTo>
                  <a:close/>
                  <a:moveTo>
                    <a:pt x="56" y="7877"/>
                  </a:moveTo>
                  <a:cubicBezTo>
                    <a:pt x="28" y="7877"/>
                    <a:pt x="0" y="7904"/>
                    <a:pt x="0" y="7932"/>
                  </a:cubicBezTo>
                  <a:lnTo>
                    <a:pt x="0" y="8396"/>
                  </a:lnTo>
                  <a:cubicBezTo>
                    <a:pt x="0" y="8433"/>
                    <a:pt x="28" y="8461"/>
                    <a:pt x="56" y="8461"/>
                  </a:cubicBezTo>
                  <a:cubicBezTo>
                    <a:pt x="93" y="8461"/>
                    <a:pt x="112" y="8433"/>
                    <a:pt x="112" y="8396"/>
                  </a:cubicBezTo>
                  <a:lnTo>
                    <a:pt x="112" y="7932"/>
                  </a:lnTo>
                  <a:cubicBezTo>
                    <a:pt x="112" y="7904"/>
                    <a:pt x="93" y="7877"/>
                    <a:pt x="56" y="7877"/>
                  </a:cubicBezTo>
                  <a:close/>
                  <a:moveTo>
                    <a:pt x="56" y="8804"/>
                  </a:moveTo>
                  <a:cubicBezTo>
                    <a:pt x="28" y="8804"/>
                    <a:pt x="0" y="8832"/>
                    <a:pt x="0" y="8860"/>
                  </a:cubicBezTo>
                  <a:lnTo>
                    <a:pt x="0" y="9324"/>
                  </a:lnTo>
                  <a:cubicBezTo>
                    <a:pt x="0" y="9361"/>
                    <a:pt x="28" y="9389"/>
                    <a:pt x="56" y="9389"/>
                  </a:cubicBezTo>
                  <a:cubicBezTo>
                    <a:pt x="93" y="9389"/>
                    <a:pt x="112" y="9361"/>
                    <a:pt x="112" y="9324"/>
                  </a:cubicBezTo>
                  <a:lnTo>
                    <a:pt x="112" y="8860"/>
                  </a:lnTo>
                  <a:cubicBezTo>
                    <a:pt x="112" y="8832"/>
                    <a:pt x="93" y="8804"/>
                    <a:pt x="56" y="8804"/>
                  </a:cubicBezTo>
                  <a:close/>
                  <a:moveTo>
                    <a:pt x="56" y="9732"/>
                  </a:moveTo>
                  <a:cubicBezTo>
                    <a:pt x="28" y="9732"/>
                    <a:pt x="0" y="9760"/>
                    <a:pt x="0" y="9788"/>
                  </a:cubicBezTo>
                  <a:lnTo>
                    <a:pt x="0" y="10251"/>
                  </a:lnTo>
                  <a:cubicBezTo>
                    <a:pt x="0" y="10288"/>
                    <a:pt x="28" y="10316"/>
                    <a:pt x="56" y="10316"/>
                  </a:cubicBezTo>
                  <a:cubicBezTo>
                    <a:pt x="93" y="10316"/>
                    <a:pt x="112" y="10288"/>
                    <a:pt x="112" y="10251"/>
                  </a:cubicBezTo>
                  <a:lnTo>
                    <a:pt x="112" y="9788"/>
                  </a:lnTo>
                  <a:cubicBezTo>
                    <a:pt x="112" y="9760"/>
                    <a:pt x="93" y="9732"/>
                    <a:pt x="56" y="9732"/>
                  </a:cubicBezTo>
                  <a:close/>
                  <a:moveTo>
                    <a:pt x="56" y="10660"/>
                  </a:moveTo>
                  <a:cubicBezTo>
                    <a:pt x="28" y="10660"/>
                    <a:pt x="0" y="10687"/>
                    <a:pt x="0" y="10715"/>
                  </a:cubicBezTo>
                  <a:lnTo>
                    <a:pt x="0" y="11179"/>
                  </a:lnTo>
                  <a:cubicBezTo>
                    <a:pt x="0" y="11216"/>
                    <a:pt x="28" y="11244"/>
                    <a:pt x="56" y="11244"/>
                  </a:cubicBezTo>
                  <a:cubicBezTo>
                    <a:pt x="93" y="11244"/>
                    <a:pt x="112" y="11216"/>
                    <a:pt x="112" y="11179"/>
                  </a:cubicBezTo>
                  <a:lnTo>
                    <a:pt x="112" y="10715"/>
                  </a:lnTo>
                  <a:cubicBezTo>
                    <a:pt x="112" y="10687"/>
                    <a:pt x="93" y="10660"/>
                    <a:pt x="56" y="10660"/>
                  </a:cubicBezTo>
                  <a:close/>
                  <a:moveTo>
                    <a:pt x="56" y="11587"/>
                  </a:moveTo>
                  <a:cubicBezTo>
                    <a:pt x="28" y="11587"/>
                    <a:pt x="0" y="11615"/>
                    <a:pt x="0" y="11643"/>
                  </a:cubicBezTo>
                  <a:lnTo>
                    <a:pt x="0" y="12107"/>
                  </a:lnTo>
                  <a:cubicBezTo>
                    <a:pt x="0" y="12144"/>
                    <a:pt x="28" y="12172"/>
                    <a:pt x="56" y="12172"/>
                  </a:cubicBezTo>
                  <a:cubicBezTo>
                    <a:pt x="93" y="12172"/>
                    <a:pt x="112" y="12144"/>
                    <a:pt x="112" y="12107"/>
                  </a:cubicBezTo>
                  <a:lnTo>
                    <a:pt x="112" y="11643"/>
                  </a:lnTo>
                  <a:cubicBezTo>
                    <a:pt x="112" y="11615"/>
                    <a:pt x="93" y="11587"/>
                    <a:pt x="56" y="11587"/>
                  </a:cubicBezTo>
                  <a:close/>
                  <a:moveTo>
                    <a:pt x="56" y="12515"/>
                  </a:moveTo>
                  <a:cubicBezTo>
                    <a:pt x="28" y="12515"/>
                    <a:pt x="0" y="12543"/>
                    <a:pt x="0" y="12571"/>
                  </a:cubicBezTo>
                  <a:lnTo>
                    <a:pt x="0" y="13034"/>
                  </a:lnTo>
                  <a:cubicBezTo>
                    <a:pt x="0" y="13071"/>
                    <a:pt x="28" y="13099"/>
                    <a:pt x="56" y="13099"/>
                  </a:cubicBezTo>
                  <a:cubicBezTo>
                    <a:pt x="93" y="13099"/>
                    <a:pt x="112" y="13071"/>
                    <a:pt x="112" y="13034"/>
                  </a:cubicBezTo>
                  <a:lnTo>
                    <a:pt x="112" y="12571"/>
                  </a:lnTo>
                  <a:cubicBezTo>
                    <a:pt x="112" y="12543"/>
                    <a:pt x="93" y="12515"/>
                    <a:pt x="56" y="12515"/>
                  </a:cubicBezTo>
                  <a:close/>
                  <a:moveTo>
                    <a:pt x="56" y="13443"/>
                  </a:moveTo>
                  <a:cubicBezTo>
                    <a:pt x="28" y="13443"/>
                    <a:pt x="0" y="13470"/>
                    <a:pt x="0" y="13498"/>
                  </a:cubicBezTo>
                  <a:lnTo>
                    <a:pt x="0" y="13962"/>
                  </a:lnTo>
                  <a:cubicBezTo>
                    <a:pt x="0" y="13999"/>
                    <a:pt x="28" y="14027"/>
                    <a:pt x="56" y="14027"/>
                  </a:cubicBezTo>
                  <a:cubicBezTo>
                    <a:pt x="93" y="14027"/>
                    <a:pt x="112" y="13999"/>
                    <a:pt x="112" y="13962"/>
                  </a:cubicBezTo>
                  <a:lnTo>
                    <a:pt x="112" y="13498"/>
                  </a:lnTo>
                  <a:cubicBezTo>
                    <a:pt x="112" y="13470"/>
                    <a:pt x="93" y="13443"/>
                    <a:pt x="56" y="13443"/>
                  </a:cubicBezTo>
                  <a:close/>
                  <a:moveTo>
                    <a:pt x="56" y="14370"/>
                  </a:moveTo>
                  <a:cubicBezTo>
                    <a:pt x="28" y="14370"/>
                    <a:pt x="0" y="14398"/>
                    <a:pt x="0" y="14426"/>
                  </a:cubicBezTo>
                  <a:lnTo>
                    <a:pt x="0" y="14890"/>
                  </a:lnTo>
                  <a:cubicBezTo>
                    <a:pt x="0" y="14927"/>
                    <a:pt x="28" y="14955"/>
                    <a:pt x="56" y="14955"/>
                  </a:cubicBezTo>
                  <a:cubicBezTo>
                    <a:pt x="93" y="14955"/>
                    <a:pt x="112" y="14927"/>
                    <a:pt x="112" y="14890"/>
                  </a:cubicBezTo>
                  <a:lnTo>
                    <a:pt x="112" y="14426"/>
                  </a:lnTo>
                  <a:cubicBezTo>
                    <a:pt x="112" y="14398"/>
                    <a:pt x="93" y="14370"/>
                    <a:pt x="56" y="14370"/>
                  </a:cubicBezTo>
                  <a:close/>
                  <a:moveTo>
                    <a:pt x="56" y="15298"/>
                  </a:moveTo>
                  <a:cubicBezTo>
                    <a:pt x="28" y="15298"/>
                    <a:pt x="0" y="15326"/>
                    <a:pt x="0" y="15354"/>
                  </a:cubicBezTo>
                  <a:lnTo>
                    <a:pt x="0" y="15678"/>
                  </a:lnTo>
                  <a:cubicBezTo>
                    <a:pt x="0" y="15706"/>
                    <a:pt x="28" y="15734"/>
                    <a:pt x="56" y="15734"/>
                  </a:cubicBezTo>
                  <a:cubicBezTo>
                    <a:pt x="93" y="15734"/>
                    <a:pt x="112" y="15706"/>
                    <a:pt x="112" y="15678"/>
                  </a:cubicBezTo>
                  <a:lnTo>
                    <a:pt x="112" y="15354"/>
                  </a:lnTo>
                  <a:cubicBezTo>
                    <a:pt x="112" y="15326"/>
                    <a:pt x="93" y="15298"/>
                    <a:pt x="56" y="1529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83"/>
            <p:cNvSpPr/>
            <p:nvPr/>
          </p:nvSpPr>
          <p:spPr>
            <a:xfrm>
              <a:off x="699850" y="2962250"/>
              <a:ext cx="191375" cy="190375"/>
            </a:xfrm>
            <a:custGeom>
              <a:rect b="b" l="l" r="r" t="t"/>
              <a:pathLst>
                <a:path extrusionOk="0" h="7615" w="7655">
                  <a:moveTo>
                    <a:pt x="3823" y="2123"/>
                  </a:moveTo>
                  <a:cubicBezTo>
                    <a:pt x="4148" y="2123"/>
                    <a:pt x="4472" y="2216"/>
                    <a:pt x="4751" y="2401"/>
                  </a:cubicBezTo>
                  <a:cubicBezTo>
                    <a:pt x="5159" y="2670"/>
                    <a:pt x="5428" y="3106"/>
                    <a:pt x="5493" y="3598"/>
                  </a:cubicBezTo>
                  <a:cubicBezTo>
                    <a:pt x="5585" y="4414"/>
                    <a:pt x="5075" y="5184"/>
                    <a:pt x="4287" y="5407"/>
                  </a:cubicBezTo>
                  <a:cubicBezTo>
                    <a:pt x="4131" y="5452"/>
                    <a:pt x="3973" y="5475"/>
                    <a:pt x="3816" y="5475"/>
                  </a:cubicBezTo>
                  <a:cubicBezTo>
                    <a:pt x="3494" y="5475"/>
                    <a:pt x="3176" y="5380"/>
                    <a:pt x="2895" y="5193"/>
                  </a:cubicBezTo>
                  <a:cubicBezTo>
                    <a:pt x="2487" y="4924"/>
                    <a:pt x="2218" y="4488"/>
                    <a:pt x="2162" y="3997"/>
                  </a:cubicBezTo>
                  <a:cubicBezTo>
                    <a:pt x="2060" y="3190"/>
                    <a:pt x="2580" y="2410"/>
                    <a:pt x="3359" y="2188"/>
                  </a:cubicBezTo>
                  <a:cubicBezTo>
                    <a:pt x="3517" y="2151"/>
                    <a:pt x="3665" y="2123"/>
                    <a:pt x="3823" y="2123"/>
                  </a:cubicBezTo>
                  <a:close/>
                  <a:moveTo>
                    <a:pt x="3825" y="2005"/>
                  </a:moveTo>
                  <a:cubicBezTo>
                    <a:pt x="3657" y="2005"/>
                    <a:pt x="3487" y="2028"/>
                    <a:pt x="3322" y="2076"/>
                  </a:cubicBezTo>
                  <a:cubicBezTo>
                    <a:pt x="2487" y="2318"/>
                    <a:pt x="1940" y="3152"/>
                    <a:pt x="2042" y="4015"/>
                  </a:cubicBezTo>
                  <a:cubicBezTo>
                    <a:pt x="2107" y="4535"/>
                    <a:pt x="2394" y="4999"/>
                    <a:pt x="2830" y="5295"/>
                  </a:cubicBezTo>
                  <a:cubicBezTo>
                    <a:pt x="3127" y="5490"/>
                    <a:pt x="3470" y="5592"/>
                    <a:pt x="3823" y="5592"/>
                  </a:cubicBezTo>
                  <a:cubicBezTo>
                    <a:pt x="3990" y="5592"/>
                    <a:pt x="4157" y="5564"/>
                    <a:pt x="4324" y="5518"/>
                  </a:cubicBezTo>
                  <a:cubicBezTo>
                    <a:pt x="5159" y="5277"/>
                    <a:pt x="5706" y="4451"/>
                    <a:pt x="5604" y="3588"/>
                  </a:cubicBezTo>
                  <a:cubicBezTo>
                    <a:pt x="5539" y="3060"/>
                    <a:pt x="5252" y="2596"/>
                    <a:pt x="4816" y="2308"/>
                  </a:cubicBezTo>
                  <a:cubicBezTo>
                    <a:pt x="4521" y="2108"/>
                    <a:pt x="4175" y="2005"/>
                    <a:pt x="3825" y="2005"/>
                  </a:cubicBezTo>
                  <a:close/>
                  <a:moveTo>
                    <a:pt x="3206" y="117"/>
                  </a:moveTo>
                  <a:cubicBezTo>
                    <a:pt x="3246" y="117"/>
                    <a:pt x="3288" y="137"/>
                    <a:pt x="3303" y="184"/>
                  </a:cubicBezTo>
                  <a:lnTo>
                    <a:pt x="3498" y="805"/>
                  </a:lnTo>
                  <a:cubicBezTo>
                    <a:pt x="3526" y="898"/>
                    <a:pt x="3610" y="954"/>
                    <a:pt x="3702" y="954"/>
                  </a:cubicBezTo>
                  <a:cubicBezTo>
                    <a:pt x="3742" y="952"/>
                    <a:pt x="3783" y="952"/>
                    <a:pt x="3823" y="952"/>
                  </a:cubicBezTo>
                  <a:cubicBezTo>
                    <a:pt x="4024" y="952"/>
                    <a:pt x="4225" y="971"/>
                    <a:pt x="4426" y="1010"/>
                  </a:cubicBezTo>
                  <a:cubicBezTo>
                    <a:pt x="4444" y="1015"/>
                    <a:pt x="4462" y="1018"/>
                    <a:pt x="4480" y="1018"/>
                  </a:cubicBezTo>
                  <a:cubicBezTo>
                    <a:pt x="4553" y="1018"/>
                    <a:pt x="4619" y="975"/>
                    <a:pt x="4649" y="908"/>
                  </a:cubicBezTo>
                  <a:lnTo>
                    <a:pt x="4955" y="323"/>
                  </a:lnTo>
                  <a:cubicBezTo>
                    <a:pt x="4964" y="305"/>
                    <a:pt x="4982" y="286"/>
                    <a:pt x="5010" y="277"/>
                  </a:cubicBezTo>
                  <a:cubicBezTo>
                    <a:pt x="5016" y="274"/>
                    <a:pt x="5022" y="273"/>
                    <a:pt x="5029" y="273"/>
                  </a:cubicBezTo>
                  <a:cubicBezTo>
                    <a:pt x="5044" y="273"/>
                    <a:pt x="5062" y="279"/>
                    <a:pt x="5075" y="286"/>
                  </a:cubicBezTo>
                  <a:lnTo>
                    <a:pt x="5984" y="750"/>
                  </a:lnTo>
                  <a:cubicBezTo>
                    <a:pt x="6003" y="768"/>
                    <a:pt x="6021" y="787"/>
                    <a:pt x="6021" y="805"/>
                  </a:cubicBezTo>
                  <a:cubicBezTo>
                    <a:pt x="6031" y="833"/>
                    <a:pt x="6031" y="852"/>
                    <a:pt x="6021" y="880"/>
                  </a:cubicBezTo>
                  <a:lnTo>
                    <a:pt x="5715" y="1464"/>
                  </a:lnTo>
                  <a:cubicBezTo>
                    <a:pt x="5669" y="1548"/>
                    <a:pt x="5688" y="1650"/>
                    <a:pt x="5762" y="1705"/>
                  </a:cubicBezTo>
                  <a:cubicBezTo>
                    <a:pt x="5938" y="1872"/>
                    <a:pt x="6096" y="2058"/>
                    <a:pt x="6226" y="2262"/>
                  </a:cubicBezTo>
                  <a:cubicBezTo>
                    <a:pt x="6262" y="2319"/>
                    <a:pt x="6331" y="2355"/>
                    <a:pt x="6399" y="2355"/>
                  </a:cubicBezTo>
                  <a:cubicBezTo>
                    <a:pt x="6419" y="2355"/>
                    <a:pt x="6439" y="2352"/>
                    <a:pt x="6457" y="2345"/>
                  </a:cubicBezTo>
                  <a:lnTo>
                    <a:pt x="7088" y="2151"/>
                  </a:lnTo>
                  <a:cubicBezTo>
                    <a:pt x="7098" y="2147"/>
                    <a:pt x="7108" y="2145"/>
                    <a:pt x="7118" y="2145"/>
                  </a:cubicBezTo>
                  <a:cubicBezTo>
                    <a:pt x="7153" y="2145"/>
                    <a:pt x="7185" y="2170"/>
                    <a:pt x="7200" y="2206"/>
                  </a:cubicBezTo>
                  <a:lnTo>
                    <a:pt x="7506" y="3180"/>
                  </a:lnTo>
                  <a:cubicBezTo>
                    <a:pt x="7524" y="3227"/>
                    <a:pt x="7496" y="3282"/>
                    <a:pt x="7450" y="3292"/>
                  </a:cubicBezTo>
                  <a:lnTo>
                    <a:pt x="6819" y="3486"/>
                  </a:lnTo>
                  <a:cubicBezTo>
                    <a:pt x="6736" y="3514"/>
                    <a:pt x="6671" y="3598"/>
                    <a:pt x="6680" y="3691"/>
                  </a:cubicBezTo>
                  <a:cubicBezTo>
                    <a:pt x="6689" y="3941"/>
                    <a:pt x="6662" y="4182"/>
                    <a:pt x="6615" y="4414"/>
                  </a:cubicBezTo>
                  <a:cubicBezTo>
                    <a:pt x="6597" y="4507"/>
                    <a:pt x="6643" y="4600"/>
                    <a:pt x="6717" y="4646"/>
                  </a:cubicBezTo>
                  <a:lnTo>
                    <a:pt x="7302" y="4943"/>
                  </a:lnTo>
                  <a:cubicBezTo>
                    <a:pt x="7348" y="4971"/>
                    <a:pt x="7367" y="5026"/>
                    <a:pt x="7348" y="5073"/>
                  </a:cubicBezTo>
                  <a:lnTo>
                    <a:pt x="6875" y="5973"/>
                  </a:lnTo>
                  <a:cubicBezTo>
                    <a:pt x="6866" y="5991"/>
                    <a:pt x="6847" y="6010"/>
                    <a:pt x="6819" y="6019"/>
                  </a:cubicBezTo>
                  <a:cubicBezTo>
                    <a:pt x="6814" y="6022"/>
                    <a:pt x="6808" y="6023"/>
                    <a:pt x="6801" y="6023"/>
                  </a:cubicBezTo>
                  <a:cubicBezTo>
                    <a:pt x="6785" y="6023"/>
                    <a:pt x="6767" y="6016"/>
                    <a:pt x="6754" y="6010"/>
                  </a:cubicBezTo>
                  <a:lnTo>
                    <a:pt x="6170" y="5713"/>
                  </a:lnTo>
                  <a:cubicBezTo>
                    <a:pt x="6138" y="5695"/>
                    <a:pt x="6104" y="5687"/>
                    <a:pt x="6070" y="5687"/>
                  </a:cubicBezTo>
                  <a:cubicBezTo>
                    <a:pt x="6015" y="5687"/>
                    <a:pt x="5960" y="5710"/>
                    <a:pt x="5919" y="5750"/>
                  </a:cubicBezTo>
                  <a:cubicBezTo>
                    <a:pt x="5752" y="5926"/>
                    <a:pt x="5567" y="6084"/>
                    <a:pt x="5363" y="6214"/>
                  </a:cubicBezTo>
                  <a:cubicBezTo>
                    <a:pt x="5289" y="6269"/>
                    <a:pt x="5252" y="6362"/>
                    <a:pt x="5279" y="6455"/>
                  </a:cubicBezTo>
                  <a:lnTo>
                    <a:pt x="5483" y="7076"/>
                  </a:lnTo>
                  <a:cubicBezTo>
                    <a:pt x="5493" y="7123"/>
                    <a:pt x="5465" y="7179"/>
                    <a:pt x="5418" y="7197"/>
                  </a:cubicBezTo>
                  <a:lnTo>
                    <a:pt x="4454" y="7494"/>
                  </a:lnTo>
                  <a:cubicBezTo>
                    <a:pt x="4442" y="7498"/>
                    <a:pt x="4430" y="7500"/>
                    <a:pt x="4419" y="7500"/>
                  </a:cubicBezTo>
                  <a:cubicBezTo>
                    <a:pt x="4379" y="7500"/>
                    <a:pt x="4348" y="7475"/>
                    <a:pt x="4333" y="7438"/>
                  </a:cubicBezTo>
                  <a:lnTo>
                    <a:pt x="4138" y="6817"/>
                  </a:lnTo>
                  <a:cubicBezTo>
                    <a:pt x="4110" y="6724"/>
                    <a:pt x="4027" y="6668"/>
                    <a:pt x="3943" y="6668"/>
                  </a:cubicBezTo>
                  <a:lnTo>
                    <a:pt x="3934" y="6668"/>
                  </a:lnTo>
                  <a:cubicBezTo>
                    <a:pt x="3895" y="6670"/>
                    <a:pt x="3856" y="6671"/>
                    <a:pt x="3817" y="6671"/>
                  </a:cubicBezTo>
                  <a:cubicBezTo>
                    <a:pt x="3615" y="6671"/>
                    <a:pt x="3413" y="6650"/>
                    <a:pt x="3211" y="6603"/>
                  </a:cubicBezTo>
                  <a:cubicBezTo>
                    <a:pt x="3197" y="6601"/>
                    <a:pt x="3183" y="6599"/>
                    <a:pt x="3170" y="6599"/>
                  </a:cubicBezTo>
                  <a:cubicBezTo>
                    <a:pt x="3092" y="6599"/>
                    <a:pt x="3020" y="6644"/>
                    <a:pt x="2988" y="6715"/>
                  </a:cubicBezTo>
                  <a:lnTo>
                    <a:pt x="2682" y="7299"/>
                  </a:lnTo>
                  <a:cubicBezTo>
                    <a:pt x="2673" y="7318"/>
                    <a:pt x="2645" y="7336"/>
                    <a:pt x="2626" y="7336"/>
                  </a:cubicBezTo>
                  <a:cubicBezTo>
                    <a:pt x="2612" y="7341"/>
                    <a:pt x="2601" y="7343"/>
                    <a:pt x="2589" y="7343"/>
                  </a:cubicBezTo>
                  <a:cubicBezTo>
                    <a:pt x="2578" y="7343"/>
                    <a:pt x="2566" y="7341"/>
                    <a:pt x="2552" y="7336"/>
                  </a:cubicBezTo>
                  <a:lnTo>
                    <a:pt x="1652" y="6863"/>
                  </a:lnTo>
                  <a:cubicBezTo>
                    <a:pt x="1606" y="6845"/>
                    <a:pt x="1587" y="6789"/>
                    <a:pt x="1615" y="6743"/>
                  </a:cubicBezTo>
                  <a:lnTo>
                    <a:pt x="1921" y="6158"/>
                  </a:lnTo>
                  <a:cubicBezTo>
                    <a:pt x="1958" y="6075"/>
                    <a:pt x="1940" y="5973"/>
                    <a:pt x="1875" y="5908"/>
                  </a:cubicBezTo>
                  <a:cubicBezTo>
                    <a:pt x="1699" y="5750"/>
                    <a:pt x="1541" y="5555"/>
                    <a:pt x="1411" y="5360"/>
                  </a:cubicBezTo>
                  <a:cubicBezTo>
                    <a:pt x="1376" y="5298"/>
                    <a:pt x="1310" y="5266"/>
                    <a:pt x="1240" y="5266"/>
                  </a:cubicBezTo>
                  <a:cubicBezTo>
                    <a:pt x="1217" y="5266"/>
                    <a:pt x="1193" y="5270"/>
                    <a:pt x="1170" y="5277"/>
                  </a:cubicBezTo>
                  <a:lnTo>
                    <a:pt x="548" y="5472"/>
                  </a:lnTo>
                  <a:cubicBezTo>
                    <a:pt x="541" y="5473"/>
                    <a:pt x="533" y="5474"/>
                    <a:pt x="525" y="5474"/>
                  </a:cubicBezTo>
                  <a:cubicBezTo>
                    <a:pt x="485" y="5474"/>
                    <a:pt x="445" y="5453"/>
                    <a:pt x="437" y="5407"/>
                  </a:cubicBezTo>
                  <a:lnTo>
                    <a:pt x="131" y="4442"/>
                  </a:lnTo>
                  <a:cubicBezTo>
                    <a:pt x="121" y="4414"/>
                    <a:pt x="121" y="4396"/>
                    <a:pt x="131" y="4368"/>
                  </a:cubicBezTo>
                  <a:cubicBezTo>
                    <a:pt x="149" y="4349"/>
                    <a:pt x="168" y="4331"/>
                    <a:pt x="186" y="4321"/>
                  </a:cubicBezTo>
                  <a:lnTo>
                    <a:pt x="817" y="4127"/>
                  </a:lnTo>
                  <a:cubicBezTo>
                    <a:pt x="901" y="4099"/>
                    <a:pt x="966" y="4015"/>
                    <a:pt x="956" y="3922"/>
                  </a:cubicBezTo>
                  <a:cubicBezTo>
                    <a:pt x="947" y="3681"/>
                    <a:pt x="966" y="3440"/>
                    <a:pt x="1021" y="3199"/>
                  </a:cubicBezTo>
                  <a:cubicBezTo>
                    <a:pt x="1040" y="3115"/>
                    <a:pt x="994" y="3023"/>
                    <a:pt x="910" y="2976"/>
                  </a:cubicBezTo>
                  <a:lnTo>
                    <a:pt x="326" y="2670"/>
                  </a:lnTo>
                  <a:cubicBezTo>
                    <a:pt x="288" y="2652"/>
                    <a:pt x="270" y="2596"/>
                    <a:pt x="288" y="2549"/>
                  </a:cubicBezTo>
                  <a:lnTo>
                    <a:pt x="762" y="1650"/>
                  </a:lnTo>
                  <a:cubicBezTo>
                    <a:pt x="775" y="1615"/>
                    <a:pt x="810" y="1596"/>
                    <a:pt x="845" y="1596"/>
                  </a:cubicBezTo>
                  <a:cubicBezTo>
                    <a:pt x="858" y="1596"/>
                    <a:pt x="870" y="1598"/>
                    <a:pt x="882" y="1603"/>
                  </a:cubicBezTo>
                  <a:lnTo>
                    <a:pt x="1467" y="1909"/>
                  </a:lnTo>
                  <a:cubicBezTo>
                    <a:pt x="1498" y="1927"/>
                    <a:pt x="1532" y="1935"/>
                    <a:pt x="1566" y="1935"/>
                  </a:cubicBezTo>
                  <a:cubicBezTo>
                    <a:pt x="1622" y="1935"/>
                    <a:pt x="1677" y="1913"/>
                    <a:pt x="1717" y="1872"/>
                  </a:cubicBezTo>
                  <a:cubicBezTo>
                    <a:pt x="1875" y="1696"/>
                    <a:pt x="2070" y="1538"/>
                    <a:pt x="2264" y="1399"/>
                  </a:cubicBezTo>
                  <a:cubicBezTo>
                    <a:pt x="2348" y="1353"/>
                    <a:pt x="2385" y="1260"/>
                    <a:pt x="2348" y="1167"/>
                  </a:cubicBezTo>
                  <a:lnTo>
                    <a:pt x="2153" y="546"/>
                  </a:lnTo>
                  <a:cubicBezTo>
                    <a:pt x="2144" y="518"/>
                    <a:pt x="2153" y="490"/>
                    <a:pt x="2162" y="472"/>
                  </a:cubicBezTo>
                  <a:cubicBezTo>
                    <a:pt x="2172" y="453"/>
                    <a:pt x="2190" y="434"/>
                    <a:pt x="2218" y="425"/>
                  </a:cubicBezTo>
                  <a:lnTo>
                    <a:pt x="3183" y="119"/>
                  </a:lnTo>
                  <a:cubicBezTo>
                    <a:pt x="3190" y="117"/>
                    <a:pt x="3198" y="117"/>
                    <a:pt x="3206" y="117"/>
                  </a:cubicBezTo>
                  <a:close/>
                  <a:moveTo>
                    <a:pt x="3203" y="1"/>
                  </a:moveTo>
                  <a:cubicBezTo>
                    <a:pt x="3184" y="1"/>
                    <a:pt x="3165" y="3"/>
                    <a:pt x="3146" y="8"/>
                  </a:cubicBezTo>
                  <a:lnTo>
                    <a:pt x="2181" y="314"/>
                  </a:lnTo>
                  <a:cubicBezTo>
                    <a:pt x="2070" y="351"/>
                    <a:pt x="2005" y="472"/>
                    <a:pt x="2042" y="574"/>
                  </a:cubicBezTo>
                  <a:lnTo>
                    <a:pt x="2237" y="1204"/>
                  </a:lnTo>
                  <a:cubicBezTo>
                    <a:pt x="2255" y="1241"/>
                    <a:pt x="2237" y="1288"/>
                    <a:pt x="2209" y="1306"/>
                  </a:cubicBezTo>
                  <a:cubicBezTo>
                    <a:pt x="1995" y="1446"/>
                    <a:pt x="1801" y="1603"/>
                    <a:pt x="1624" y="1789"/>
                  </a:cubicBezTo>
                  <a:cubicBezTo>
                    <a:pt x="1612" y="1807"/>
                    <a:pt x="1589" y="1817"/>
                    <a:pt x="1564" y="1817"/>
                  </a:cubicBezTo>
                  <a:cubicBezTo>
                    <a:pt x="1550" y="1817"/>
                    <a:pt x="1535" y="1814"/>
                    <a:pt x="1522" y="1807"/>
                  </a:cubicBezTo>
                  <a:lnTo>
                    <a:pt x="938" y="1511"/>
                  </a:lnTo>
                  <a:cubicBezTo>
                    <a:pt x="906" y="1493"/>
                    <a:pt x="871" y="1485"/>
                    <a:pt x="837" y="1485"/>
                  </a:cubicBezTo>
                  <a:cubicBezTo>
                    <a:pt x="762" y="1485"/>
                    <a:pt x="691" y="1524"/>
                    <a:pt x="660" y="1594"/>
                  </a:cubicBezTo>
                  <a:lnTo>
                    <a:pt x="186" y="2494"/>
                  </a:lnTo>
                  <a:cubicBezTo>
                    <a:pt x="140" y="2596"/>
                    <a:pt x="177" y="2726"/>
                    <a:pt x="279" y="2781"/>
                  </a:cubicBezTo>
                  <a:lnTo>
                    <a:pt x="864" y="3078"/>
                  </a:lnTo>
                  <a:cubicBezTo>
                    <a:pt x="891" y="3097"/>
                    <a:pt x="919" y="3143"/>
                    <a:pt x="910" y="3180"/>
                  </a:cubicBezTo>
                  <a:cubicBezTo>
                    <a:pt x="854" y="3421"/>
                    <a:pt x="836" y="3681"/>
                    <a:pt x="845" y="3932"/>
                  </a:cubicBezTo>
                  <a:cubicBezTo>
                    <a:pt x="845" y="3969"/>
                    <a:pt x="817" y="4006"/>
                    <a:pt x="780" y="4015"/>
                  </a:cubicBezTo>
                  <a:lnTo>
                    <a:pt x="149" y="4219"/>
                  </a:lnTo>
                  <a:cubicBezTo>
                    <a:pt x="103" y="4229"/>
                    <a:pt x="57" y="4266"/>
                    <a:pt x="29" y="4321"/>
                  </a:cubicBezTo>
                  <a:cubicBezTo>
                    <a:pt x="1" y="4368"/>
                    <a:pt x="1" y="4423"/>
                    <a:pt x="19" y="4479"/>
                  </a:cubicBezTo>
                  <a:lnTo>
                    <a:pt x="326" y="5444"/>
                  </a:lnTo>
                  <a:cubicBezTo>
                    <a:pt x="348" y="5534"/>
                    <a:pt x="431" y="5593"/>
                    <a:pt x="521" y="5593"/>
                  </a:cubicBezTo>
                  <a:cubicBezTo>
                    <a:pt x="542" y="5593"/>
                    <a:pt x="564" y="5590"/>
                    <a:pt x="585" y="5583"/>
                  </a:cubicBezTo>
                  <a:lnTo>
                    <a:pt x="1207" y="5388"/>
                  </a:lnTo>
                  <a:cubicBezTo>
                    <a:pt x="1220" y="5383"/>
                    <a:pt x="1232" y="5381"/>
                    <a:pt x="1244" y="5381"/>
                  </a:cubicBezTo>
                  <a:cubicBezTo>
                    <a:pt x="1273" y="5381"/>
                    <a:pt x="1298" y="5396"/>
                    <a:pt x="1318" y="5416"/>
                  </a:cubicBezTo>
                  <a:cubicBezTo>
                    <a:pt x="1448" y="5629"/>
                    <a:pt x="1615" y="5824"/>
                    <a:pt x="1801" y="6000"/>
                  </a:cubicBezTo>
                  <a:cubicBezTo>
                    <a:pt x="1828" y="6028"/>
                    <a:pt x="1838" y="6065"/>
                    <a:pt x="1819" y="6102"/>
                  </a:cubicBezTo>
                  <a:lnTo>
                    <a:pt x="1513" y="6687"/>
                  </a:lnTo>
                  <a:cubicBezTo>
                    <a:pt x="1457" y="6789"/>
                    <a:pt x="1504" y="6919"/>
                    <a:pt x="1606" y="6965"/>
                  </a:cubicBezTo>
                  <a:lnTo>
                    <a:pt x="2506" y="7438"/>
                  </a:lnTo>
                  <a:cubicBezTo>
                    <a:pt x="2531" y="7454"/>
                    <a:pt x="2559" y="7460"/>
                    <a:pt x="2589" y="7460"/>
                  </a:cubicBezTo>
                  <a:cubicBezTo>
                    <a:pt x="2613" y="7460"/>
                    <a:pt x="2638" y="7456"/>
                    <a:pt x="2663" y="7448"/>
                  </a:cubicBezTo>
                  <a:cubicBezTo>
                    <a:pt x="2719" y="7438"/>
                    <a:pt x="2756" y="7401"/>
                    <a:pt x="2784" y="7346"/>
                  </a:cubicBezTo>
                  <a:lnTo>
                    <a:pt x="3090" y="6770"/>
                  </a:lnTo>
                  <a:cubicBezTo>
                    <a:pt x="3106" y="6738"/>
                    <a:pt x="3136" y="6713"/>
                    <a:pt x="3174" y="6713"/>
                  </a:cubicBezTo>
                  <a:cubicBezTo>
                    <a:pt x="3180" y="6713"/>
                    <a:pt x="3186" y="6713"/>
                    <a:pt x="3192" y="6715"/>
                  </a:cubicBezTo>
                  <a:cubicBezTo>
                    <a:pt x="3394" y="6761"/>
                    <a:pt x="3603" y="6782"/>
                    <a:pt x="3812" y="6782"/>
                  </a:cubicBezTo>
                  <a:cubicBezTo>
                    <a:pt x="3853" y="6782"/>
                    <a:pt x="3894" y="6781"/>
                    <a:pt x="3934" y="6780"/>
                  </a:cubicBezTo>
                  <a:cubicBezTo>
                    <a:pt x="3981" y="6780"/>
                    <a:pt x="4018" y="6807"/>
                    <a:pt x="4027" y="6845"/>
                  </a:cubicBezTo>
                  <a:lnTo>
                    <a:pt x="4222" y="7475"/>
                  </a:lnTo>
                  <a:cubicBezTo>
                    <a:pt x="4250" y="7559"/>
                    <a:pt x="4333" y="7615"/>
                    <a:pt x="4426" y="7615"/>
                  </a:cubicBezTo>
                  <a:lnTo>
                    <a:pt x="4482" y="7615"/>
                  </a:lnTo>
                  <a:lnTo>
                    <a:pt x="5456" y="7308"/>
                  </a:lnTo>
                  <a:cubicBezTo>
                    <a:pt x="5567" y="7271"/>
                    <a:pt x="5623" y="7151"/>
                    <a:pt x="5585" y="7039"/>
                  </a:cubicBezTo>
                  <a:lnTo>
                    <a:pt x="5391" y="6418"/>
                  </a:lnTo>
                  <a:cubicBezTo>
                    <a:pt x="5381" y="6381"/>
                    <a:pt x="5391" y="6334"/>
                    <a:pt x="5428" y="6316"/>
                  </a:cubicBezTo>
                  <a:cubicBezTo>
                    <a:pt x="5641" y="6177"/>
                    <a:pt x="5836" y="6010"/>
                    <a:pt x="6003" y="5824"/>
                  </a:cubicBezTo>
                  <a:cubicBezTo>
                    <a:pt x="6019" y="5808"/>
                    <a:pt x="6042" y="5798"/>
                    <a:pt x="6065" y="5798"/>
                  </a:cubicBezTo>
                  <a:cubicBezTo>
                    <a:pt x="6082" y="5798"/>
                    <a:pt x="6099" y="5803"/>
                    <a:pt x="6114" y="5815"/>
                  </a:cubicBezTo>
                  <a:lnTo>
                    <a:pt x="6699" y="6112"/>
                  </a:lnTo>
                  <a:cubicBezTo>
                    <a:pt x="6728" y="6129"/>
                    <a:pt x="6761" y="6136"/>
                    <a:pt x="6796" y="6136"/>
                  </a:cubicBezTo>
                  <a:cubicBezTo>
                    <a:pt x="6816" y="6136"/>
                    <a:pt x="6836" y="6134"/>
                    <a:pt x="6856" y="6130"/>
                  </a:cubicBezTo>
                  <a:cubicBezTo>
                    <a:pt x="6903" y="6112"/>
                    <a:pt x="6949" y="6075"/>
                    <a:pt x="6977" y="6028"/>
                  </a:cubicBezTo>
                  <a:lnTo>
                    <a:pt x="7441" y="5128"/>
                  </a:lnTo>
                  <a:cubicBezTo>
                    <a:pt x="7496" y="5026"/>
                    <a:pt x="7459" y="4896"/>
                    <a:pt x="7357" y="4841"/>
                  </a:cubicBezTo>
                  <a:lnTo>
                    <a:pt x="6773" y="4544"/>
                  </a:lnTo>
                  <a:cubicBezTo>
                    <a:pt x="6736" y="4525"/>
                    <a:pt x="6717" y="4479"/>
                    <a:pt x="6727" y="4442"/>
                  </a:cubicBezTo>
                  <a:cubicBezTo>
                    <a:pt x="6782" y="4191"/>
                    <a:pt x="6801" y="3941"/>
                    <a:pt x="6791" y="3691"/>
                  </a:cubicBezTo>
                  <a:cubicBezTo>
                    <a:pt x="6791" y="3653"/>
                    <a:pt x="6819" y="3616"/>
                    <a:pt x="6856" y="3598"/>
                  </a:cubicBezTo>
                  <a:lnTo>
                    <a:pt x="7478" y="3403"/>
                  </a:lnTo>
                  <a:cubicBezTo>
                    <a:pt x="7589" y="3366"/>
                    <a:pt x="7654" y="3255"/>
                    <a:pt x="7617" y="3143"/>
                  </a:cubicBezTo>
                  <a:lnTo>
                    <a:pt x="7311" y="2178"/>
                  </a:lnTo>
                  <a:cubicBezTo>
                    <a:pt x="7281" y="2088"/>
                    <a:pt x="7202" y="2029"/>
                    <a:pt x="7115" y="2029"/>
                  </a:cubicBezTo>
                  <a:cubicBezTo>
                    <a:pt x="7094" y="2029"/>
                    <a:pt x="7073" y="2032"/>
                    <a:pt x="7051" y="2039"/>
                  </a:cubicBezTo>
                  <a:lnTo>
                    <a:pt x="6420" y="2234"/>
                  </a:lnTo>
                  <a:cubicBezTo>
                    <a:pt x="6410" y="2239"/>
                    <a:pt x="6400" y="2241"/>
                    <a:pt x="6389" y="2241"/>
                  </a:cubicBezTo>
                  <a:cubicBezTo>
                    <a:pt x="6360" y="2241"/>
                    <a:pt x="6332" y="2224"/>
                    <a:pt x="6318" y="2197"/>
                  </a:cubicBezTo>
                  <a:cubicBezTo>
                    <a:pt x="6179" y="1984"/>
                    <a:pt x="6021" y="1798"/>
                    <a:pt x="5836" y="1622"/>
                  </a:cubicBezTo>
                  <a:cubicBezTo>
                    <a:pt x="5808" y="1594"/>
                    <a:pt x="5799" y="1548"/>
                    <a:pt x="5817" y="1511"/>
                  </a:cubicBezTo>
                  <a:lnTo>
                    <a:pt x="6124" y="935"/>
                  </a:lnTo>
                  <a:cubicBezTo>
                    <a:pt x="6142" y="880"/>
                    <a:pt x="6151" y="824"/>
                    <a:pt x="6133" y="778"/>
                  </a:cubicBezTo>
                  <a:cubicBezTo>
                    <a:pt x="6114" y="722"/>
                    <a:pt x="6077" y="676"/>
                    <a:pt x="6031" y="648"/>
                  </a:cubicBezTo>
                  <a:lnTo>
                    <a:pt x="5131" y="184"/>
                  </a:lnTo>
                  <a:cubicBezTo>
                    <a:pt x="5096" y="166"/>
                    <a:pt x="5060" y="160"/>
                    <a:pt x="5027" y="160"/>
                  </a:cubicBezTo>
                  <a:cubicBezTo>
                    <a:pt x="5008" y="160"/>
                    <a:pt x="4990" y="162"/>
                    <a:pt x="4973" y="165"/>
                  </a:cubicBezTo>
                  <a:cubicBezTo>
                    <a:pt x="4918" y="184"/>
                    <a:pt x="4871" y="221"/>
                    <a:pt x="4853" y="267"/>
                  </a:cubicBezTo>
                  <a:lnTo>
                    <a:pt x="4546" y="852"/>
                  </a:lnTo>
                  <a:cubicBezTo>
                    <a:pt x="4531" y="883"/>
                    <a:pt x="4497" y="901"/>
                    <a:pt x="4464" y="901"/>
                  </a:cubicBezTo>
                  <a:cubicBezTo>
                    <a:pt x="4457" y="901"/>
                    <a:pt x="4451" y="900"/>
                    <a:pt x="4444" y="898"/>
                  </a:cubicBezTo>
                  <a:cubicBezTo>
                    <a:pt x="4234" y="858"/>
                    <a:pt x="4010" y="832"/>
                    <a:pt x="3790" y="832"/>
                  </a:cubicBezTo>
                  <a:cubicBezTo>
                    <a:pt x="3758" y="832"/>
                    <a:pt x="3725" y="832"/>
                    <a:pt x="3693" y="833"/>
                  </a:cubicBezTo>
                  <a:cubicBezTo>
                    <a:pt x="3689" y="834"/>
                    <a:pt x="3685" y="835"/>
                    <a:pt x="3681" y="835"/>
                  </a:cubicBezTo>
                  <a:cubicBezTo>
                    <a:pt x="3648" y="835"/>
                    <a:pt x="3618" y="802"/>
                    <a:pt x="3610" y="768"/>
                  </a:cubicBezTo>
                  <a:lnTo>
                    <a:pt x="3405" y="147"/>
                  </a:lnTo>
                  <a:cubicBezTo>
                    <a:pt x="3382" y="55"/>
                    <a:pt x="3296" y="1"/>
                    <a:pt x="32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83"/>
            <p:cNvSpPr/>
            <p:nvPr/>
          </p:nvSpPr>
          <p:spPr>
            <a:xfrm>
              <a:off x="831825" y="2596225"/>
              <a:ext cx="95800" cy="95400"/>
            </a:xfrm>
            <a:custGeom>
              <a:rect b="b" l="l" r="r" t="t"/>
              <a:pathLst>
                <a:path extrusionOk="0" h="3816" w="3832">
                  <a:moveTo>
                    <a:pt x="1927" y="1036"/>
                  </a:moveTo>
                  <a:cubicBezTo>
                    <a:pt x="1977" y="1036"/>
                    <a:pt x="2028" y="1040"/>
                    <a:pt x="2078" y="1049"/>
                  </a:cubicBezTo>
                  <a:cubicBezTo>
                    <a:pt x="2607" y="1151"/>
                    <a:pt x="2922" y="1698"/>
                    <a:pt x="2737" y="2199"/>
                  </a:cubicBezTo>
                  <a:cubicBezTo>
                    <a:pt x="2615" y="2550"/>
                    <a:pt x="2278" y="2779"/>
                    <a:pt x="1914" y="2779"/>
                  </a:cubicBezTo>
                  <a:cubicBezTo>
                    <a:pt x="1864" y="2779"/>
                    <a:pt x="1814" y="2774"/>
                    <a:pt x="1763" y="2765"/>
                  </a:cubicBezTo>
                  <a:cubicBezTo>
                    <a:pt x="1234" y="2663"/>
                    <a:pt x="919" y="2116"/>
                    <a:pt x="1104" y="1615"/>
                  </a:cubicBezTo>
                  <a:cubicBezTo>
                    <a:pt x="1227" y="1265"/>
                    <a:pt x="1564" y="1036"/>
                    <a:pt x="1927" y="1036"/>
                  </a:cubicBezTo>
                  <a:close/>
                  <a:moveTo>
                    <a:pt x="1967" y="1"/>
                  </a:moveTo>
                  <a:cubicBezTo>
                    <a:pt x="1921" y="1"/>
                    <a:pt x="1884" y="29"/>
                    <a:pt x="1874" y="66"/>
                  </a:cubicBezTo>
                  <a:lnTo>
                    <a:pt x="1828" y="390"/>
                  </a:lnTo>
                  <a:cubicBezTo>
                    <a:pt x="1819" y="428"/>
                    <a:pt x="1791" y="446"/>
                    <a:pt x="1763" y="455"/>
                  </a:cubicBezTo>
                  <a:cubicBezTo>
                    <a:pt x="1633" y="465"/>
                    <a:pt x="1512" y="493"/>
                    <a:pt x="1401" y="539"/>
                  </a:cubicBezTo>
                  <a:cubicBezTo>
                    <a:pt x="1392" y="541"/>
                    <a:pt x="1383" y="542"/>
                    <a:pt x="1374" y="542"/>
                  </a:cubicBezTo>
                  <a:cubicBezTo>
                    <a:pt x="1347" y="542"/>
                    <a:pt x="1322" y="532"/>
                    <a:pt x="1308" y="511"/>
                  </a:cubicBezTo>
                  <a:lnTo>
                    <a:pt x="1123" y="242"/>
                  </a:lnTo>
                  <a:cubicBezTo>
                    <a:pt x="1107" y="226"/>
                    <a:pt x="1084" y="216"/>
                    <a:pt x="1061" y="216"/>
                  </a:cubicBezTo>
                  <a:cubicBezTo>
                    <a:pt x="1044" y="216"/>
                    <a:pt x="1027" y="221"/>
                    <a:pt x="1011" y="233"/>
                  </a:cubicBezTo>
                  <a:lnTo>
                    <a:pt x="603" y="530"/>
                  </a:lnTo>
                  <a:cubicBezTo>
                    <a:pt x="566" y="548"/>
                    <a:pt x="557" y="604"/>
                    <a:pt x="585" y="632"/>
                  </a:cubicBezTo>
                  <a:lnTo>
                    <a:pt x="780" y="901"/>
                  </a:lnTo>
                  <a:cubicBezTo>
                    <a:pt x="798" y="929"/>
                    <a:pt x="798" y="966"/>
                    <a:pt x="770" y="993"/>
                  </a:cubicBezTo>
                  <a:cubicBezTo>
                    <a:pt x="696" y="1086"/>
                    <a:pt x="631" y="1188"/>
                    <a:pt x="575" y="1309"/>
                  </a:cubicBezTo>
                  <a:cubicBezTo>
                    <a:pt x="568" y="1332"/>
                    <a:pt x="541" y="1348"/>
                    <a:pt x="517" y="1348"/>
                  </a:cubicBezTo>
                  <a:cubicBezTo>
                    <a:pt x="511" y="1348"/>
                    <a:pt x="506" y="1348"/>
                    <a:pt x="501" y="1346"/>
                  </a:cubicBezTo>
                  <a:lnTo>
                    <a:pt x="177" y="1300"/>
                  </a:lnTo>
                  <a:cubicBezTo>
                    <a:pt x="170" y="1298"/>
                    <a:pt x="165" y="1298"/>
                    <a:pt x="159" y="1298"/>
                  </a:cubicBezTo>
                  <a:cubicBezTo>
                    <a:pt x="121" y="1298"/>
                    <a:pt x="92" y="1323"/>
                    <a:pt x="84" y="1355"/>
                  </a:cubicBezTo>
                  <a:lnTo>
                    <a:pt x="10" y="1865"/>
                  </a:lnTo>
                  <a:cubicBezTo>
                    <a:pt x="0" y="1903"/>
                    <a:pt x="28" y="1940"/>
                    <a:pt x="75" y="1949"/>
                  </a:cubicBezTo>
                  <a:lnTo>
                    <a:pt x="399" y="2005"/>
                  </a:lnTo>
                  <a:cubicBezTo>
                    <a:pt x="427" y="2005"/>
                    <a:pt x="455" y="2032"/>
                    <a:pt x="455" y="2070"/>
                  </a:cubicBezTo>
                  <a:cubicBezTo>
                    <a:pt x="473" y="2190"/>
                    <a:pt x="501" y="2311"/>
                    <a:pt x="548" y="2431"/>
                  </a:cubicBezTo>
                  <a:cubicBezTo>
                    <a:pt x="557" y="2459"/>
                    <a:pt x="548" y="2496"/>
                    <a:pt x="520" y="2515"/>
                  </a:cubicBezTo>
                  <a:lnTo>
                    <a:pt x="251" y="2710"/>
                  </a:lnTo>
                  <a:cubicBezTo>
                    <a:pt x="214" y="2728"/>
                    <a:pt x="204" y="2775"/>
                    <a:pt x="232" y="2812"/>
                  </a:cubicBezTo>
                  <a:lnTo>
                    <a:pt x="529" y="3229"/>
                  </a:lnTo>
                  <a:cubicBezTo>
                    <a:pt x="545" y="3245"/>
                    <a:pt x="568" y="3255"/>
                    <a:pt x="591" y="3255"/>
                  </a:cubicBezTo>
                  <a:cubicBezTo>
                    <a:pt x="608" y="3255"/>
                    <a:pt x="625" y="3250"/>
                    <a:pt x="640" y="3238"/>
                  </a:cubicBezTo>
                  <a:lnTo>
                    <a:pt x="900" y="3053"/>
                  </a:lnTo>
                  <a:cubicBezTo>
                    <a:pt x="914" y="3044"/>
                    <a:pt x="930" y="3039"/>
                    <a:pt x="947" y="3039"/>
                  </a:cubicBezTo>
                  <a:cubicBezTo>
                    <a:pt x="963" y="3039"/>
                    <a:pt x="979" y="3044"/>
                    <a:pt x="993" y="3053"/>
                  </a:cubicBezTo>
                  <a:cubicBezTo>
                    <a:pt x="1086" y="3127"/>
                    <a:pt x="1197" y="3192"/>
                    <a:pt x="1308" y="3248"/>
                  </a:cubicBezTo>
                  <a:cubicBezTo>
                    <a:pt x="1336" y="3257"/>
                    <a:pt x="1355" y="3294"/>
                    <a:pt x="1355" y="3322"/>
                  </a:cubicBezTo>
                  <a:lnTo>
                    <a:pt x="1299" y="3647"/>
                  </a:lnTo>
                  <a:cubicBezTo>
                    <a:pt x="1290" y="3693"/>
                    <a:pt x="1327" y="3730"/>
                    <a:pt x="1364" y="3739"/>
                  </a:cubicBezTo>
                  <a:lnTo>
                    <a:pt x="1865" y="3814"/>
                  </a:lnTo>
                  <a:cubicBezTo>
                    <a:pt x="1871" y="3815"/>
                    <a:pt x="1877" y="3815"/>
                    <a:pt x="1883" y="3815"/>
                  </a:cubicBezTo>
                  <a:cubicBezTo>
                    <a:pt x="1921" y="3815"/>
                    <a:pt x="1950" y="3790"/>
                    <a:pt x="1958" y="3758"/>
                  </a:cubicBezTo>
                  <a:lnTo>
                    <a:pt x="2004" y="3433"/>
                  </a:lnTo>
                  <a:cubicBezTo>
                    <a:pt x="2013" y="3396"/>
                    <a:pt x="2041" y="3368"/>
                    <a:pt x="2069" y="3368"/>
                  </a:cubicBezTo>
                  <a:cubicBezTo>
                    <a:pt x="2199" y="3350"/>
                    <a:pt x="2320" y="3322"/>
                    <a:pt x="2431" y="3276"/>
                  </a:cubicBezTo>
                  <a:cubicBezTo>
                    <a:pt x="2440" y="3273"/>
                    <a:pt x="2449" y="3272"/>
                    <a:pt x="2457" y="3272"/>
                  </a:cubicBezTo>
                  <a:cubicBezTo>
                    <a:pt x="2482" y="3272"/>
                    <a:pt x="2503" y="3282"/>
                    <a:pt x="2524" y="3303"/>
                  </a:cubicBezTo>
                  <a:lnTo>
                    <a:pt x="2709" y="3572"/>
                  </a:lnTo>
                  <a:cubicBezTo>
                    <a:pt x="2726" y="3595"/>
                    <a:pt x="2750" y="3607"/>
                    <a:pt x="2774" y="3607"/>
                  </a:cubicBezTo>
                  <a:cubicBezTo>
                    <a:pt x="2790" y="3607"/>
                    <a:pt x="2806" y="3602"/>
                    <a:pt x="2820" y="3591"/>
                  </a:cubicBezTo>
                  <a:lnTo>
                    <a:pt x="3229" y="3294"/>
                  </a:lnTo>
                  <a:cubicBezTo>
                    <a:pt x="3266" y="3266"/>
                    <a:pt x="3275" y="3220"/>
                    <a:pt x="3247" y="3183"/>
                  </a:cubicBezTo>
                  <a:lnTo>
                    <a:pt x="3052" y="2923"/>
                  </a:lnTo>
                  <a:cubicBezTo>
                    <a:pt x="3034" y="2895"/>
                    <a:pt x="3034" y="2858"/>
                    <a:pt x="3052" y="2830"/>
                  </a:cubicBezTo>
                  <a:cubicBezTo>
                    <a:pt x="3136" y="2737"/>
                    <a:pt x="3201" y="2626"/>
                    <a:pt x="3247" y="2515"/>
                  </a:cubicBezTo>
                  <a:cubicBezTo>
                    <a:pt x="3266" y="2487"/>
                    <a:pt x="3294" y="2468"/>
                    <a:pt x="3331" y="2468"/>
                  </a:cubicBezTo>
                  <a:lnTo>
                    <a:pt x="3655" y="2524"/>
                  </a:lnTo>
                  <a:cubicBezTo>
                    <a:pt x="3661" y="2525"/>
                    <a:pt x="3667" y="2526"/>
                    <a:pt x="3673" y="2526"/>
                  </a:cubicBezTo>
                  <a:cubicBezTo>
                    <a:pt x="3711" y="2526"/>
                    <a:pt x="3739" y="2500"/>
                    <a:pt x="3739" y="2459"/>
                  </a:cubicBezTo>
                  <a:lnTo>
                    <a:pt x="3822" y="1958"/>
                  </a:lnTo>
                  <a:cubicBezTo>
                    <a:pt x="3832" y="1921"/>
                    <a:pt x="3804" y="1875"/>
                    <a:pt x="3757" y="1875"/>
                  </a:cubicBezTo>
                  <a:lnTo>
                    <a:pt x="3433" y="1819"/>
                  </a:lnTo>
                  <a:cubicBezTo>
                    <a:pt x="3405" y="1810"/>
                    <a:pt x="3377" y="1791"/>
                    <a:pt x="3377" y="1754"/>
                  </a:cubicBezTo>
                  <a:cubicBezTo>
                    <a:pt x="3359" y="1634"/>
                    <a:pt x="3331" y="1513"/>
                    <a:pt x="3284" y="1392"/>
                  </a:cubicBezTo>
                  <a:cubicBezTo>
                    <a:pt x="3275" y="1365"/>
                    <a:pt x="3284" y="1327"/>
                    <a:pt x="3312" y="1309"/>
                  </a:cubicBezTo>
                  <a:lnTo>
                    <a:pt x="3581" y="1114"/>
                  </a:lnTo>
                  <a:cubicBezTo>
                    <a:pt x="3609" y="1086"/>
                    <a:pt x="3618" y="1040"/>
                    <a:pt x="3600" y="1012"/>
                  </a:cubicBezTo>
                  <a:lnTo>
                    <a:pt x="3294" y="595"/>
                  </a:lnTo>
                  <a:cubicBezTo>
                    <a:pt x="3282" y="577"/>
                    <a:pt x="3258" y="566"/>
                    <a:pt x="3233" y="566"/>
                  </a:cubicBezTo>
                  <a:cubicBezTo>
                    <a:pt x="3219" y="566"/>
                    <a:pt x="3205" y="569"/>
                    <a:pt x="3192" y="576"/>
                  </a:cubicBezTo>
                  <a:lnTo>
                    <a:pt x="2922" y="771"/>
                  </a:lnTo>
                  <a:cubicBezTo>
                    <a:pt x="2913" y="780"/>
                    <a:pt x="2897" y="785"/>
                    <a:pt x="2881" y="785"/>
                  </a:cubicBezTo>
                  <a:cubicBezTo>
                    <a:pt x="2865" y="785"/>
                    <a:pt x="2848" y="780"/>
                    <a:pt x="2839" y="771"/>
                  </a:cubicBezTo>
                  <a:cubicBezTo>
                    <a:pt x="2737" y="697"/>
                    <a:pt x="2635" y="632"/>
                    <a:pt x="2524" y="576"/>
                  </a:cubicBezTo>
                  <a:cubicBezTo>
                    <a:pt x="2486" y="557"/>
                    <a:pt x="2468" y="530"/>
                    <a:pt x="2477" y="493"/>
                  </a:cubicBezTo>
                  <a:lnTo>
                    <a:pt x="2533" y="168"/>
                  </a:lnTo>
                  <a:cubicBezTo>
                    <a:pt x="2533" y="131"/>
                    <a:pt x="2505" y="94"/>
                    <a:pt x="2468" y="84"/>
                  </a:cubicBezTo>
                  <a:lnTo>
                    <a:pt x="19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83"/>
            <p:cNvSpPr/>
            <p:nvPr/>
          </p:nvSpPr>
          <p:spPr>
            <a:xfrm>
              <a:off x="830200" y="2594850"/>
              <a:ext cx="98825" cy="98350"/>
            </a:xfrm>
            <a:custGeom>
              <a:rect b="b" l="l" r="r" t="t"/>
              <a:pathLst>
                <a:path extrusionOk="0" h="3934" w="3953">
                  <a:moveTo>
                    <a:pt x="1986" y="1151"/>
                  </a:moveTo>
                  <a:cubicBezTo>
                    <a:pt x="2032" y="1151"/>
                    <a:pt x="2088" y="1160"/>
                    <a:pt x="2134" y="1160"/>
                  </a:cubicBezTo>
                  <a:cubicBezTo>
                    <a:pt x="2366" y="1206"/>
                    <a:pt x="2570" y="1355"/>
                    <a:pt x="2691" y="1559"/>
                  </a:cubicBezTo>
                  <a:cubicBezTo>
                    <a:pt x="2811" y="1763"/>
                    <a:pt x="2830" y="2013"/>
                    <a:pt x="2746" y="2236"/>
                  </a:cubicBezTo>
                  <a:cubicBezTo>
                    <a:pt x="2632" y="2564"/>
                    <a:pt x="2314" y="2776"/>
                    <a:pt x="1973" y="2776"/>
                  </a:cubicBezTo>
                  <a:cubicBezTo>
                    <a:pt x="1928" y="2776"/>
                    <a:pt x="1882" y="2772"/>
                    <a:pt x="1837" y="2765"/>
                  </a:cubicBezTo>
                  <a:cubicBezTo>
                    <a:pt x="1605" y="2718"/>
                    <a:pt x="1401" y="2570"/>
                    <a:pt x="1281" y="2366"/>
                  </a:cubicBezTo>
                  <a:cubicBezTo>
                    <a:pt x="1160" y="2162"/>
                    <a:pt x="1141" y="1911"/>
                    <a:pt x="1225" y="1689"/>
                  </a:cubicBezTo>
                  <a:cubicBezTo>
                    <a:pt x="1336" y="1364"/>
                    <a:pt x="1652" y="1151"/>
                    <a:pt x="1986" y="1151"/>
                  </a:cubicBezTo>
                  <a:close/>
                  <a:moveTo>
                    <a:pt x="1985" y="1033"/>
                  </a:moveTo>
                  <a:cubicBezTo>
                    <a:pt x="1600" y="1033"/>
                    <a:pt x="1243" y="1278"/>
                    <a:pt x="1114" y="1651"/>
                  </a:cubicBezTo>
                  <a:cubicBezTo>
                    <a:pt x="1021" y="1902"/>
                    <a:pt x="1049" y="2189"/>
                    <a:pt x="1179" y="2421"/>
                  </a:cubicBezTo>
                  <a:cubicBezTo>
                    <a:pt x="1318" y="2663"/>
                    <a:pt x="1550" y="2830"/>
                    <a:pt x="1819" y="2876"/>
                  </a:cubicBezTo>
                  <a:cubicBezTo>
                    <a:pt x="1874" y="2885"/>
                    <a:pt x="1930" y="2895"/>
                    <a:pt x="1986" y="2895"/>
                  </a:cubicBezTo>
                  <a:cubicBezTo>
                    <a:pt x="2366" y="2895"/>
                    <a:pt x="2728" y="2653"/>
                    <a:pt x="2858" y="2282"/>
                  </a:cubicBezTo>
                  <a:cubicBezTo>
                    <a:pt x="2950" y="2023"/>
                    <a:pt x="2923" y="1735"/>
                    <a:pt x="2793" y="1503"/>
                  </a:cubicBezTo>
                  <a:cubicBezTo>
                    <a:pt x="2654" y="1262"/>
                    <a:pt x="2422" y="1104"/>
                    <a:pt x="2153" y="1048"/>
                  </a:cubicBezTo>
                  <a:cubicBezTo>
                    <a:pt x="2097" y="1038"/>
                    <a:pt x="2041" y="1033"/>
                    <a:pt x="1985" y="1033"/>
                  </a:cubicBezTo>
                  <a:close/>
                  <a:moveTo>
                    <a:pt x="2013" y="112"/>
                  </a:moveTo>
                  <a:lnTo>
                    <a:pt x="2524" y="195"/>
                  </a:lnTo>
                  <a:cubicBezTo>
                    <a:pt x="2524" y="195"/>
                    <a:pt x="2533" y="204"/>
                    <a:pt x="2533" y="204"/>
                  </a:cubicBezTo>
                  <a:cubicBezTo>
                    <a:pt x="2533" y="204"/>
                    <a:pt x="2533" y="214"/>
                    <a:pt x="2533" y="214"/>
                  </a:cubicBezTo>
                  <a:lnTo>
                    <a:pt x="2487" y="538"/>
                  </a:lnTo>
                  <a:cubicBezTo>
                    <a:pt x="2477" y="603"/>
                    <a:pt x="2505" y="659"/>
                    <a:pt x="2561" y="687"/>
                  </a:cubicBezTo>
                  <a:cubicBezTo>
                    <a:pt x="2672" y="733"/>
                    <a:pt x="2774" y="798"/>
                    <a:pt x="2867" y="872"/>
                  </a:cubicBezTo>
                  <a:cubicBezTo>
                    <a:pt x="2890" y="891"/>
                    <a:pt x="2918" y="900"/>
                    <a:pt x="2946" y="900"/>
                  </a:cubicBezTo>
                  <a:cubicBezTo>
                    <a:pt x="2974" y="900"/>
                    <a:pt x="3001" y="891"/>
                    <a:pt x="3025" y="872"/>
                  </a:cubicBezTo>
                  <a:lnTo>
                    <a:pt x="3294" y="677"/>
                  </a:lnTo>
                  <a:cubicBezTo>
                    <a:pt x="3294" y="677"/>
                    <a:pt x="3312" y="677"/>
                    <a:pt x="3312" y="687"/>
                  </a:cubicBezTo>
                  <a:lnTo>
                    <a:pt x="3618" y="1095"/>
                  </a:lnTo>
                  <a:cubicBezTo>
                    <a:pt x="3618" y="1104"/>
                    <a:pt x="3618" y="1104"/>
                    <a:pt x="3618" y="1113"/>
                  </a:cubicBezTo>
                  <a:cubicBezTo>
                    <a:pt x="3618" y="1113"/>
                    <a:pt x="3618" y="1113"/>
                    <a:pt x="3609" y="1123"/>
                  </a:cubicBezTo>
                  <a:lnTo>
                    <a:pt x="3340" y="1317"/>
                  </a:lnTo>
                  <a:cubicBezTo>
                    <a:pt x="3294" y="1345"/>
                    <a:pt x="3275" y="1410"/>
                    <a:pt x="3294" y="1466"/>
                  </a:cubicBezTo>
                  <a:cubicBezTo>
                    <a:pt x="3340" y="1577"/>
                    <a:pt x="3368" y="1698"/>
                    <a:pt x="3377" y="1818"/>
                  </a:cubicBezTo>
                  <a:cubicBezTo>
                    <a:pt x="3386" y="1874"/>
                    <a:pt x="3433" y="1920"/>
                    <a:pt x="3488" y="1930"/>
                  </a:cubicBezTo>
                  <a:lnTo>
                    <a:pt x="3813" y="1985"/>
                  </a:lnTo>
                  <a:cubicBezTo>
                    <a:pt x="3822" y="1985"/>
                    <a:pt x="3832" y="1995"/>
                    <a:pt x="3832" y="2004"/>
                  </a:cubicBezTo>
                  <a:lnTo>
                    <a:pt x="3748" y="2505"/>
                  </a:lnTo>
                  <a:cubicBezTo>
                    <a:pt x="3748" y="2514"/>
                    <a:pt x="3739" y="2523"/>
                    <a:pt x="3730" y="2523"/>
                  </a:cubicBezTo>
                  <a:lnTo>
                    <a:pt x="3405" y="2468"/>
                  </a:lnTo>
                  <a:cubicBezTo>
                    <a:pt x="3398" y="2467"/>
                    <a:pt x="3391" y="2466"/>
                    <a:pt x="3383" y="2466"/>
                  </a:cubicBezTo>
                  <a:cubicBezTo>
                    <a:pt x="3334" y="2466"/>
                    <a:pt x="3282" y="2493"/>
                    <a:pt x="3266" y="2542"/>
                  </a:cubicBezTo>
                  <a:cubicBezTo>
                    <a:pt x="3210" y="2653"/>
                    <a:pt x="3154" y="2755"/>
                    <a:pt x="3080" y="2848"/>
                  </a:cubicBezTo>
                  <a:cubicBezTo>
                    <a:pt x="3043" y="2895"/>
                    <a:pt x="3034" y="2959"/>
                    <a:pt x="3071" y="3006"/>
                  </a:cubicBezTo>
                  <a:lnTo>
                    <a:pt x="3266" y="3275"/>
                  </a:lnTo>
                  <a:cubicBezTo>
                    <a:pt x="3275" y="3284"/>
                    <a:pt x="3266" y="3293"/>
                    <a:pt x="3266" y="3303"/>
                  </a:cubicBezTo>
                  <a:lnTo>
                    <a:pt x="2848" y="3600"/>
                  </a:lnTo>
                  <a:cubicBezTo>
                    <a:pt x="2845" y="3603"/>
                    <a:pt x="2842" y="3604"/>
                    <a:pt x="2839" y="3604"/>
                  </a:cubicBezTo>
                  <a:cubicBezTo>
                    <a:pt x="2833" y="3604"/>
                    <a:pt x="2827" y="3600"/>
                    <a:pt x="2821" y="3600"/>
                  </a:cubicBezTo>
                  <a:lnTo>
                    <a:pt x="2635" y="3331"/>
                  </a:lnTo>
                  <a:cubicBezTo>
                    <a:pt x="2607" y="3296"/>
                    <a:pt x="2565" y="3277"/>
                    <a:pt x="2522" y="3277"/>
                  </a:cubicBezTo>
                  <a:cubicBezTo>
                    <a:pt x="2507" y="3277"/>
                    <a:pt x="2492" y="3279"/>
                    <a:pt x="2477" y="3284"/>
                  </a:cubicBezTo>
                  <a:cubicBezTo>
                    <a:pt x="2366" y="3321"/>
                    <a:pt x="2245" y="3349"/>
                    <a:pt x="2134" y="3368"/>
                  </a:cubicBezTo>
                  <a:cubicBezTo>
                    <a:pt x="2069" y="3368"/>
                    <a:pt x="2023" y="3414"/>
                    <a:pt x="2013" y="3479"/>
                  </a:cubicBezTo>
                  <a:lnTo>
                    <a:pt x="1967" y="3804"/>
                  </a:lnTo>
                  <a:cubicBezTo>
                    <a:pt x="1958" y="3813"/>
                    <a:pt x="1949" y="3813"/>
                    <a:pt x="1939" y="3813"/>
                  </a:cubicBezTo>
                  <a:lnTo>
                    <a:pt x="1438" y="3739"/>
                  </a:lnTo>
                  <a:cubicBezTo>
                    <a:pt x="1429" y="3739"/>
                    <a:pt x="1420" y="3729"/>
                    <a:pt x="1429" y="3720"/>
                  </a:cubicBezTo>
                  <a:lnTo>
                    <a:pt x="1475" y="3395"/>
                  </a:lnTo>
                  <a:cubicBezTo>
                    <a:pt x="1485" y="3331"/>
                    <a:pt x="1457" y="3275"/>
                    <a:pt x="1401" y="3247"/>
                  </a:cubicBezTo>
                  <a:cubicBezTo>
                    <a:pt x="1290" y="3201"/>
                    <a:pt x="1188" y="3136"/>
                    <a:pt x="1095" y="3061"/>
                  </a:cubicBezTo>
                  <a:cubicBezTo>
                    <a:pt x="1076" y="3043"/>
                    <a:pt x="1049" y="3034"/>
                    <a:pt x="1012" y="3034"/>
                  </a:cubicBezTo>
                  <a:cubicBezTo>
                    <a:pt x="984" y="3034"/>
                    <a:pt x="956" y="3043"/>
                    <a:pt x="937" y="3061"/>
                  </a:cubicBezTo>
                  <a:lnTo>
                    <a:pt x="668" y="3247"/>
                  </a:lnTo>
                  <a:cubicBezTo>
                    <a:pt x="668" y="3256"/>
                    <a:pt x="659" y="3256"/>
                    <a:pt x="659" y="3256"/>
                  </a:cubicBezTo>
                  <a:cubicBezTo>
                    <a:pt x="659" y="3256"/>
                    <a:pt x="650" y="3256"/>
                    <a:pt x="650" y="3247"/>
                  </a:cubicBezTo>
                  <a:lnTo>
                    <a:pt x="344" y="2839"/>
                  </a:lnTo>
                  <a:cubicBezTo>
                    <a:pt x="344" y="2830"/>
                    <a:pt x="344" y="2830"/>
                    <a:pt x="344" y="2820"/>
                  </a:cubicBezTo>
                  <a:cubicBezTo>
                    <a:pt x="344" y="2820"/>
                    <a:pt x="344" y="2811"/>
                    <a:pt x="353" y="2811"/>
                  </a:cubicBezTo>
                  <a:lnTo>
                    <a:pt x="613" y="2616"/>
                  </a:lnTo>
                  <a:cubicBezTo>
                    <a:pt x="668" y="2579"/>
                    <a:pt x="687" y="2523"/>
                    <a:pt x="668" y="2468"/>
                  </a:cubicBezTo>
                  <a:cubicBezTo>
                    <a:pt x="622" y="2356"/>
                    <a:pt x="594" y="2236"/>
                    <a:pt x="585" y="2115"/>
                  </a:cubicBezTo>
                  <a:cubicBezTo>
                    <a:pt x="576" y="2060"/>
                    <a:pt x="529" y="2013"/>
                    <a:pt x="474" y="2004"/>
                  </a:cubicBezTo>
                  <a:lnTo>
                    <a:pt x="149" y="1948"/>
                  </a:lnTo>
                  <a:cubicBezTo>
                    <a:pt x="130" y="1948"/>
                    <a:pt x="130" y="1939"/>
                    <a:pt x="130" y="1930"/>
                  </a:cubicBezTo>
                  <a:lnTo>
                    <a:pt x="214" y="1429"/>
                  </a:lnTo>
                  <a:cubicBezTo>
                    <a:pt x="214" y="1420"/>
                    <a:pt x="223" y="1410"/>
                    <a:pt x="232" y="1410"/>
                  </a:cubicBezTo>
                  <a:lnTo>
                    <a:pt x="557" y="1466"/>
                  </a:lnTo>
                  <a:cubicBezTo>
                    <a:pt x="563" y="1467"/>
                    <a:pt x="569" y="1467"/>
                    <a:pt x="574" y="1467"/>
                  </a:cubicBezTo>
                  <a:cubicBezTo>
                    <a:pt x="624" y="1467"/>
                    <a:pt x="671" y="1433"/>
                    <a:pt x="696" y="1392"/>
                  </a:cubicBezTo>
                  <a:cubicBezTo>
                    <a:pt x="743" y="1280"/>
                    <a:pt x="807" y="1178"/>
                    <a:pt x="882" y="1086"/>
                  </a:cubicBezTo>
                  <a:cubicBezTo>
                    <a:pt x="919" y="1039"/>
                    <a:pt x="919" y="974"/>
                    <a:pt x="891" y="919"/>
                  </a:cubicBezTo>
                  <a:lnTo>
                    <a:pt x="696" y="659"/>
                  </a:lnTo>
                  <a:cubicBezTo>
                    <a:pt x="687" y="650"/>
                    <a:pt x="696" y="640"/>
                    <a:pt x="696" y="631"/>
                  </a:cubicBezTo>
                  <a:lnTo>
                    <a:pt x="1114" y="334"/>
                  </a:lnTo>
                  <a:cubicBezTo>
                    <a:pt x="1118" y="330"/>
                    <a:pt x="1123" y="327"/>
                    <a:pt x="1126" y="327"/>
                  </a:cubicBezTo>
                  <a:cubicBezTo>
                    <a:pt x="1130" y="327"/>
                    <a:pt x="1132" y="330"/>
                    <a:pt x="1132" y="334"/>
                  </a:cubicBezTo>
                  <a:lnTo>
                    <a:pt x="1327" y="603"/>
                  </a:lnTo>
                  <a:cubicBezTo>
                    <a:pt x="1354" y="638"/>
                    <a:pt x="1397" y="657"/>
                    <a:pt x="1440" y="657"/>
                  </a:cubicBezTo>
                  <a:cubicBezTo>
                    <a:pt x="1455" y="657"/>
                    <a:pt x="1470" y="654"/>
                    <a:pt x="1485" y="650"/>
                  </a:cubicBezTo>
                  <a:cubicBezTo>
                    <a:pt x="1596" y="603"/>
                    <a:pt x="1707" y="575"/>
                    <a:pt x="1828" y="566"/>
                  </a:cubicBezTo>
                  <a:cubicBezTo>
                    <a:pt x="1893" y="557"/>
                    <a:pt x="1939" y="510"/>
                    <a:pt x="1949" y="455"/>
                  </a:cubicBezTo>
                  <a:lnTo>
                    <a:pt x="1995" y="130"/>
                  </a:lnTo>
                  <a:cubicBezTo>
                    <a:pt x="1995" y="121"/>
                    <a:pt x="2013" y="112"/>
                    <a:pt x="2013" y="112"/>
                  </a:cubicBezTo>
                  <a:close/>
                  <a:moveTo>
                    <a:pt x="2032" y="0"/>
                  </a:moveTo>
                  <a:cubicBezTo>
                    <a:pt x="2004" y="0"/>
                    <a:pt x="1967" y="0"/>
                    <a:pt x="1939" y="28"/>
                  </a:cubicBezTo>
                  <a:cubicBezTo>
                    <a:pt x="1911" y="47"/>
                    <a:pt x="1893" y="74"/>
                    <a:pt x="1884" y="112"/>
                  </a:cubicBezTo>
                  <a:lnTo>
                    <a:pt x="1828" y="436"/>
                  </a:lnTo>
                  <a:cubicBezTo>
                    <a:pt x="1828" y="445"/>
                    <a:pt x="1828" y="455"/>
                    <a:pt x="1819" y="455"/>
                  </a:cubicBezTo>
                  <a:cubicBezTo>
                    <a:pt x="1689" y="464"/>
                    <a:pt x="1559" y="492"/>
                    <a:pt x="1438" y="538"/>
                  </a:cubicBezTo>
                  <a:cubicBezTo>
                    <a:pt x="1438" y="541"/>
                    <a:pt x="1437" y="542"/>
                    <a:pt x="1436" y="542"/>
                  </a:cubicBezTo>
                  <a:cubicBezTo>
                    <a:pt x="1432" y="542"/>
                    <a:pt x="1426" y="538"/>
                    <a:pt x="1420" y="538"/>
                  </a:cubicBezTo>
                  <a:lnTo>
                    <a:pt x="1234" y="269"/>
                  </a:lnTo>
                  <a:cubicBezTo>
                    <a:pt x="1207" y="231"/>
                    <a:pt x="1167" y="212"/>
                    <a:pt x="1126" y="212"/>
                  </a:cubicBezTo>
                  <a:cubicBezTo>
                    <a:pt x="1097" y="212"/>
                    <a:pt x="1066" y="222"/>
                    <a:pt x="1039" y="241"/>
                  </a:cubicBezTo>
                  <a:lnTo>
                    <a:pt x="631" y="538"/>
                  </a:lnTo>
                  <a:cubicBezTo>
                    <a:pt x="566" y="575"/>
                    <a:pt x="557" y="659"/>
                    <a:pt x="603" y="724"/>
                  </a:cubicBezTo>
                  <a:lnTo>
                    <a:pt x="789" y="993"/>
                  </a:lnTo>
                  <a:cubicBezTo>
                    <a:pt x="798" y="993"/>
                    <a:pt x="798" y="1002"/>
                    <a:pt x="789" y="1011"/>
                  </a:cubicBezTo>
                  <a:cubicBezTo>
                    <a:pt x="715" y="1113"/>
                    <a:pt x="640" y="1225"/>
                    <a:pt x="594" y="1336"/>
                  </a:cubicBezTo>
                  <a:cubicBezTo>
                    <a:pt x="585" y="1345"/>
                    <a:pt x="576" y="1345"/>
                    <a:pt x="576" y="1345"/>
                  </a:cubicBezTo>
                  <a:lnTo>
                    <a:pt x="251" y="1299"/>
                  </a:lnTo>
                  <a:cubicBezTo>
                    <a:pt x="241" y="1296"/>
                    <a:pt x="231" y="1295"/>
                    <a:pt x="221" y="1295"/>
                  </a:cubicBezTo>
                  <a:cubicBezTo>
                    <a:pt x="195" y="1295"/>
                    <a:pt x="169" y="1304"/>
                    <a:pt x="149" y="1317"/>
                  </a:cubicBezTo>
                  <a:cubicBezTo>
                    <a:pt x="121" y="1336"/>
                    <a:pt x="102" y="1373"/>
                    <a:pt x="93" y="1410"/>
                  </a:cubicBezTo>
                  <a:lnTo>
                    <a:pt x="19" y="1911"/>
                  </a:lnTo>
                  <a:cubicBezTo>
                    <a:pt x="0" y="1985"/>
                    <a:pt x="56" y="2050"/>
                    <a:pt x="130" y="2060"/>
                  </a:cubicBezTo>
                  <a:lnTo>
                    <a:pt x="455" y="2115"/>
                  </a:lnTo>
                  <a:cubicBezTo>
                    <a:pt x="455" y="2115"/>
                    <a:pt x="464" y="2125"/>
                    <a:pt x="464" y="2125"/>
                  </a:cubicBezTo>
                  <a:cubicBezTo>
                    <a:pt x="483" y="2254"/>
                    <a:pt x="511" y="2384"/>
                    <a:pt x="557" y="2505"/>
                  </a:cubicBezTo>
                  <a:cubicBezTo>
                    <a:pt x="557" y="2514"/>
                    <a:pt x="557" y="2514"/>
                    <a:pt x="548" y="2523"/>
                  </a:cubicBezTo>
                  <a:lnTo>
                    <a:pt x="279" y="2718"/>
                  </a:lnTo>
                  <a:cubicBezTo>
                    <a:pt x="251" y="2737"/>
                    <a:pt x="232" y="2765"/>
                    <a:pt x="223" y="2802"/>
                  </a:cubicBezTo>
                  <a:cubicBezTo>
                    <a:pt x="223" y="2839"/>
                    <a:pt x="232" y="2876"/>
                    <a:pt x="251" y="2904"/>
                  </a:cubicBezTo>
                  <a:lnTo>
                    <a:pt x="548" y="3312"/>
                  </a:lnTo>
                  <a:cubicBezTo>
                    <a:pt x="566" y="3349"/>
                    <a:pt x="603" y="3368"/>
                    <a:pt x="640" y="3368"/>
                  </a:cubicBezTo>
                  <a:cubicBezTo>
                    <a:pt x="648" y="3370"/>
                    <a:pt x="656" y="3371"/>
                    <a:pt x="665" y="3371"/>
                  </a:cubicBezTo>
                  <a:cubicBezTo>
                    <a:pt x="688" y="3371"/>
                    <a:pt x="713" y="3363"/>
                    <a:pt x="733" y="3349"/>
                  </a:cubicBezTo>
                  <a:lnTo>
                    <a:pt x="1002" y="3154"/>
                  </a:lnTo>
                  <a:cubicBezTo>
                    <a:pt x="1007" y="3150"/>
                    <a:pt x="1012" y="3147"/>
                    <a:pt x="1015" y="3147"/>
                  </a:cubicBezTo>
                  <a:cubicBezTo>
                    <a:pt x="1019" y="3147"/>
                    <a:pt x="1021" y="3150"/>
                    <a:pt x="1021" y="3154"/>
                  </a:cubicBezTo>
                  <a:cubicBezTo>
                    <a:pt x="1123" y="3238"/>
                    <a:pt x="1234" y="3303"/>
                    <a:pt x="1355" y="3358"/>
                  </a:cubicBezTo>
                  <a:cubicBezTo>
                    <a:pt x="1355" y="3358"/>
                    <a:pt x="1364" y="3368"/>
                    <a:pt x="1364" y="3377"/>
                  </a:cubicBezTo>
                  <a:lnTo>
                    <a:pt x="1308" y="3702"/>
                  </a:lnTo>
                  <a:cubicBezTo>
                    <a:pt x="1299" y="3776"/>
                    <a:pt x="1346" y="3841"/>
                    <a:pt x="1420" y="3850"/>
                  </a:cubicBezTo>
                  <a:lnTo>
                    <a:pt x="1921" y="3934"/>
                  </a:lnTo>
                  <a:lnTo>
                    <a:pt x="1949" y="3934"/>
                  </a:lnTo>
                  <a:cubicBezTo>
                    <a:pt x="1976" y="3934"/>
                    <a:pt x="2004" y="3924"/>
                    <a:pt x="2023" y="3906"/>
                  </a:cubicBezTo>
                  <a:cubicBezTo>
                    <a:pt x="2051" y="3887"/>
                    <a:pt x="2069" y="3859"/>
                    <a:pt x="2078" y="3822"/>
                  </a:cubicBezTo>
                  <a:lnTo>
                    <a:pt x="2125" y="3498"/>
                  </a:lnTo>
                  <a:cubicBezTo>
                    <a:pt x="2134" y="3488"/>
                    <a:pt x="2134" y="3479"/>
                    <a:pt x="2143" y="3479"/>
                  </a:cubicBezTo>
                  <a:cubicBezTo>
                    <a:pt x="2273" y="3470"/>
                    <a:pt x="2394" y="3442"/>
                    <a:pt x="2514" y="3395"/>
                  </a:cubicBezTo>
                  <a:cubicBezTo>
                    <a:pt x="2517" y="3392"/>
                    <a:pt x="2521" y="3391"/>
                    <a:pt x="2523" y="3391"/>
                  </a:cubicBezTo>
                  <a:cubicBezTo>
                    <a:pt x="2529" y="3391"/>
                    <a:pt x="2533" y="3395"/>
                    <a:pt x="2533" y="3395"/>
                  </a:cubicBezTo>
                  <a:lnTo>
                    <a:pt x="2728" y="3664"/>
                  </a:lnTo>
                  <a:cubicBezTo>
                    <a:pt x="2755" y="3702"/>
                    <a:pt x="2794" y="3721"/>
                    <a:pt x="2834" y="3721"/>
                  </a:cubicBezTo>
                  <a:cubicBezTo>
                    <a:pt x="2862" y="3721"/>
                    <a:pt x="2890" y="3712"/>
                    <a:pt x="2913" y="3692"/>
                  </a:cubicBezTo>
                  <a:lnTo>
                    <a:pt x="3331" y="3395"/>
                  </a:lnTo>
                  <a:cubicBezTo>
                    <a:pt x="3386" y="3358"/>
                    <a:pt x="3405" y="3266"/>
                    <a:pt x="3359" y="3210"/>
                  </a:cubicBezTo>
                  <a:lnTo>
                    <a:pt x="3164" y="2941"/>
                  </a:lnTo>
                  <a:cubicBezTo>
                    <a:pt x="3164" y="2941"/>
                    <a:pt x="3164" y="2932"/>
                    <a:pt x="3164" y="2922"/>
                  </a:cubicBezTo>
                  <a:cubicBezTo>
                    <a:pt x="3247" y="2820"/>
                    <a:pt x="3312" y="2709"/>
                    <a:pt x="3368" y="2598"/>
                  </a:cubicBezTo>
                  <a:cubicBezTo>
                    <a:pt x="3368" y="2588"/>
                    <a:pt x="3377" y="2588"/>
                    <a:pt x="3386" y="2588"/>
                  </a:cubicBezTo>
                  <a:lnTo>
                    <a:pt x="3711" y="2635"/>
                  </a:lnTo>
                  <a:cubicBezTo>
                    <a:pt x="3721" y="2637"/>
                    <a:pt x="3730" y="2638"/>
                    <a:pt x="3740" y="2638"/>
                  </a:cubicBezTo>
                  <a:cubicBezTo>
                    <a:pt x="3802" y="2638"/>
                    <a:pt x="3853" y="2588"/>
                    <a:pt x="3869" y="2523"/>
                  </a:cubicBezTo>
                  <a:lnTo>
                    <a:pt x="3943" y="2023"/>
                  </a:lnTo>
                  <a:cubicBezTo>
                    <a:pt x="3952" y="1948"/>
                    <a:pt x="3906" y="1883"/>
                    <a:pt x="3832" y="1874"/>
                  </a:cubicBezTo>
                  <a:lnTo>
                    <a:pt x="3507" y="1818"/>
                  </a:lnTo>
                  <a:cubicBezTo>
                    <a:pt x="3498" y="1818"/>
                    <a:pt x="3498" y="1809"/>
                    <a:pt x="3498" y="1800"/>
                  </a:cubicBezTo>
                  <a:cubicBezTo>
                    <a:pt x="3479" y="1679"/>
                    <a:pt x="3451" y="1549"/>
                    <a:pt x="3405" y="1429"/>
                  </a:cubicBezTo>
                  <a:cubicBezTo>
                    <a:pt x="3405" y="1420"/>
                    <a:pt x="3405" y="1410"/>
                    <a:pt x="3414" y="1410"/>
                  </a:cubicBezTo>
                  <a:lnTo>
                    <a:pt x="3674" y="1215"/>
                  </a:lnTo>
                  <a:cubicBezTo>
                    <a:pt x="3711" y="1197"/>
                    <a:pt x="3730" y="1169"/>
                    <a:pt x="3730" y="1132"/>
                  </a:cubicBezTo>
                  <a:cubicBezTo>
                    <a:pt x="3739" y="1095"/>
                    <a:pt x="3730" y="1058"/>
                    <a:pt x="3711" y="1030"/>
                  </a:cubicBezTo>
                  <a:lnTo>
                    <a:pt x="3405" y="622"/>
                  </a:lnTo>
                  <a:cubicBezTo>
                    <a:pt x="3382" y="582"/>
                    <a:pt x="3342" y="563"/>
                    <a:pt x="3299" y="563"/>
                  </a:cubicBezTo>
                  <a:cubicBezTo>
                    <a:pt x="3272" y="563"/>
                    <a:pt x="3244" y="570"/>
                    <a:pt x="3219" y="585"/>
                  </a:cubicBezTo>
                  <a:lnTo>
                    <a:pt x="2950" y="779"/>
                  </a:lnTo>
                  <a:cubicBezTo>
                    <a:pt x="2950" y="784"/>
                    <a:pt x="2948" y="786"/>
                    <a:pt x="2945" y="786"/>
                  </a:cubicBezTo>
                  <a:cubicBezTo>
                    <a:pt x="2941" y="786"/>
                    <a:pt x="2936" y="784"/>
                    <a:pt x="2932" y="779"/>
                  </a:cubicBezTo>
                  <a:cubicBezTo>
                    <a:pt x="2839" y="696"/>
                    <a:pt x="2728" y="631"/>
                    <a:pt x="2607" y="575"/>
                  </a:cubicBezTo>
                  <a:cubicBezTo>
                    <a:pt x="2598" y="575"/>
                    <a:pt x="2598" y="566"/>
                    <a:pt x="2598" y="557"/>
                  </a:cubicBezTo>
                  <a:lnTo>
                    <a:pt x="2654" y="232"/>
                  </a:lnTo>
                  <a:cubicBezTo>
                    <a:pt x="2654" y="195"/>
                    <a:pt x="2644" y="167"/>
                    <a:pt x="2626" y="139"/>
                  </a:cubicBezTo>
                  <a:cubicBezTo>
                    <a:pt x="2607" y="102"/>
                    <a:pt x="2570" y="84"/>
                    <a:pt x="2542" y="84"/>
                  </a:cubicBezTo>
                  <a:lnTo>
                    <a:pt x="20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83"/>
            <p:cNvSpPr/>
            <p:nvPr/>
          </p:nvSpPr>
          <p:spPr>
            <a:xfrm>
              <a:off x="849225" y="2701300"/>
              <a:ext cx="3025" cy="246550"/>
            </a:xfrm>
            <a:custGeom>
              <a:rect b="b" l="l" r="r" t="t"/>
              <a:pathLst>
                <a:path extrusionOk="0" h="9862" w="121">
                  <a:moveTo>
                    <a:pt x="56" y="0"/>
                  </a:moveTo>
                  <a:cubicBezTo>
                    <a:pt x="28" y="0"/>
                    <a:pt x="0" y="28"/>
                    <a:pt x="0" y="56"/>
                  </a:cubicBezTo>
                  <a:lnTo>
                    <a:pt x="0" y="520"/>
                  </a:lnTo>
                  <a:cubicBezTo>
                    <a:pt x="0" y="557"/>
                    <a:pt x="28" y="585"/>
                    <a:pt x="56" y="585"/>
                  </a:cubicBezTo>
                  <a:cubicBezTo>
                    <a:pt x="93" y="585"/>
                    <a:pt x="121" y="557"/>
                    <a:pt x="121" y="520"/>
                  </a:cubicBezTo>
                  <a:lnTo>
                    <a:pt x="121" y="56"/>
                  </a:lnTo>
                  <a:cubicBezTo>
                    <a:pt x="121" y="28"/>
                    <a:pt x="93" y="0"/>
                    <a:pt x="56" y="0"/>
                  </a:cubicBezTo>
                  <a:close/>
                  <a:moveTo>
                    <a:pt x="56" y="928"/>
                  </a:moveTo>
                  <a:cubicBezTo>
                    <a:pt x="28" y="928"/>
                    <a:pt x="0" y="956"/>
                    <a:pt x="0" y="984"/>
                  </a:cubicBezTo>
                  <a:lnTo>
                    <a:pt x="0" y="1447"/>
                  </a:lnTo>
                  <a:cubicBezTo>
                    <a:pt x="0" y="1484"/>
                    <a:pt x="28" y="1512"/>
                    <a:pt x="56" y="1512"/>
                  </a:cubicBezTo>
                  <a:cubicBezTo>
                    <a:pt x="93" y="1512"/>
                    <a:pt x="121" y="1484"/>
                    <a:pt x="121" y="1447"/>
                  </a:cubicBezTo>
                  <a:lnTo>
                    <a:pt x="121" y="984"/>
                  </a:lnTo>
                  <a:cubicBezTo>
                    <a:pt x="121" y="956"/>
                    <a:pt x="93" y="928"/>
                    <a:pt x="56" y="928"/>
                  </a:cubicBezTo>
                  <a:close/>
                  <a:moveTo>
                    <a:pt x="56" y="1856"/>
                  </a:moveTo>
                  <a:cubicBezTo>
                    <a:pt x="28" y="1856"/>
                    <a:pt x="0" y="1883"/>
                    <a:pt x="0" y="1911"/>
                  </a:cubicBezTo>
                  <a:lnTo>
                    <a:pt x="0" y="2375"/>
                  </a:lnTo>
                  <a:cubicBezTo>
                    <a:pt x="0" y="2412"/>
                    <a:pt x="28" y="2440"/>
                    <a:pt x="56" y="2440"/>
                  </a:cubicBezTo>
                  <a:cubicBezTo>
                    <a:pt x="93" y="2440"/>
                    <a:pt x="121" y="2412"/>
                    <a:pt x="121" y="2375"/>
                  </a:cubicBezTo>
                  <a:lnTo>
                    <a:pt x="121" y="1911"/>
                  </a:lnTo>
                  <a:cubicBezTo>
                    <a:pt x="121" y="1883"/>
                    <a:pt x="93" y="1856"/>
                    <a:pt x="56" y="1856"/>
                  </a:cubicBezTo>
                  <a:close/>
                  <a:moveTo>
                    <a:pt x="56" y="2783"/>
                  </a:moveTo>
                  <a:cubicBezTo>
                    <a:pt x="28" y="2783"/>
                    <a:pt x="0" y="2811"/>
                    <a:pt x="0" y="2839"/>
                  </a:cubicBezTo>
                  <a:lnTo>
                    <a:pt x="0" y="3303"/>
                  </a:lnTo>
                  <a:cubicBezTo>
                    <a:pt x="0" y="3340"/>
                    <a:pt x="28" y="3368"/>
                    <a:pt x="56" y="3368"/>
                  </a:cubicBezTo>
                  <a:cubicBezTo>
                    <a:pt x="93" y="3368"/>
                    <a:pt x="121" y="3340"/>
                    <a:pt x="121" y="3303"/>
                  </a:cubicBezTo>
                  <a:lnTo>
                    <a:pt x="121" y="2839"/>
                  </a:lnTo>
                  <a:cubicBezTo>
                    <a:pt x="121" y="2811"/>
                    <a:pt x="93" y="2783"/>
                    <a:pt x="56" y="2783"/>
                  </a:cubicBezTo>
                  <a:close/>
                  <a:moveTo>
                    <a:pt x="56" y="3711"/>
                  </a:moveTo>
                  <a:cubicBezTo>
                    <a:pt x="28" y="3711"/>
                    <a:pt x="0" y="3739"/>
                    <a:pt x="0" y="3767"/>
                  </a:cubicBezTo>
                  <a:lnTo>
                    <a:pt x="0" y="4230"/>
                  </a:lnTo>
                  <a:cubicBezTo>
                    <a:pt x="0" y="4267"/>
                    <a:pt x="28" y="4295"/>
                    <a:pt x="56" y="4295"/>
                  </a:cubicBezTo>
                  <a:cubicBezTo>
                    <a:pt x="93" y="4295"/>
                    <a:pt x="121" y="4267"/>
                    <a:pt x="121" y="4230"/>
                  </a:cubicBezTo>
                  <a:lnTo>
                    <a:pt x="121" y="3767"/>
                  </a:lnTo>
                  <a:cubicBezTo>
                    <a:pt x="121" y="3739"/>
                    <a:pt x="93" y="3711"/>
                    <a:pt x="56" y="3711"/>
                  </a:cubicBezTo>
                  <a:close/>
                  <a:moveTo>
                    <a:pt x="56" y="4639"/>
                  </a:moveTo>
                  <a:cubicBezTo>
                    <a:pt x="28" y="4639"/>
                    <a:pt x="0" y="4666"/>
                    <a:pt x="0" y="4694"/>
                  </a:cubicBezTo>
                  <a:lnTo>
                    <a:pt x="0" y="5158"/>
                  </a:lnTo>
                  <a:cubicBezTo>
                    <a:pt x="0" y="5195"/>
                    <a:pt x="28" y="5223"/>
                    <a:pt x="56" y="5223"/>
                  </a:cubicBezTo>
                  <a:cubicBezTo>
                    <a:pt x="93" y="5223"/>
                    <a:pt x="121" y="5195"/>
                    <a:pt x="121" y="5158"/>
                  </a:cubicBezTo>
                  <a:lnTo>
                    <a:pt x="121" y="4694"/>
                  </a:lnTo>
                  <a:cubicBezTo>
                    <a:pt x="121" y="4666"/>
                    <a:pt x="93" y="4639"/>
                    <a:pt x="56" y="4639"/>
                  </a:cubicBezTo>
                  <a:close/>
                  <a:moveTo>
                    <a:pt x="56" y="5566"/>
                  </a:moveTo>
                  <a:cubicBezTo>
                    <a:pt x="28" y="5566"/>
                    <a:pt x="0" y="5594"/>
                    <a:pt x="0" y="5622"/>
                  </a:cubicBezTo>
                  <a:lnTo>
                    <a:pt x="0" y="6086"/>
                  </a:lnTo>
                  <a:cubicBezTo>
                    <a:pt x="0" y="6123"/>
                    <a:pt x="28" y="6151"/>
                    <a:pt x="56" y="6151"/>
                  </a:cubicBezTo>
                  <a:cubicBezTo>
                    <a:pt x="93" y="6151"/>
                    <a:pt x="121" y="6123"/>
                    <a:pt x="121" y="6086"/>
                  </a:cubicBezTo>
                  <a:lnTo>
                    <a:pt x="121" y="5622"/>
                  </a:lnTo>
                  <a:cubicBezTo>
                    <a:pt x="121" y="5594"/>
                    <a:pt x="93" y="5566"/>
                    <a:pt x="56" y="5566"/>
                  </a:cubicBezTo>
                  <a:close/>
                  <a:moveTo>
                    <a:pt x="56" y="6494"/>
                  </a:moveTo>
                  <a:cubicBezTo>
                    <a:pt x="28" y="6494"/>
                    <a:pt x="0" y="6522"/>
                    <a:pt x="0" y="6549"/>
                  </a:cubicBezTo>
                  <a:lnTo>
                    <a:pt x="0" y="7013"/>
                  </a:lnTo>
                  <a:cubicBezTo>
                    <a:pt x="0" y="7050"/>
                    <a:pt x="28" y="7078"/>
                    <a:pt x="56" y="7078"/>
                  </a:cubicBezTo>
                  <a:cubicBezTo>
                    <a:pt x="93" y="7078"/>
                    <a:pt x="121" y="7050"/>
                    <a:pt x="121" y="7013"/>
                  </a:cubicBezTo>
                  <a:lnTo>
                    <a:pt x="121" y="6549"/>
                  </a:lnTo>
                  <a:cubicBezTo>
                    <a:pt x="121" y="6522"/>
                    <a:pt x="93" y="6494"/>
                    <a:pt x="56" y="6494"/>
                  </a:cubicBezTo>
                  <a:close/>
                  <a:moveTo>
                    <a:pt x="56" y="7421"/>
                  </a:moveTo>
                  <a:cubicBezTo>
                    <a:pt x="28" y="7421"/>
                    <a:pt x="0" y="7449"/>
                    <a:pt x="0" y="7477"/>
                  </a:cubicBezTo>
                  <a:lnTo>
                    <a:pt x="0" y="7941"/>
                  </a:lnTo>
                  <a:cubicBezTo>
                    <a:pt x="0" y="7978"/>
                    <a:pt x="28" y="8006"/>
                    <a:pt x="56" y="8006"/>
                  </a:cubicBezTo>
                  <a:cubicBezTo>
                    <a:pt x="93" y="8006"/>
                    <a:pt x="121" y="7978"/>
                    <a:pt x="121" y="7941"/>
                  </a:cubicBezTo>
                  <a:lnTo>
                    <a:pt x="121" y="7477"/>
                  </a:lnTo>
                  <a:cubicBezTo>
                    <a:pt x="121" y="7449"/>
                    <a:pt x="93" y="7421"/>
                    <a:pt x="56" y="7421"/>
                  </a:cubicBezTo>
                  <a:close/>
                  <a:moveTo>
                    <a:pt x="56" y="8349"/>
                  </a:moveTo>
                  <a:cubicBezTo>
                    <a:pt x="28" y="8349"/>
                    <a:pt x="0" y="8377"/>
                    <a:pt x="0" y="8405"/>
                  </a:cubicBezTo>
                  <a:lnTo>
                    <a:pt x="0" y="8869"/>
                  </a:lnTo>
                  <a:cubicBezTo>
                    <a:pt x="0" y="8906"/>
                    <a:pt x="28" y="8934"/>
                    <a:pt x="56" y="8934"/>
                  </a:cubicBezTo>
                  <a:cubicBezTo>
                    <a:pt x="93" y="8934"/>
                    <a:pt x="121" y="8906"/>
                    <a:pt x="121" y="8869"/>
                  </a:cubicBezTo>
                  <a:lnTo>
                    <a:pt x="121" y="8405"/>
                  </a:lnTo>
                  <a:cubicBezTo>
                    <a:pt x="121" y="8377"/>
                    <a:pt x="93" y="8349"/>
                    <a:pt x="56" y="8349"/>
                  </a:cubicBezTo>
                  <a:close/>
                  <a:moveTo>
                    <a:pt x="56" y="9277"/>
                  </a:moveTo>
                  <a:cubicBezTo>
                    <a:pt x="28" y="9277"/>
                    <a:pt x="0" y="9305"/>
                    <a:pt x="0" y="9332"/>
                  </a:cubicBezTo>
                  <a:lnTo>
                    <a:pt x="0" y="9796"/>
                  </a:lnTo>
                  <a:cubicBezTo>
                    <a:pt x="0" y="9833"/>
                    <a:pt x="28" y="9861"/>
                    <a:pt x="56" y="9861"/>
                  </a:cubicBezTo>
                  <a:cubicBezTo>
                    <a:pt x="93" y="9861"/>
                    <a:pt x="121" y="9833"/>
                    <a:pt x="121" y="9796"/>
                  </a:cubicBezTo>
                  <a:lnTo>
                    <a:pt x="121" y="9332"/>
                  </a:lnTo>
                  <a:cubicBezTo>
                    <a:pt x="121" y="9305"/>
                    <a:pt x="93" y="9277"/>
                    <a:pt x="56" y="92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83"/>
            <p:cNvSpPr/>
            <p:nvPr/>
          </p:nvSpPr>
          <p:spPr>
            <a:xfrm>
              <a:off x="888650" y="2354575"/>
              <a:ext cx="43150" cy="43400"/>
            </a:xfrm>
            <a:custGeom>
              <a:rect b="b" l="l" r="r" t="t"/>
              <a:pathLst>
                <a:path extrusionOk="0" h="1736" w="1726">
                  <a:moveTo>
                    <a:pt x="863" y="177"/>
                  </a:moveTo>
                  <a:lnTo>
                    <a:pt x="1095" y="613"/>
                  </a:lnTo>
                  <a:cubicBezTo>
                    <a:pt x="1104" y="622"/>
                    <a:pt x="1113" y="631"/>
                    <a:pt x="1123" y="631"/>
                  </a:cubicBezTo>
                  <a:lnTo>
                    <a:pt x="1549" y="873"/>
                  </a:lnTo>
                  <a:lnTo>
                    <a:pt x="1113" y="1105"/>
                  </a:lnTo>
                  <a:cubicBezTo>
                    <a:pt x="1104" y="1105"/>
                    <a:pt x="1104" y="1114"/>
                    <a:pt x="1095" y="1123"/>
                  </a:cubicBezTo>
                  <a:lnTo>
                    <a:pt x="863" y="1550"/>
                  </a:lnTo>
                  <a:lnTo>
                    <a:pt x="631" y="1123"/>
                  </a:lnTo>
                  <a:cubicBezTo>
                    <a:pt x="622" y="1114"/>
                    <a:pt x="612" y="1105"/>
                    <a:pt x="603" y="1105"/>
                  </a:cubicBezTo>
                  <a:lnTo>
                    <a:pt x="176" y="863"/>
                  </a:lnTo>
                  <a:lnTo>
                    <a:pt x="603" y="631"/>
                  </a:lnTo>
                  <a:cubicBezTo>
                    <a:pt x="612" y="622"/>
                    <a:pt x="622" y="622"/>
                    <a:pt x="631" y="613"/>
                  </a:cubicBezTo>
                  <a:lnTo>
                    <a:pt x="863" y="177"/>
                  </a:lnTo>
                  <a:close/>
                  <a:moveTo>
                    <a:pt x="863" y="1"/>
                  </a:moveTo>
                  <a:cubicBezTo>
                    <a:pt x="844" y="1"/>
                    <a:pt x="826" y="10"/>
                    <a:pt x="816" y="28"/>
                  </a:cubicBezTo>
                  <a:lnTo>
                    <a:pt x="538" y="539"/>
                  </a:lnTo>
                  <a:lnTo>
                    <a:pt x="28" y="817"/>
                  </a:lnTo>
                  <a:cubicBezTo>
                    <a:pt x="9" y="826"/>
                    <a:pt x="0" y="845"/>
                    <a:pt x="0" y="863"/>
                  </a:cubicBezTo>
                  <a:cubicBezTo>
                    <a:pt x="0" y="882"/>
                    <a:pt x="9" y="910"/>
                    <a:pt x="28" y="919"/>
                  </a:cubicBezTo>
                  <a:lnTo>
                    <a:pt x="529" y="1197"/>
                  </a:lnTo>
                  <a:lnTo>
                    <a:pt x="807" y="1698"/>
                  </a:lnTo>
                  <a:cubicBezTo>
                    <a:pt x="816" y="1717"/>
                    <a:pt x="835" y="1735"/>
                    <a:pt x="863" y="1735"/>
                  </a:cubicBezTo>
                  <a:cubicBezTo>
                    <a:pt x="881" y="1735"/>
                    <a:pt x="900" y="1717"/>
                    <a:pt x="909" y="1698"/>
                  </a:cubicBezTo>
                  <a:lnTo>
                    <a:pt x="1188" y="1197"/>
                  </a:lnTo>
                  <a:lnTo>
                    <a:pt x="1698" y="919"/>
                  </a:lnTo>
                  <a:cubicBezTo>
                    <a:pt x="1716" y="910"/>
                    <a:pt x="1726" y="891"/>
                    <a:pt x="1726" y="873"/>
                  </a:cubicBezTo>
                  <a:cubicBezTo>
                    <a:pt x="1726" y="845"/>
                    <a:pt x="1716" y="826"/>
                    <a:pt x="1698" y="817"/>
                  </a:cubicBezTo>
                  <a:lnTo>
                    <a:pt x="1188" y="539"/>
                  </a:lnTo>
                  <a:lnTo>
                    <a:pt x="919" y="28"/>
                  </a:lnTo>
                  <a:cubicBezTo>
                    <a:pt x="909" y="10"/>
                    <a:pt x="881" y="1"/>
                    <a:pt x="8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83"/>
            <p:cNvSpPr/>
            <p:nvPr/>
          </p:nvSpPr>
          <p:spPr>
            <a:xfrm>
              <a:off x="1122175" y="3270875"/>
              <a:ext cx="44800" cy="44550"/>
            </a:xfrm>
            <a:custGeom>
              <a:rect b="b" l="l" r="r" t="t"/>
              <a:pathLst>
                <a:path extrusionOk="0" h="1782" w="1792">
                  <a:moveTo>
                    <a:pt x="901" y="177"/>
                  </a:moveTo>
                  <a:lnTo>
                    <a:pt x="1142" y="622"/>
                  </a:lnTo>
                  <a:cubicBezTo>
                    <a:pt x="1151" y="631"/>
                    <a:pt x="1160" y="641"/>
                    <a:pt x="1170" y="650"/>
                  </a:cubicBezTo>
                  <a:lnTo>
                    <a:pt x="1615" y="891"/>
                  </a:lnTo>
                  <a:lnTo>
                    <a:pt x="1170" y="1142"/>
                  </a:lnTo>
                  <a:cubicBezTo>
                    <a:pt x="1160" y="1142"/>
                    <a:pt x="1151" y="1151"/>
                    <a:pt x="1142" y="1160"/>
                  </a:cubicBezTo>
                  <a:lnTo>
                    <a:pt x="901" y="1605"/>
                  </a:lnTo>
                  <a:lnTo>
                    <a:pt x="650" y="1160"/>
                  </a:lnTo>
                  <a:cubicBezTo>
                    <a:pt x="650" y="1151"/>
                    <a:pt x="641" y="1142"/>
                    <a:pt x="632" y="1132"/>
                  </a:cubicBezTo>
                  <a:lnTo>
                    <a:pt x="186" y="891"/>
                  </a:lnTo>
                  <a:lnTo>
                    <a:pt x="632" y="650"/>
                  </a:lnTo>
                  <a:cubicBezTo>
                    <a:pt x="641" y="641"/>
                    <a:pt x="650" y="631"/>
                    <a:pt x="650" y="622"/>
                  </a:cubicBezTo>
                  <a:lnTo>
                    <a:pt x="901" y="177"/>
                  </a:lnTo>
                  <a:close/>
                  <a:moveTo>
                    <a:pt x="901" y="1"/>
                  </a:moveTo>
                  <a:cubicBezTo>
                    <a:pt x="882" y="1"/>
                    <a:pt x="854" y="10"/>
                    <a:pt x="845" y="28"/>
                  </a:cubicBezTo>
                  <a:lnTo>
                    <a:pt x="557" y="557"/>
                  </a:lnTo>
                  <a:lnTo>
                    <a:pt x="38" y="836"/>
                  </a:lnTo>
                  <a:cubicBezTo>
                    <a:pt x="19" y="845"/>
                    <a:pt x="1" y="873"/>
                    <a:pt x="1" y="891"/>
                  </a:cubicBezTo>
                  <a:cubicBezTo>
                    <a:pt x="1" y="910"/>
                    <a:pt x="19" y="928"/>
                    <a:pt x="38" y="938"/>
                  </a:cubicBezTo>
                  <a:lnTo>
                    <a:pt x="557" y="1225"/>
                  </a:lnTo>
                  <a:lnTo>
                    <a:pt x="845" y="1754"/>
                  </a:lnTo>
                  <a:cubicBezTo>
                    <a:pt x="854" y="1772"/>
                    <a:pt x="873" y="1782"/>
                    <a:pt x="891" y="1782"/>
                  </a:cubicBezTo>
                  <a:cubicBezTo>
                    <a:pt x="919" y="1782"/>
                    <a:pt x="938" y="1772"/>
                    <a:pt x="947" y="1754"/>
                  </a:cubicBezTo>
                  <a:lnTo>
                    <a:pt x="1235" y="1234"/>
                  </a:lnTo>
                  <a:lnTo>
                    <a:pt x="1763" y="947"/>
                  </a:lnTo>
                  <a:cubicBezTo>
                    <a:pt x="1773" y="938"/>
                    <a:pt x="1791" y="919"/>
                    <a:pt x="1791" y="891"/>
                  </a:cubicBezTo>
                  <a:cubicBezTo>
                    <a:pt x="1791" y="873"/>
                    <a:pt x="1782" y="854"/>
                    <a:pt x="1763" y="845"/>
                  </a:cubicBezTo>
                  <a:lnTo>
                    <a:pt x="1235" y="557"/>
                  </a:lnTo>
                  <a:lnTo>
                    <a:pt x="947" y="28"/>
                  </a:lnTo>
                  <a:cubicBezTo>
                    <a:pt x="938" y="10"/>
                    <a:pt x="919" y="1"/>
                    <a:pt x="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83"/>
            <p:cNvSpPr/>
            <p:nvPr/>
          </p:nvSpPr>
          <p:spPr>
            <a:xfrm>
              <a:off x="1306550" y="2306100"/>
              <a:ext cx="2825" cy="16500"/>
            </a:xfrm>
            <a:custGeom>
              <a:rect b="b" l="l" r="r" t="t"/>
              <a:pathLst>
                <a:path extrusionOk="0" h="660" w="113">
                  <a:moveTo>
                    <a:pt x="56" y="1"/>
                  </a:moveTo>
                  <a:cubicBezTo>
                    <a:pt x="29" y="1"/>
                    <a:pt x="1" y="29"/>
                    <a:pt x="1" y="56"/>
                  </a:cubicBezTo>
                  <a:lnTo>
                    <a:pt x="1" y="604"/>
                  </a:lnTo>
                  <a:cubicBezTo>
                    <a:pt x="1" y="632"/>
                    <a:pt x="29" y="659"/>
                    <a:pt x="56" y="659"/>
                  </a:cubicBezTo>
                  <a:cubicBezTo>
                    <a:pt x="93" y="659"/>
                    <a:pt x="112" y="632"/>
                    <a:pt x="112" y="604"/>
                  </a:cubicBezTo>
                  <a:lnTo>
                    <a:pt x="112" y="56"/>
                  </a:lnTo>
                  <a:cubicBezTo>
                    <a:pt x="112" y="2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83"/>
            <p:cNvSpPr/>
            <p:nvPr/>
          </p:nvSpPr>
          <p:spPr>
            <a:xfrm>
              <a:off x="1306550" y="2340900"/>
              <a:ext cx="2825" cy="16475"/>
            </a:xfrm>
            <a:custGeom>
              <a:rect b="b" l="l" r="r" t="t"/>
              <a:pathLst>
                <a:path extrusionOk="0" h="659" w="113">
                  <a:moveTo>
                    <a:pt x="56" y="0"/>
                  </a:moveTo>
                  <a:cubicBezTo>
                    <a:pt x="29" y="0"/>
                    <a:pt x="1" y="28"/>
                    <a:pt x="1" y="56"/>
                  </a:cubicBezTo>
                  <a:lnTo>
                    <a:pt x="1" y="603"/>
                  </a:lnTo>
                  <a:cubicBezTo>
                    <a:pt x="1" y="631"/>
                    <a:pt x="29" y="659"/>
                    <a:pt x="56" y="659"/>
                  </a:cubicBezTo>
                  <a:cubicBezTo>
                    <a:pt x="93" y="659"/>
                    <a:pt x="112" y="631"/>
                    <a:pt x="112" y="603"/>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83"/>
            <p:cNvSpPr/>
            <p:nvPr/>
          </p:nvSpPr>
          <p:spPr>
            <a:xfrm>
              <a:off x="1317225" y="2330225"/>
              <a:ext cx="16500" cy="3050"/>
            </a:xfrm>
            <a:custGeom>
              <a:rect b="b" l="l" r="r" t="t"/>
              <a:pathLst>
                <a:path extrusionOk="0" h="122" w="660">
                  <a:moveTo>
                    <a:pt x="56" y="1"/>
                  </a:moveTo>
                  <a:cubicBezTo>
                    <a:pt x="19" y="1"/>
                    <a:pt x="0" y="28"/>
                    <a:pt x="0" y="65"/>
                  </a:cubicBezTo>
                  <a:cubicBezTo>
                    <a:pt x="0" y="93"/>
                    <a:pt x="19" y="121"/>
                    <a:pt x="56" y="121"/>
                  </a:cubicBezTo>
                  <a:lnTo>
                    <a:pt x="594" y="121"/>
                  </a:lnTo>
                  <a:cubicBezTo>
                    <a:pt x="631" y="121"/>
                    <a:pt x="659" y="93"/>
                    <a:pt x="659" y="65"/>
                  </a:cubicBezTo>
                  <a:cubicBezTo>
                    <a:pt x="659" y="28"/>
                    <a:pt x="631" y="1"/>
                    <a:pt x="5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83"/>
            <p:cNvSpPr/>
            <p:nvPr/>
          </p:nvSpPr>
          <p:spPr>
            <a:xfrm>
              <a:off x="1282425" y="2330225"/>
              <a:ext cx="16500" cy="3050"/>
            </a:xfrm>
            <a:custGeom>
              <a:rect b="b" l="l" r="r" t="t"/>
              <a:pathLst>
                <a:path extrusionOk="0" h="122" w="660">
                  <a:moveTo>
                    <a:pt x="57" y="1"/>
                  </a:moveTo>
                  <a:cubicBezTo>
                    <a:pt x="20" y="1"/>
                    <a:pt x="1" y="28"/>
                    <a:pt x="1" y="65"/>
                  </a:cubicBezTo>
                  <a:cubicBezTo>
                    <a:pt x="1" y="93"/>
                    <a:pt x="20" y="121"/>
                    <a:pt x="57" y="121"/>
                  </a:cubicBezTo>
                  <a:lnTo>
                    <a:pt x="595" y="121"/>
                  </a:lnTo>
                  <a:cubicBezTo>
                    <a:pt x="632" y="121"/>
                    <a:pt x="660" y="93"/>
                    <a:pt x="660" y="65"/>
                  </a:cubicBezTo>
                  <a:cubicBezTo>
                    <a:pt x="660" y="28"/>
                    <a:pt x="632" y="1"/>
                    <a:pt x="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83"/>
            <p:cNvSpPr/>
            <p:nvPr/>
          </p:nvSpPr>
          <p:spPr>
            <a:xfrm>
              <a:off x="1290775" y="2339275"/>
              <a:ext cx="9775" cy="9525"/>
            </a:xfrm>
            <a:custGeom>
              <a:rect b="b" l="l" r="r" t="t"/>
              <a:pathLst>
                <a:path extrusionOk="0" h="381" w="391">
                  <a:moveTo>
                    <a:pt x="1" y="381"/>
                  </a:moveTo>
                  <a:lnTo>
                    <a:pt x="39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83"/>
            <p:cNvSpPr/>
            <p:nvPr/>
          </p:nvSpPr>
          <p:spPr>
            <a:xfrm>
              <a:off x="1289400" y="2337775"/>
              <a:ext cx="12775" cy="12425"/>
            </a:xfrm>
            <a:custGeom>
              <a:rect b="b" l="l" r="r" t="t"/>
              <a:pathLst>
                <a:path extrusionOk="0" h="497" w="511">
                  <a:moveTo>
                    <a:pt x="444" y="0"/>
                  </a:moveTo>
                  <a:cubicBezTo>
                    <a:pt x="429" y="0"/>
                    <a:pt x="413" y="5"/>
                    <a:pt x="399" y="14"/>
                  </a:cubicBezTo>
                  <a:lnTo>
                    <a:pt x="19" y="404"/>
                  </a:lnTo>
                  <a:cubicBezTo>
                    <a:pt x="0" y="422"/>
                    <a:pt x="0" y="459"/>
                    <a:pt x="19" y="487"/>
                  </a:cubicBezTo>
                  <a:cubicBezTo>
                    <a:pt x="28" y="496"/>
                    <a:pt x="47" y="496"/>
                    <a:pt x="56" y="496"/>
                  </a:cubicBezTo>
                  <a:cubicBezTo>
                    <a:pt x="74" y="496"/>
                    <a:pt x="93" y="496"/>
                    <a:pt x="102" y="487"/>
                  </a:cubicBezTo>
                  <a:lnTo>
                    <a:pt x="483" y="97"/>
                  </a:lnTo>
                  <a:cubicBezTo>
                    <a:pt x="510" y="79"/>
                    <a:pt x="510" y="42"/>
                    <a:pt x="483" y="14"/>
                  </a:cubicBezTo>
                  <a:cubicBezTo>
                    <a:pt x="473" y="5"/>
                    <a:pt x="459" y="0"/>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83"/>
            <p:cNvSpPr/>
            <p:nvPr/>
          </p:nvSpPr>
          <p:spPr>
            <a:xfrm>
              <a:off x="1315375" y="2314700"/>
              <a:ext cx="9750" cy="9525"/>
            </a:xfrm>
            <a:custGeom>
              <a:rect b="b" l="l" r="r" t="t"/>
              <a:pathLst>
                <a:path extrusionOk="0" h="381" w="390">
                  <a:moveTo>
                    <a:pt x="0" y="380"/>
                  </a:moveTo>
                  <a:lnTo>
                    <a:pt x="3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83"/>
            <p:cNvSpPr/>
            <p:nvPr/>
          </p:nvSpPr>
          <p:spPr>
            <a:xfrm>
              <a:off x="1313975" y="2313175"/>
              <a:ext cx="12775" cy="12450"/>
            </a:xfrm>
            <a:custGeom>
              <a:rect b="b" l="l" r="r" t="t"/>
              <a:pathLst>
                <a:path extrusionOk="0" h="498" w="511">
                  <a:moveTo>
                    <a:pt x="445" y="1"/>
                  </a:moveTo>
                  <a:cubicBezTo>
                    <a:pt x="430" y="1"/>
                    <a:pt x="413" y="5"/>
                    <a:pt x="399" y="15"/>
                  </a:cubicBezTo>
                  <a:lnTo>
                    <a:pt x="19" y="404"/>
                  </a:lnTo>
                  <a:cubicBezTo>
                    <a:pt x="1" y="423"/>
                    <a:pt x="1" y="460"/>
                    <a:pt x="19" y="478"/>
                  </a:cubicBezTo>
                  <a:cubicBezTo>
                    <a:pt x="28" y="497"/>
                    <a:pt x="47" y="497"/>
                    <a:pt x="56" y="497"/>
                  </a:cubicBezTo>
                  <a:cubicBezTo>
                    <a:pt x="75" y="497"/>
                    <a:pt x="93" y="497"/>
                    <a:pt x="103" y="478"/>
                  </a:cubicBezTo>
                  <a:lnTo>
                    <a:pt x="483" y="98"/>
                  </a:lnTo>
                  <a:cubicBezTo>
                    <a:pt x="511" y="80"/>
                    <a:pt x="511" y="42"/>
                    <a:pt x="483" y="15"/>
                  </a:cubicBezTo>
                  <a:cubicBezTo>
                    <a:pt x="474" y="5"/>
                    <a:pt x="460" y="1"/>
                    <a:pt x="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83"/>
            <p:cNvSpPr/>
            <p:nvPr/>
          </p:nvSpPr>
          <p:spPr>
            <a:xfrm>
              <a:off x="1290775" y="2314700"/>
              <a:ext cx="9775" cy="9525"/>
            </a:xfrm>
            <a:custGeom>
              <a:rect b="b" l="l" r="r" t="t"/>
              <a:pathLst>
                <a:path extrusionOk="0" h="381" w="391">
                  <a:moveTo>
                    <a:pt x="1" y="0"/>
                  </a:moveTo>
                  <a:lnTo>
                    <a:pt x="391" y="3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83"/>
            <p:cNvSpPr/>
            <p:nvPr/>
          </p:nvSpPr>
          <p:spPr>
            <a:xfrm>
              <a:off x="1289400" y="2313175"/>
              <a:ext cx="12775" cy="12450"/>
            </a:xfrm>
            <a:custGeom>
              <a:rect b="b" l="l" r="r" t="t"/>
              <a:pathLst>
                <a:path extrusionOk="0" h="498" w="511">
                  <a:moveTo>
                    <a:pt x="57" y="1"/>
                  </a:moveTo>
                  <a:cubicBezTo>
                    <a:pt x="42" y="1"/>
                    <a:pt x="28" y="5"/>
                    <a:pt x="19" y="15"/>
                  </a:cubicBezTo>
                  <a:cubicBezTo>
                    <a:pt x="0" y="42"/>
                    <a:pt x="0" y="80"/>
                    <a:pt x="19" y="98"/>
                  </a:cubicBezTo>
                  <a:lnTo>
                    <a:pt x="399" y="478"/>
                  </a:lnTo>
                  <a:cubicBezTo>
                    <a:pt x="408" y="497"/>
                    <a:pt x="427" y="497"/>
                    <a:pt x="446" y="497"/>
                  </a:cubicBezTo>
                  <a:cubicBezTo>
                    <a:pt x="455" y="497"/>
                    <a:pt x="473" y="497"/>
                    <a:pt x="483" y="478"/>
                  </a:cubicBezTo>
                  <a:cubicBezTo>
                    <a:pt x="510" y="460"/>
                    <a:pt x="510" y="423"/>
                    <a:pt x="483" y="404"/>
                  </a:cubicBezTo>
                  <a:lnTo>
                    <a:pt x="102" y="15"/>
                  </a:lnTo>
                  <a:cubicBezTo>
                    <a:pt x="88" y="5"/>
                    <a:pt x="72"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83"/>
            <p:cNvSpPr/>
            <p:nvPr/>
          </p:nvSpPr>
          <p:spPr>
            <a:xfrm>
              <a:off x="1315375" y="2339275"/>
              <a:ext cx="9750" cy="9525"/>
            </a:xfrm>
            <a:custGeom>
              <a:rect b="b" l="l" r="r" t="t"/>
              <a:pathLst>
                <a:path extrusionOk="0" h="381" w="390">
                  <a:moveTo>
                    <a:pt x="0" y="0"/>
                  </a:moveTo>
                  <a:lnTo>
                    <a:pt x="390" y="38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83"/>
            <p:cNvSpPr/>
            <p:nvPr/>
          </p:nvSpPr>
          <p:spPr>
            <a:xfrm>
              <a:off x="1313975" y="2337775"/>
              <a:ext cx="12775" cy="12425"/>
            </a:xfrm>
            <a:custGeom>
              <a:rect b="b" l="l" r="r" t="t"/>
              <a:pathLst>
                <a:path extrusionOk="0" h="497" w="511">
                  <a:moveTo>
                    <a:pt x="61" y="0"/>
                  </a:moveTo>
                  <a:cubicBezTo>
                    <a:pt x="47" y="0"/>
                    <a:pt x="33" y="5"/>
                    <a:pt x="19" y="14"/>
                  </a:cubicBezTo>
                  <a:cubicBezTo>
                    <a:pt x="1" y="42"/>
                    <a:pt x="1" y="79"/>
                    <a:pt x="19" y="97"/>
                  </a:cubicBezTo>
                  <a:lnTo>
                    <a:pt x="399" y="487"/>
                  </a:lnTo>
                  <a:cubicBezTo>
                    <a:pt x="418" y="496"/>
                    <a:pt x="427" y="496"/>
                    <a:pt x="446" y="496"/>
                  </a:cubicBezTo>
                  <a:cubicBezTo>
                    <a:pt x="455" y="496"/>
                    <a:pt x="474" y="496"/>
                    <a:pt x="483" y="487"/>
                  </a:cubicBezTo>
                  <a:cubicBezTo>
                    <a:pt x="511" y="459"/>
                    <a:pt x="511" y="422"/>
                    <a:pt x="483" y="404"/>
                  </a:cubicBezTo>
                  <a:lnTo>
                    <a:pt x="103" y="14"/>
                  </a:lnTo>
                  <a:cubicBezTo>
                    <a:pt x="89" y="5"/>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83"/>
            <p:cNvSpPr/>
            <p:nvPr/>
          </p:nvSpPr>
          <p:spPr>
            <a:xfrm>
              <a:off x="791475" y="2851575"/>
              <a:ext cx="19500" cy="19500"/>
            </a:xfrm>
            <a:custGeom>
              <a:rect b="b" l="l" r="r" t="t"/>
              <a:pathLst>
                <a:path extrusionOk="0" h="780" w="780">
                  <a:moveTo>
                    <a:pt x="390" y="112"/>
                  </a:moveTo>
                  <a:cubicBezTo>
                    <a:pt x="538" y="112"/>
                    <a:pt x="659" y="242"/>
                    <a:pt x="659" y="390"/>
                  </a:cubicBezTo>
                  <a:cubicBezTo>
                    <a:pt x="659" y="538"/>
                    <a:pt x="538" y="659"/>
                    <a:pt x="390" y="659"/>
                  </a:cubicBezTo>
                  <a:cubicBezTo>
                    <a:pt x="241" y="659"/>
                    <a:pt x="112" y="538"/>
                    <a:pt x="112" y="390"/>
                  </a:cubicBezTo>
                  <a:cubicBezTo>
                    <a:pt x="112" y="242"/>
                    <a:pt x="241" y="112"/>
                    <a:pt x="390" y="112"/>
                  </a:cubicBezTo>
                  <a:close/>
                  <a:moveTo>
                    <a:pt x="390" y="0"/>
                  </a:moveTo>
                  <a:cubicBezTo>
                    <a:pt x="176" y="0"/>
                    <a:pt x="0" y="177"/>
                    <a:pt x="0" y="390"/>
                  </a:cubicBezTo>
                  <a:cubicBezTo>
                    <a:pt x="0" y="603"/>
                    <a:pt x="176" y="780"/>
                    <a:pt x="390" y="780"/>
                  </a:cubicBezTo>
                  <a:cubicBezTo>
                    <a:pt x="603" y="780"/>
                    <a:pt x="779" y="603"/>
                    <a:pt x="779" y="390"/>
                  </a:cubicBezTo>
                  <a:cubicBezTo>
                    <a:pt x="779" y="177"/>
                    <a:pt x="603"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83"/>
            <p:cNvSpPr/>
            <p:nvPr/>
          </p:nvSpPr>
          <p:spPr>
            <a:xfrm>
              <a:off x="745550" y="2652125"/>
              <a:ext cx="12550" cy="12775"/>
            </a:xfrm>
            <a:custGeom>
              <a:rect b="b" l="l" r="r" t="t"/>
              <a:pathLst>
                <a:path extrusionOk="0" h="511" w="502">
                  <a:moveTo>
                    <a:pt x="251" y="121"/>
                  </a:moveTo>
                  <a:cubicBezTo>
                    <a:pt x="325" y="121"/>
                    <a:pt x="390" y="177"/>
                    <a:pt x="390" y="260"/>
                  </a:cubicBezTo>
                  <a:cubicBezTo>
                    <a:pt x="390" y="334"/>
                    <a:pt x="325" y="390"/>
                    <a:pt x="251" y="390"/>
                  </a:cubicBezTo>
                  <a:cubicBezTo>
                    <a:pt x="177" y="390"/>
                    <a:pt x="121" y="334"/>
                    <a:pt x="121" y="260"/>
                  </a:cubicBezTo>
                  <a:cubicBezTo>
                    <a:pt x="121" y="177"/>
                    <a:pt x="177" y="121"/>
                    <a:pt x="251" y="121"/>
                  </a:cubicBezTo>
                  <a:close/>
                  <a:moveTo>
                    <a:pt x="251" y="1"/>
                  </a:moveTo>
                  <a:cubicBezTo>
                    <a:pt x="112" y="1"/>
                    <a:pt x="0" y="112"/>
                    <a:pt x="0" y="251"/>
                  </a:cubicBezTo>
                  <a:cubicBezTo>
                    <a:pt x="0" y="390"/>
                    <a:pt x="112" y="511"/>
                    <a:pt x="251" y="511"/>
                  </a:cubicBezTo>
                  <a:cubicBezTo>
                    <a:pt x="390" y="511"/>
                    <a:pt x="501" y="399"/>
                    <a:pt x="501" y="251"/>
                  </a:cubicBezTo>
                  <a:cubicBezTo>
                    <a:pt x="501" y="112"/>
                    <a:pt x="390" y="1"/>
                    <a:pt x="2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83"/>
            <p:cNvSpPr/>
            <p:nvPr/>
          </p:nvSpPr>
          <p:spPr>
            <a:xfrm>
              <a:off x="1494175" y="2299150"/>
              <a:ext cx="12550" cy="12550"/>
            </a:xfrm>
            <a:custGeom>
              <a:rect b="b" l="l" r="r" t="t"/>
              <a:pathLst>
                <a:path extrusionOk="0" h="502" w="502">
                  <a:moveTo>
                    <a:pt x="251" y="121"/>
                  </a:moveTo>
                  <a:cubicBezTo>
                    <a:pt x="325" y="121"/>
                    <a:pt x="381" y="177"/>
                    <a:pt x="381" y="251"/>
                  </a:cubicBezTo>
                  <a:cubicBezTo>
                    <a:pt x="381" y="325"/>
                    <a:pt x="325" y="390"/>
                    <a:pt x="251" y="390"/>
                  </a:cubicBezTo>
                  <a:cubicBezTo>
                    <a:pt x="177" y="390"/>
                    <a:pt x="112" y="325"/>
                    <a:pt x="112" y="251"/>
                  </a:cubicBezTo>
                  <a:cubicBezTo>
                    <a:pt x="112" y="177"/>
                    <a:pt x="177" y="121"/>
                    <a:pt x="251" y="121"/>
                  </a:cubicBezTo>
                  <a:close/>
                  <a:moveTo>
                    <a:pt x="251" y="0"/>
                  </a:moveTo>
                  <a:cubicBezTo>
                    <a:pt x="112" y="0"/>
                    <a:pt x="1" y="112"/>
                    <a:pt x="1" y="251"/>
                  </a:cubicBezTo>
                  <a:cubicBezTo>
                    <a:pt x="1" y="390"/>
                    <a:pt x="112" y="501"/>
                    <a:pt x="251" y="501"/>
                  </a:cubicBezTo>
                  <a:cubicBezTo>
                    <a:pt x="390" y="50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83"/>
            <p:cNvSpPr/>
            <p:nvPr/>
          </p:nvSpPr>
          <p:spPr>
            <a:xfrm>
              <a:off x="1219575" y="3181350"/>
              <a:ext cx="197175" cy="123175"/>
            </a:xfrm>
            <a:custGeom>
              <a:rect b="b" l="l" r="r" t="t"/>
              <a:pathLst>
                <a:path extrusionOk="0" h="4927" w="7887">
                  <a:moveTo>
                    <a:pt x="1328" y="1"/>
                  </a:moveTo>
                  <a:lnTo>
                    <a:pt x="1" y="4927"/>
                  </a:lnTo>
                  <a:lnTo>
                    <a:pt x="6550" y="4927"/>
                  </a:lnTo>
                  <a:lnTo>
                    <a:pt x="78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83"/>
            <p:cNvSpPr/>
            <p:nvPr/>
          </p:nvSpPr>
          <p:spPr>
            <a:xfrm>
              <a:off x="1218200" y="3179975"/>
              <a:ext cx="200175" cy="125950"/>
            </a:xfrm>
            <a:custGeom>
              <a:rect b="b" l="l" r="r" t="t"/>
              <a:pathLst>
                <a:path extrusionOk="0" h="5038" w="8007">
                  <a:moveTo>
                    <a:pt x="7867" y="111"/>
                  </a:moveTo>
                  <a:lnTo>
                    <a:pt x="6559" y="4926"/>
                  </a:lnTo>
                  <a:lnTo>
                    <a:pt x="130" y="4926"/>
                  </a:lnTo>
                  <a:lnTo>
                    <a:pt x="1429" y="111"/>
                  </a:lnTo>
                  <a:close/>
                  <a:moveTo>
                    <a:pt x="1383" y="0"/>
                  </a:moveTo>
                  <a:cubicBezTo>
                    <a:pt x="1355" y="0"/>
                    <a:pt x="1336" y="19"/>
                    <a:pt x="1327" y="47"/>
                  </a:cubicBezTo>
                  <a:lnTo>
                    <a:pt x="0" y="4963"/>
                  </a:lnTo>
                  <a:cubicBezTo>
                    <a:pt x="0" y="4982"/>
                    <a:pt x="0" y="5000"/>
                    <a:pt x="19" y="5019"/>
                  </a:cubicBezTo>
                  <a:cubicBezTo>
                    <a:pt x="28" y="5028"/>
                    <a:pt x="47" y="5037"/>
                    <a:pt x="65" y="5037"/>
                  </a:cubicBezTo>
                  <a:lnTo>
                    <a:pt x="6605" y="5037"/>
                  </a:lnTo>
                  <a:cubicBezTo>
                    <a:pt x="6633" y="5037"/>
                    <a:pt x="6652" y="5019"/>
                    <a:pt x="6661" y="4991"/>
                  </a:cubicBezTo>
                  <a:lnTo>
                    <a:pt x="7997" y="74"/>
                  </a:lnTo>
                  <a:cubicBezTo>
                    <a:pt x="8006" y="56"/>
                    <a:pt x="7997" y="37"/>
                    <a:pt x="7988" y="19"/>
                  </a:cubicBezTo>
                  <a:cubicBezTo>
                    <a:pt x="7978" y="9"/>
                    <a:pt x="7960" y="0"/>
                    <a:pt x="79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83"/>
            <p:cNvSpPr/>
            <p:nvPr/>
          </p:nvSpPr>
          <p:spPr>
            <a:xfrm>
              <a:off x="1173675" y="3304500"/>
              <a:ext cx="335375" cy="40375"/>
            </a:xfrm>
            <a:custGeom>
              <a:rect b="b" l="l" r="r" t="t"/>
              <a:pathLst>
                <a:path extrusionOk="0" h="1615" w="13415">
                  <a:moveTo>
                    <a:pt x="1837" y="1"/>
                  </a:moveTo>
                  <a:cubicBezTo>
                    <a:pt x="1178" y="29"/>
                    <a:pt x="603" y="353"/>
                    <a:pt x="371" y="845"/>
                  </a:cubicBezTo>
                  <a:lnTo>
                    <a:pt x="0" y="1615"/>
                  </a:lnTo>
                  <a:lnTo>
                    <a:pt x="13414" y="1615"/>
                  </a:lnTo>
                  <a:cubicBezTo>
                    <a:pt x="13414" y="1105"/>
                    <a:pt x="13090" y="650"/>
                    <a:pt x="12598" y="353"/>
                  </a:cubicBezTo>
                  <a:cubicBezTo>
                    <a:pt x="12570" y="344"/>
                    <a:pt x="12552" y="335"/>
                    <a:pt x="12524" y="316"/>
                  </a:cubicBezTo>
                  <a:cubicBezTo>
                    <a:pt x="12162" y="121"/>
                    <a:pt x="11717" y="1"/>
                    <a:pt x="11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83"/>
            <p:cNvSpPr/>
            <p:nvPr/>
          </p:nvSpPr>
          <p:spPr>
            <a:xfrm>
              <a:off x="1230950" y="3197350"/>
              <a:ext cx="181625" cy="66600"/>
            </a:xfrm>
            <a:custGeom>
              <a:rect b="b" l="l" r="r" t="t"/>
              <a:pathLst>
                <a:path extrusionOk="0" h="2664" w="7265">
                  <a:moveTo>
                    <a:pt x="7255" y="29"/>
                  </a:moveTo>
                  <a:lnTo>
                    <a:pt x="1" y="2663"/>
                  </a:lnTo>
                  <a:lnTo>
                    <a:pt x="706" y="1"/>
                  </a:lnTo>
                  <a:lnTo>
                    <a:pt x="72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83"/>
            <p:cNvSpPr/>
            <p:nvPr/>
          </p:nvSpPr>
          <p:spPr>
            <a:xfrm>
              <a:off x="965175" y="2671850"/>
              <a:ext cx="779500" cy="525525"/>
            </a:xfrm>
            <a:custGeom>
              <a:rect b="b" l="l" r="r" t="t"/>
              <a:pathLst>
                <a:path extrusionOk="0" h="21021" w="31180">
                  <a:moveTo>
                    <a:pt x="993" y="0"/>
                  </a:moveTo>
                  <a:cubicBezTo>
                    <a:pt x="446" y="0"/>
                    <a:pt x="0" y="464"/>
                    <a:pt x="0" y="1048"/>
                  </a:cubicBezTo>
                  <a:lnTo>
                    <a:pt x="0" y="19973"/>
                  </a:lnTo>
                  <a:cubicBezTo>
                    <a:pt x="0" y="20548"/>
                    <a:pt x="446" y="21021"/>
                    <a:pt x="993" y="21021"/>
                  </a:cubicBezTo>
                  <a:lnTo>
                    <a:pt x="30178" y="21021"/>
                  </a:lnTo>
                  <a:cubicBezTo>
                    <a:pt x="30734" y="21021"/>
                    <a:pt x="31179" y="20548"/>
                    <a:pt x="31179" y="19973"/>
                  </a:cubicBezTo>
                  <a:lnTo>
                    <a:pt x="31179" y="1048"/>
                  </a:lnTo>
                  <a:cubicBezTo>
                    <a:pt x="31179" y="464"/>
                    <a:pt x="30734" y="0"/>
                    <a:pt x="301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83"/>
            <p:cNvSpPr/>
            <p:nvPr/>
          </p:nvSpPr>
          <p:spPr>
            <a:xfrm>
              <a:off x="963550" y="2670450"/>
              <a:ext cx="782525" cy="528325"/>
            </a:xfrm>
            <a:custGeom>
              <a:rect b="b" l="l" r="r" t="t"/>
              <a:pathLst>
                <a:path extrusionOk="0" h="21133" w="31301">
                  <a:moveTo>
                    <a:pt x="30243" y="112"/>
                  </a:moveTo>
                  <a:cubicBezTo>
                    <a:pt x="30762" y="112"/>
                    <a:pt x="31189" y="557"/>
                    <a:pt x="31189" y="1104"/>
                  </a:cubicBezTo>
                  <a:lnTo>
                    <a:pt x="31189" y="20029"/>
                  </a:lnTo>
                  <a:cubicBezTo>
                    <a:pt x="31189" y="20576"/>
                    <a:pt x="30762" y="21021"/>
                    <a:pt x="30243" y="21021"/>
                  </a:cubicBezTo>
                  <a:lnTo>
                    <a:pt x="1058" y="21021"/>
                  </a:lnTo>
                  <a:cubicBezTo>
                    <a:pt x="539" y="21021"/>
                    <a:pt x="121" y="20576"/>
                    <a:pt x="121" y="20029"/>
                  </a:cubicBezTo>
                  <a:lnTo>
                    <a:pt x="121" y="1104"/>
                  </a:lnTo>
                  <a:cubicBezTo>
                    <a:pt x="121" y="557"/>
                    <a:pt x="548" y="112"/>
                    <a:pt x="1058" y="112"/>
                  </a:cubicBezTo>
                  <a:close/>
                  <a:moveTo>
                    <a:pt x="1058" y="0"/>
                  </a:moveTo>
                  <a:cubicBezTo>
                    <a:pt x="483" y="0"/>
                    <a:pt x="1" y="492"/>
                    <a:pt x="1" y="1104"/>
                  </a:cubicBezTo>
                  <a:lnTo>
                    <a:pt x="1" y="20029"/>
                  </a:lnTo>
                  <a:cubicBezTo>
                    <a:pt x="1" y="20641"/>
                    <a:pt x="483" y="21133"/>
                    <a:pt x="1058" y="21133"/>
                  </a:cubicBezTo>
                  <a:lnTo>
                    <a:pt x="30243" y="21133"/>
                  </a:lnTo>
                  <a:cubicBezTo>
                    <a:pt x="30827" y="21133"/>
                    <a:pt x="31300" y="20641"/>
                    <a:pt x="31300" y="20029"/>
                  </a:cubicBezTo>
                  <a:lnTo>
                    <a:pt x="31300" y="1104"/>
                  </a:lnTo>
                  <a:cubicBezTo>
                    <a:pt x="31300" y="492"/>
                    <a:pt x="30827" y="0"/>
                    <a:pt x="302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83"/>
            <p:cNvSpPr/>
            <p:nvPr/>
          </p:nvSpPr>
          <p:spPr>
            <a:xfrm>
              <a:off x="938975" y="2671850"/>
              <a:ext cx="761625" cy="526700"/>
            </a:xfrm>
            <a:custGeom>
              <a:rect b="b" l="l" r="r" t="t"/>
              <a:pathLst>
                <a:path extrusionOk="0" h="21068" w="30465">
                  <a:moveTo>
                    <a:pt x="1002" y="0"/>
                  </a:moveTo>
                  <a:cubicBezTo>
                    <a:pt x="445" y="0"/>
                    <a:pt x="0" y="473"/>
                    <a:pt x="0" y="1048"/>
                  </a:cubicBezTo>
                  <a:lnTo>
                    <a:pt x="0" y="20019"/>
                  </a:lnTo>
                  <a:cubicBezTo>
                    <a:pt x="0" y="20594"/>
                    <a:pt x="445" y="21067"/>
                    <a:pt x="1002" y="21067"/>
                  </a:cubicBezTo>
                  <a:lnTo>
                    <a:pt x="30187" y="21067"/>
                  </a:lnTo>
                  <a:cubicBezTo>
                    <a:pt x="30279" y="21067"/>
                    <a:pt x="30372" y="21049"/>
                    <a:pt x="30465" y="21021"/>
                  </a:cubicBezTo>
                  <a:lnTo>
                    <a:pt x="2041" y="21021"/>
                  </a:lnTo>
                  <a:cubicBezTo>
                    <a:pt x="1494" y="21021"/>
                    <a:pt x="1048" y="20548"/>
                    <a:pt x="1048" y="19973"/>
                  </a:cubicBezTo>
                  <a:lnTo>
                    <a:pt x="1048" y="1048"/>
                  </a:lnTo>
                  <a:cubicBezTo>
                    <a:pt x="1048" y="473"/>
                    <a:pt x="1484" y="9"/>
                    <a:pt x="2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83"/>
            <p:cNvSpPr/>
            <p:nvPr/>
          </p:nvSpPr>
          <p:spPr>
            <a:xfrm>
              <a:off x="937575" y="2670450"/>
              <a:ext cx="772775" cy="529475"/>
            </a:xfrm>
            <a:custGeom>
              <a:rect b="b" l="l" r="r" t="t"/>
              <a:pathLst>
                <a:path extrusionOk="0" h="21179" w="30911">
                  <a:moveTo>
                    <a:pt x="1633" y="112"/>
                  </a:moveTo>
                  <a:cubicBezTo>
                    <a:pt x="1281" y="297"/>
                    <a:pt x="1049" y="668"/>
                    <a:pt x="1049" y="1104"/>
                  </a:cubicBezTo>
                  <a:lnTo>
                    <a:pt x="1049" y="20029"/>
                  </a:lnTo>
                  <a:cubicBezTo>
                    <a:pt x="1049" y="20502"/>
                    <a:pt x="1327" y="20901"/>
                    <a:pt x="1726" y="21058"/>
                  </a:cubicBezTo>
                  <a:lnTo>
                    <a:pt x="1058" y="21058"/>
                  </a:lnTo>
                  <a:cubicBezTo>
                    <a:pt x="539" y="21058"/>
                    <a:pt x="112" y="20613"/>
                    <a:pt x="112" y="20075"/>
                  </a:cubicBezTo>
                  <a:lnTo>
                    <a:pt x="112" y="1104"/>
                  </a:lnTo>
                  <a:cubicBezTo>
                    <a:pt x="112" y="557"/>
                    <a:pt x="539" y="112"/>
                    <a:pt x="1058" y="112"/>
                  </a:cubicBezTo>
                  <a:close/>
                  <a:moveTo>
                    <a:pt x="1058" y="0"/>
                  </a:moveTo>
                  <a:cubicBezTo>
                    <a:pt x="474" y="0"/>
                    <a:pt x="1" y="492"/>
                    <a:pt x="1" y="1104"/>
                  </a:cubicBezTo>
                  <a:lnTo>
                    <a:pt x="1" y="20066"/>
                  </a:lnTo>
                  <a:cubicBezTo>
                    <a:pt x="1" y="20678"/>
                    <a:pt x="474" y="21179"/>
                    <a:pt x="1058" y="21179"/>
                  </a:cubicBezTo>
                  <a:lnTo>
                    <a:pt x="30243" y="21179"/>
                  </a:lnTo>
                  <a:cubicBezTo>
                    <a:pt x="30335" y="21179"/>
                    <a:pt x="30437" y="21160"/>
                    <a:pt x="30539" y="21133"/>
                  </a:cubicBezTo>
                  <a:lnTo>
                    <a:pt x="30910" y="21021"/>
                  </a:lnTo>
                  <a:lnTo>
                    <a:pt x="2097" y="21021"/>
                  </a:lnTo>
                  <a:cubicBezTo>
                    <a:pt x="1578" y="21021"/>
                    <a:pt x="1160" y="20576"/>
                    <a:pt x="1160" y="20029"/>
                  </a:cubicBezTo>
                  <a:lnTo>
                    <a:pt x="1160" y="1104"/>
                  </a:lnTo>
                  <a:cubicBezTo>
                    <a:pt x="1160" y="566"/>
                    <a:pt x="1578" y="121"/>
                    <a:pt x="2088" y="112"/>
                  </a:cubicBezTo>
                  <a:lnTo>
                    <a:pt x="2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83"/>
            <p:cNvSpPr/>
            <p:nvPr/>
          </p:nvSpPr>
          <p:spPr>
            <a:xfrm>
              <a:off x="1012725" y="2700375"/>
              <a:ext cx="688800" cy="404700"/>
            </a:xfrm>
            <a:custGeom>
              <a:rect b="b" l="l" r="r" t="t"/>
              <a:pathLst>
                <a:path extrusionOk="0" h="16188" w="27552">
                  <a:moveTo>
                    <a:pt x="325" y="0"/>
                  </a:moveTo>
                  <a:cubicBezTo>
                    <a:pt x="149" y="0"/>
                    <a:pt x="0" y="149"/>
                    <a:pt x="0" y="325"/>
                  </a:cubicBezTo>
                  <a:lnTo>
                    <a:pt x="0" y="4583"/>
                  </a:lnTo>
                  <a:lnTo>
                    <a:pt x="0" y="11986"/>
                  </a:lnTo>
                  <a:lnTo>
                    <a:pt x="0" y="16188"/>
                  </a:lnTo>
                  <a:lnTo>
                    <a:pt x="27552" y="16188"/>
                  </a:lnTo>
                  <a:lnTo>
                    <a:pt x="27552" y="325"/>
                  </a:lnTo>
                  <a:cubicBezTo>
                    <a:pt x="27552" y="149"/>
                    <a:pt x="27404" y="0"/>
                    <a:pt x="272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83"/>
            <p:cNvSpPr/>
            <p:nvPr/>
          </p:nvSpPr>
          <p:spPr>
            <a:xfrm>
              <a:off x="1011325" y="2698975"/>
              <a:ext cx="691600" cy="407500"/>
            </a:xfrm>
            <a:custGeom>
              <a:rect b="b" l="l" r="r" t="t"/>
              <a:pathLst>
                <a:path extrusionOk="0" h="16300" w="27664">
                  <a:moveTo>
                    <a:pt x="381" y="0"/>
                  </a:moveTo>
                  <a:cubicBezTo>
                    <a:pt x="167" y="0"/>
                    <a:pt x="0" y="167"/>
                    <a:pt x="0" y="381"/>
                  </a:cubicBezTo>
                  <a:lnTo>
                    <a:pt x="0" y="4639"/>
                  </a:lnTo>
                  <a:cubicBezTo>
                    <a:pt x="0" y="4667"/>
                    <a:pt x="19" y="4694"/>
                    <a:pt x="56" y="4694"/>
                  </a:cubicBezTo>
                  <a:cubicBezTo>
                    <a:pt x="84" y="4694"/>
                    <a:pt x="112" y="4667"/>
                    <a:pt x="112" y="4639"/>
                  </a:cubicBezTo>
                  <a:lnTo>
                    <a:pt x="112" y="381"/>
                  </a:lnTo>
                  <a:cubicBezTo>
                    <a:pt x="112" y="232"/>
                    <a:pt x="232" y="112"/>
                    <a:pt x="381" y="112"/>
                  </a:cubicBezTo>
                  <a:lnTo>
                    <a:pt x="27283" y="112"/>
                  </a:lnTo>
                  <a:cubicBezTo>
                    <a:pt x="27432" y="112"/>
                    <a:pt x="27552" y="232"/>
                    <a:pt x="27552" y="381"/>
                  </a:cubicBezTo>
                  <a:lnTo>
                    <a:pt x="27552" y="16188"/>
                  </a:lnTo>
                  <a:lnTo>
                    <a:pt x="112" y="16188"/>
                  </a:lnTo>
                  <a:lnTo>
                    <a:pt x="112" y="12042"/>
                  </a:lnTo>
                  <a:cubicBezTo>
                    <a:pt x="112" y="12004"/>
                    <a:pt x="93" y="11977"/>
                    <a:pt x="56" y="11977"/>
                  </a:cubicBezTo>
                  <a:cubicBezTo>
                    <a:pt x="28" y="11977"/>
                    <a:pt x="0" y="12004"/>
                    <a:pt x="0" y="12042"/>
                  </a:cubicBezTo>
                  <a:lnTo>
                    <a:pt x="0" y="16244"/>
                  </a:lnTo>
                  <a:cubicBezTo>
                    <a:pt x="0" y="16281"/>
                    <a:pt x="28" y="16299"/>
                    <a:pt x="56" y="16299"/>
                  </a:cubicBezTo>
                  <a:lnTo>
                    <a:pt x="27608" y="16299"/>
                  </a:lnTo>
                  <a:cubicBezTo>
                    <a:pt x="27636" y="16299"/>
                    <a:pt x="27664" y="16281"/>
                    <a:pt x="27664" y="16244"/>
                  </a:cubicBezTo>
                  <a:lnTo>
                    <a:pt x="27664" y="381"/>
                  </a:lnTo>
                  <a:cubicBezTo>
                    <a:pt x="27664" y="167"/>
                    <a:pt x="27497" y="0"/>
                    <a:pt x="27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83"/>
            <p:cNvSpPr/>
            <p:nvPr/>
          </p:nvSpPr>
          <p:spPr>
            <a:xfrm>
              <a:off x="1011325" y="2862250"/>
              <a:ext cx="2800" cy="82125"/>
            </a:xfrm>
            <a:custGeom>
              <a:rect b="b" l="l" r="r" t="t"/>
              <a:pathLst>
                <a:path extrusionOk="0" h="3285" w="112">
                  <a:moveTo>
                    <a:pt x="56" y="0"/>
                  </a:moveTo>
                  <a:cubicBezTo>
                    <a:pt x="19" y="0"/>
                    <a:pt x="0" y="28"/>
                    <a:pt x="0" y="65"/>
                  </a:cubicBezTo>
                  <a:lnTo>
                    <a:pt x="0" y="3228"/>
                  </a:lnTo>
                  <a:cubicBezTo>
                    <a:pt x="0" y="3256"/>
                    <a:pt x="19" y="3284"/>
                    <a:pt x="56" y="3284"/>
                  </a:cubicBezTo>
                  <a:cubicBezTo>
                    <a:pt x="84" y="3284"/>
                    <a:pt x="112" y="3256"/>
                    <a:pt x="112" y="3228"/>
                  </a:cubicBezTo>
                  <a:lnTo>
                    <a:pt x="112" y="65"/>
                  </a:lnTo>
                  <a:cubicBezTo>
                    <a:pt x="112"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83"/>
            <p:cNvSpPr/>
            <p:nvPr/>
          </p:nvSpPr>
          <p:spPr>
            <a:xfrm>
              <a:off x="968425" y="3105050"/>
              <a:ext cx="773475" cy="89775"/>
            </a:xfrm>
            <a:custGeom>
              <a:rect b="b" l="l" r="r" t="t"/>
              <a:pathLst>
                <a:path extrusionOk="0" h="3591" w="30939">
                  <a:moveTo>
                    <a:pt x="0" y="1"/>
                  </a:moveTo>
                  <a:lnTo>
                    <a:pt x="0" y="2617"/>
                  </a:lnTo>
                  <a:cubicBezTo>
                    <a:pt x="0" y="3155"/>
                    <a:pt x="446" y="3591"/>
                    <a:pt x="993" y="3591"/>
                  </a:cubicBezTo>
                  <a:lnTo>
                    <a:pt x="29945" y="3591"/>
                  </a:lnTo>
                  <a:cubicBezTo>
                    <a:pt x="30493" y="3591"/>
                    <a:pt x="30938" y="3155"/>
                    <a:pt x="30938" y="2617"/>
                  </a:cubicBezTo>
                  <a:lnTo>
                    <a:pt x="30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83"/>
            <p:cNvSpPr/>
            <p:nvPr/>
          </p:nvSpPr>
          <p:spPr>
            <a:xfrm>
              <a:off x="967025" y="3103675"/>
              <a:ext cx="776250" cy="92550"/>
            </a:xfrm>
            <a:custGeom>
              <a:rect b="b" l="l" r="r" t="t"/>
              <a:pathLst>
                <a:path extrusionOk="0" h="3702" w="31050">
                  <a:moveTo>
                    <a:pt x="30929" y="111"/>
                  </a:moveTo>
                  <a:lnTo>
                    <a:pt x="30929" y="2672"/>
                  </a:lnTo>
                  <a:cubicBezTo>
                    <a:pt x="30929" y="3173"/>
                    <a:pt x="30512" y="3581"/>
                    <a:pt x="30001" y="3581"/>
                  </a:cubicBezTo>
                  <a:lnTo>
                    <a:pt x="1049" y="3581"/>
                  </a:lnTo>
                  <a:cubicBezTo>
                    <a:pt x="529" y="3581"/>
                    <a:pt x="112" y="3173"/>
                    <a:pt x="112" y="2672"/>
                  </a:cubicBezTo>
                  <a:lnTo>
                    <a:pt x="112" y="111"/>
                  </a:lnTo>
                  <a:close/>
                  <a:moveTo>
                    <a:pt x="56" y="0"/>
                  </a:moveTo>
                  <a:cubicBezTo>
                    <a:pt x="19" y="0"/>
                    <a:pt x="1" y="28"/>
                    <a:pt x="1" y="56"/>
                  </a:cubicBezTo>
                  <a:lnTo>
                    <a:pt x="1" y="2672"/>
                  </a:lnTo>
                  <a:cubicBezTo>
                    <a:pt x="1" y="3238"/>
                    <a:pt x="464" y="3702"/>
                    <a:pt x="1049" y="3702"/>
                  </a:cubicBezTo>
                  <a:lnTo>
                    <a:pt x="30001" y="3702"/>
                  </a:lnTo>
                  <a:cubicBezTo>
                    <a:pt x="30577" y="3702"/>
                    <a:pt x="31050" y="3238"/>
                    <a:pt x="31050" y="2672"/>
                  </a:cubicBezTo>
                  <a:lnTo>
                    <a:pt x="31050" y="56"/>
                  </a:lnTo>
                  <a:cubicBezTo>
                    <a:pt x="31050" y="28"/>
                    <a:pt x="31022" y="0"/>
                    <a:pt x="30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83"/>
            <p:cNvSpPr/>
            <p:nvPr/>
          </p:nvSpPr>
          <p:spPr>
            <a:xfrm>
              <a:off x="1330450" y="3129400"/>
              <a:ext cx="45250" cy="45250"/>
            </a:xfrm>
            <a:custGeom>
              <a:rect b="b" l="l" r="r" t="t"/>
              <a:pathLst>
                <a:path extrusionOk="0" h="1810" w="1810">
                  <a:moveTo>
                    <a:pt x="900" y="112"/>
                  </a:moveTo>
                  <a:cubicBezTo>
                    <a:pt x="1336" y="112"/>
                    <a:pt x="1689" y="465"/>
                    <a:pt x="1689" y="901"/>
                  </a:cubicBezTo>
                  <a:cubicBezTo>
                    <a:pt x="1689" y="1337"/>
                    <a:pt x="1336" y="1689"/>
                    <a:pt x="900" y="1689"/>
                  </a:cubicBezTo>
                  <a:cubicBezTo>
                    <a:pt x="473" y="1689"/>
                    <a:pt x="112" y="1337"/>
                    <a:pt x="112" y="901"/>
                  </a:cubicBezTo>
                  <a:cubicBezTo>
                    <a:pt x="112" y="465"/>
                    <a:pt x="473" y="112"/>
                    <a:pt x="900" y="112"/>
                  </a:cubicBezTo>
                  <a:close/>
                  <a:moveTo>
                    <a:pt x="900" y="1"/>
                  </a:moveTo>
                  <a:cubicBezTo>
                    <a:pt x="408" y="1"/>
                    <a:pt x="0" y="409"/>
                    <a:pt x="0" y="901"/>
                  </a:cubicBezTo>
                  <a:cubicBezTo>
                    <a:pt x="0" y="1402"/>
                    <a:pt x="408" y="1810"/>
                    <a:pt x="900" y="1810"/>
                  </a:cubicBezTo>
                  <a:cubicBezTo>
                    <a:pt x="1401" y="1810"/>
                    <a:pt x="1809" y="1402"/>
                    <a:pt x="1809" y="901"/>
                  </a:cubicBezTo>
                  <a:cubicBezTo>
                    <a:pt x="1809" y="400"/>
                    <a:pt x="1401" y="1"/>
                    <a:pt x="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83"/>
            <p:cNvSpPr/>
            <p:nvPr/>
          </p:nvSpPr>
          <p:spPr>
            <a:xfrm>
              <a:off x="1348075" y="2680875"/>
              <a:ext cx="10000" cy="9775"/>
            </a:xfrm>
            <a:custGeom>
              <a:rect b="b" l="l" r="r" t="t"/>
              <a:pathLst>
                <a:path extrusionOk="0" h="391" w="400">
                  <a:moveTo>
                    <a:pt x="195" y="1"/>
                  </a:moveTo>
                  <a:cubicBezTo>
                    <a:pt x="93" y="1"/>
                    <a:pt x="0" y="94"/>
                    <a:pt x="0" y="196"/>
                  </a:cubicBezTo>
                  <a:cubicBezTo>
                    <a:pt x="0" y="307"/>
                    <a:pt x="93" y="390"/>
                    <a:pt x="195" y="390"/>
                  </a:cubicBezTo>
                  <a:cubicBezTo>
                    <a:pt x="306" y="390"/>
                    <a:pt x="399" y="307"/>
                    <a:pt x="399" y="196"/>
                  </a:cubicBezTo>
                  <a:cubicBezTo>
                    <a:pt x="399" y="94"/>
                    <a:pt x="306" y="1"/>
                    <a:pt x="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83"/>
            <p:cNvSpPr/>
            <p:nvPr/>
          </p:nvSpPr>
          <p:spPr>
            <a:xfrm>
              <a:off x="1346675" y="2679500"/>
              <a:ext cx="12775" cy="12775"/>
            </a:xfrm>
            <a:custGeom>
              <a:rect b="b" l="l" r="r" t="t"/>
              <a:pathLst>
                <a:path extrusionOk="0" h="511" w="511">
                  <a:moveTo>
                    <a:pt x="251" y="112"/>
                  </a:moveTo>
                  <a:cubicBezTo>
                    <a:pt x="335" y="112"/>
                    <a:pt x="390" y="176"/>
                    <a:pt x="390" y="251"/>
                  </a:cubicBezTo>
                  <a:cubicBezTo>
                    <a:pt x="390" y="334"/>
                    <a:pt x="335" y="390"/>
                    <a:pt x="251" y="390"/>
                  </a:cubicBezTo>
                  <a:cubicBezTo>
                    <a:pt x="177" y="390"/>
                    <a:pt x="121" y="334"/>
                    <a:pt x="121" y="251"/>
                  </a:cubicBezTo>
                  <a:cubicBezTo>
                    <a:pt x="121" y="176"/>
                    <a:pt x="177" y="112"/>
                    <a:pt x="251" y="112"/>
                  </a:cubicBezTo>
                  <a:close/>
                  <a:moveTo>
                    <a:pt x="251" y="0"/>
                  </a:moveTo>
                  <a:cubicBezTo>
                    <a:pt x="112" y="0"/>
                    <a:pt x="1" y="112"/>
                    <a:pt x="1" y="251"/>
                  </a:cubicBezTo>
                  <a:cubicBezTo>
                    <a:pt x="1" y="390"/>
                    <a:pt x="112" y="510"/>
                    <a:pt x="251" y="510"/>
                  </a:cubicBezTo>
                  <a:cubicBezTo>
                    <a:pt x="390" y="510"/>
                    <a:pt x="511" y="390"/>
                    <a:pt x="511" y="251"/>
                  </a:cubicBezTo>
                  <a:cubicBezTo>
                    <a:pt x="511" y="112"/>
                    <a:pt x="39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83"/>
            <p:cNvSpPr/>
            <p:nvPr/>
          </p:nvSpPr>
          <p:spPr>
            <a:xfrm>
              <a:off x="1345975" y="2836725"/>
              <a:ext cx="3050" cy="37375"/>
            </a:xfrm>
            <a:custGeom>
              <a:rect b="b" l="l" r="r" t="t"/>
              <a:pathLst>
                <a:path extrusionOk="0" h="1495" w="122">
                  <a:moveTo>
                    <a:pt x="66" y="1"/>
                  </a:moveTo>
                  <a:cubicBezTo>
                    <a:pt x="29" y="1"/>
                    <a:pt x="1" y="29"/>
                    <a:pt x="1" y="66"/>
                  </a:cubicBezTo>
                  <a:lnTo>
                    <a:pt x="1" y="1439"/>
                  </a:lnTo>
                  <a:cubicBezTo>
                    <a:pt x="1" y="1466"/>
                    <a:pt x="29" y="1494"/>
                    <a:pt x="66" y="1494"/>
                  </a:cubicBezTo>
                  <a:cubicBezTo>
                    <a:pt x="94" y="1494"/>
                    <a:pt x="121" y="1466"/>
                    <a:pt x="121" y="1439"/>
                  </a:cubicBezTo>
                  <a:lnTo>
                    <a:pt x="121" y="66"/>
                  </a:lnTo>
                  <a:cubicBezTo>
                    <a:pt x="121" y="29"/>
                    <a:pt x="94" y="1"/>
                    <a:pt x="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83"/>
            <p:cNvSpPr/>
            <p:nvPr/>
          </p:nvSpPr>
          <p:spPr>
            <a:xfrm>
              <a:off x="1345750" y="2953850"/>
              <a:ext cx="3050" cy="47575"/>
            </a:xfrm>
            <a:custGeom>
              <a:rect b="b" l="l" r="r" t="t"/>
              <a:pathLst>
                <a:path extrusionOk="0" h="1903" w="122">
                  <a:moveTo>
                    <a:pt x="56" y="0"/>
                  </a:moveTo>
                  <a:cubicBezTo>
                    <a:pt x="28" y="0"/>
                    <a:pt x="0" y="28"/>
                    <a:pt x="0" y="56"/>
                  </a:cubicBezTo>
                  <a:lnTo>
                    <a:pt x="0" y="1847"/>
                  </a:lnTo>
                  <a:cubicBezTo>
                    <a:pt x="0" y="1874"/>
                    <a:pt x="28" y="1902"/>
                    <a:pt x="56" y="1902"/>
                  </a:cubicBezTo>
                  <a:cubicBezTo>
                    <a:pt x="93" y="1902"/>
                    <a:pt x="121" y="1884"/>
                    <a:pt x="121" y="1847"/>
                  </a:cubicBezTo>
                  <a:lnTo>
                    <a:pt x="121" y="56"/>
                  </a:lnTo>
                  <a:cubicBezTo>
                    <a:pt x="121" y="28"/>
                    <a:pt x="93" y="0"/>
                    <a:pt x="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83"/>
            <p:cNvSpPr/>
            <p:nvPr/>
          </p:nvSpPr>
          <p:spPr>
            <a:xfrm>
              <a:off x="1144450" y="3030625"/>
              <a:ext cx="37125" cy="2800"/>
            </a:xfrm>
            <a:custGeom>
              <a:rect b="b" l="l" r="r" t="t"/>
              <a:pathLst>
                <a:path extrusionOk="0" h="112" w="1485">
                  <a:moveTo>
                    <a:pt x="56" y="0"/>
                  </a:moveTo>
                  <a:cubicBezTo>
                    <a:pt x="19" y="0"/>
                    <a:pt x="0" y="19"/>
                    <a:pt x="0" y="56"/>
                  </a:cubicBezTo>
                  <a:cubicBezTo>
                    <a:pt x="0" y="84"/>
                    <a:pt x="19" y="111"/>
                    <a:pt x="56" y="111"/>
                  </a:cubicBezTo>
                  <a:lnTo>
                    <a:pt x="1429" y="111"/>
                  </a:lnTo>
                  <a:cubicBezTo>
                    <a:pt x="1457" y="111"/>
                    <a:pt x="1485" y="84"/>
                    <a:pt x="1485" y="56"/>
                  </a:cubicBezTo>
                  <a:cubicBezTo>
                    <a:pt x="1485" y="19"/>
                    <a:pt x="1457" y="0"/>
                    <a:pt x="14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83"/>
            <p:cNvSpPr/>
            <p:nvPr/>
          </p:nvSpPr>
          <p:spPr>
            <a:xfrm>
              <a:off x="1069300" y="2755800"/>
              <a:ext cx="323775" cy="82125"/>
            </a:xfrm>
            <a:custGeom>
              <a:rect b="b" l="l" r="r" t="t"/>
              <a:pathLst>
                <a:path extrusionOk="0" h="3285" w="12951">
                  <a:moveTo>
                    <a:pt x="121" y="0"/>
                  </a:moveTo>
                  <a:cubicBezTo>
                    <a:pt x="56" y="0"/>
                    <a:pt x="1" y="56"/>
                    <a:pt x="1" y="121"/>
                  </a:cubicBezTo>
                  <a:lnTo>
                    <a:pt x="1" y="3154"/>
                  </a:lnTo>
                  <a:cubicBezTo>
                    <a:pt x="1" y="3228"/>
                    <a:pt x="56" y="3284"/>
                    <a:pt x="121" y="3284"/>
                  </a:cubicBezTo>
                  <a:lnTo>
                    <a:pt x="12830" y="3284"/>
                  </a:lnTo>
                  <a:cubicBezTo>
                    <a:pt x="12895" y="3284"/>
                    <a:pt x="12951" y="3228"/>
                    <a:pt x="12951" y="3154"/>
                  </a:cubicBezTo>
                  <a:lnTo>
                    <a:pt x="12951" y="121"/>
                  </a:lnTo>
                  <a:cubicBezTo>
                    <a:pt x="12951" y="56"/>
                    <a:pt x="12895" y="0"/>
                    <a:pt x="128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83"/>
            <p:cNvSpPr/>
            <p:nvPr/>
          </p:nvSpPr>
          <p:spPr>
            <a:xfrm>
              <a:off x="1067925" y="2754400"/>
              <a:ext cx="326775" cy="84900"/>
            </a:xfrm>
            <a:custGeom>
              <a:rect b="b" l="l" r="r" t="t"/>
              <a:pathLst>
                <a:path extrusionOk="0" h="3396" w="13071">
                  <a:moveTo>
                    <a:pt x="12885" y="112"/>
                  </a:moveTo>
                  <a:cubicBezTo>
                    <a:pt x="12922" y="112"/>
                    <a:pt x="12950" y="140"/>
                    <a:pt x="12950" y="177"/>
                  </a:cubicBezTo>
                  <a:lnTo>
                    <a:pt x="12950" y="3210"/>
                  </a:lnTo>
                  <a:cubicBezTo>
                    <a:pt x="12950" y="3247"/>
                    <a:pt x="12922" y="3275"/>
                    <a:pt x="12885" y="3275"/>
                  </a:cubicBezTo>
                  <a:lnTo>
                    <a:pt x="176" y="3275"/>
                  </a:lnTo>
                  <a:cubicBezTo>
                    <a:pt x="139" y="3275"/>
                    <a:pt x="111" y="3247"/>
                    <a:pt x="111" y="3210"/>
                  </a:cubicBezTo>
                  <a:lnTo>
                    <a:pt x="111" y="177"/>
                  </a:lnTo>
                  <a:cubicBezTo>
                    <a:pt x="111" y="140"/>
                    <a:pt x="139" y="112"/>
                    <a:pt x="176" y="112"/>
                  </a:cubicBezTo>
                  <a:close/>
                  <a:moveTo>
                    <a:pt x="176" y="1"/>
                  </a:moveTo>
                  <a:cubicBezTo>
                    <a:pt x="74" y="1"/>
                    <a:pt x="0" y="75"/>
                    <a:pt x="0" y="177"/>
                  </a:cubicBezTo>
                  <a:lnTo>
                    <a:pt x="0" y="3210"/>
                  </a:lnTo>
                  <a:cubicBezTo>
                    <a:pt x="0" y="3312"/>
                    <a:pt x="74" y="3396"/>
                    <a:pt x="176" y="3396"/>
                  </a:cubicBezTo>
                  <a:lnTo>
                    <a:pt x="12885" y="3396"/>
                  </a:lnTo>
                  <a:cubicBezTo>
                    <a:pt x="12987" y="3396"/>
                    <a:pt x="13071" y="3312"/>
                    <a:pt x="13071" y="3210"/>
                  </a:cubicBezTo>
                  <a:lnTo>
                    <a:pt x="13071" y="177"/>
                  </a:lnTo>
                  <a:cubicBezTo>
                    <a:pt x="13071" y="75"/>
                    <a:pt x="12987" y="1"/>
                    <a:pt x="1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83"/>
            <p:cNvSpPr/>
            <p:nvPr/>
          </p:nvSpPr>
          <p:spPr>
            <a:xfrm>
              <a:off x="1070000" y="2873150"/>
              <a:ext cx="80725" cy="80725"/>
            </a:xfrm>
            <a:custGeom>
              <a:rect b="b" l="l" r="r" t="t"/>
              <a:pathLst>
                <a:path extrusionOk="0" h="3229" w="3229">
                  <a:moveTo>
                    <a:pt x="121" y="0"/>
                  </a:moveTo>
                  <a:cubicBezTo>
                    <a:pt x="56" y="0"/>
                    <a:pt x="1" y="56"/>
                    <a:pt x="1" y="121"/>
                  </a:cubicBezTo>
                  <a:lnTo>
                    <a:pt x="1" y="3099"/>
                  </a:lnTo>
                  <a:cubicBezTo>
                    <a:pt x="1" y="3173"/>
                    <a:pt x="56" y="3228"/>
                    <a:pt x="121" y="3228"/>
                  </a:cubicBezTo>
                  <a:lnTo>
                    <a:pt x="3099" y="3228"/>
                  </a:lnTo>
                  <a:cubicBezTo>
                    <a:pt x="3173" y="3228"/>
                    <a:pt x="3229" y="3173"/>
                    <a:pt x="3229" y="3099"/>
                  </a:cubicBezTo>
                  <a:lnTo>
                    <a:pt x="3229" y="121"/>
                  </a:lnTo>
                  <a:cubicBezTo>
                    <a:pt x="3229" y="56"/>
                    <a:pt x="3173" y="0"/>
                    <a:pt x="30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83"/>
            <p:cNvSpPr/>
            <p:nvPr/>
          </p:nvSpPr>
          <p:spPr>
            <a:xfrm>
              <a:off x="1068600" y="2871750"/>
              <a:ext cx="83525" cy="83525"/>
            </a:xfrm>
            <a:custGeom>
              <a:rect b="b" l="l" r="r" t="t"/>
              <a:pathLst>
                <a:path extrusionOk="0" h="3341" w="3341">
                  <a:moveTo>
                    <a:pt x="3155" y="112"/>
                  </a:moveTo>
                  <a:cubicBezTo>
                    <a:pt x="3192" y="112"/>
                    <a:pt x="3220" y="140"/>
                    <a:pt x="3220" y="177"/>
                  </a:cubicBezTo>
                  <a:lnTo>
                    <a:pt x="3220" y="3155"/>
                  </a:lnTo>
                  <a:cubicBezTo>
                    <a:pt x="3220" y="3192"/>
                    <a:pt x="3192" y="3220"/>
                    <a:pt x="3155" y="3220"/>
                  </a:cubicBezTo>
                  <a:lnTo>
                    <a:pt x="177" y="3220"/>
                  </a:lnTo>
                  <a:cubicBezTo>
                    <a:pt x="140" y="3220"/>
                    <a:pt x="112" y="3192"/>
                    <a:pt x="112" y="3155"/>
                  </a:cubicBezTo>
                  <a:lnTo>
                    <a:pt x="112" y="177"/>
                  </a:lnTo>
                  <a:cubicBezTo>
                    <a:pt x="112" y="140"/>
                    <a:pt x="140" y="112"/>
                    <a:pt x="177" y="112"/>
                  </a:cubicBezTo>
                  <a:close/>
                  <a:moveTo>
                    <a:pt x="177" y="1"/>
                  </a:moveTo>
                  <a:cubicBezTo>
                    <a:pt x="75" y="1"/>
                    <a:pt x="1" y="84"/>
                    <a:pt x="1" y="177"/>
                  </a:cubicBezTo>
                  <a:lnTo>
                    <a:pt x="1" y="3155"/>
                  </a:lnTo>
                  <a:cubicBezTo>
                    <a:pt x="1" y="3257"/>
                    <a:pt x="75" y="3340"/>
                    <a:pt x="177" y="3340"/>
                  </a:cubicBezTo>
                  <a:lnTo>
                    <a:pt x="3155" y="3340"/>
                  </a:lnTo>
                  <a:cubicBezTo>
                    <a:pt x="3257" y="3340"/>
                    <a:pt x="3340" y="3257"/>
                    <a:pt x="3340" y="3155"/>
                  </a:cubicBezTo>
                  <a:lnTo>
                    <a:pt x="3340" y="177"/>
                  </a:lnTo>
                  <a:cubicBezTo>
                    <a:pt x="3340" y="84"/>
                    <a:pt x="3257" y="1"/>
                    <a:pt x="3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83"/>
            <p:cNvSpPr/>
            <p:nvPr/>
          </p:nvSpPr>
          <p:spPr>
            <a:xfrm>
              <a:off x="1190825" y="2873150"/>
              <a:ext cx="80725" cy="80725"/>
            </a:xfrm>
            <a:custGeom>
              <a:rect b="b" l="l" r="r" t="t"/>
              <a:pathLst>
                <a:path extrusionOk="0" h="3229" w="3229">
                  <a:moveTo>
                    <a:pt x="131" y="0"/>
                  </a:moveTo>
                  <a:cubicBezTo>
                    <a:pt x="56" y="0"/>
                    <a:pt x="1" y="56"/>
                    <a:pt x="1" y="121"/>
                  </a:cubicBezTo>
                  <a:lnTo>
                    <a:pt x="1" y="3099"/>
                  </a:lnTo>
                  <a:cubicBezTo>
                    <a:pt x="1" y="3173"/>
                    <a:pt x="56" y="3228"/>
                    <a:pt x="131" y="3228"/>
                  </a:cubicBezTo>
                  <a:lnTo>
                    <a:pt x="3108" y="3228"/>
                  </a:lnTo>
                  <a:cubicBezTo>
                    <a:pt x="3173" y="3228"/>
                    <a:pt x="3229" y="3173"/>
                    <a:pt x="3229" y="3099"/>
                  </a:cubicBezTo>
                  <a:lnTo>
                    <a:pt x="3229" y="121"/>
                  </a:lnTo>
                  <a:cubicBezTo>
                    <a:pt x="3229" y="56"/>
                    <a:pt x="3173" y="0"/>
                    <a:pt x="3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83"/>
            <p:cNvSpPr/>
            <p:nvPr/>
          </p:nvSpPr>
          <p:spPr>
            <a:xfrm>
              <a:off x="1189450" y="2871750"/>
              <a:ext cx="83500" cy="83525"/>
            </a:xfrm>
            <a:custGeom>
              <a:rect b="b" l="l" r="r" t="t"/>
              <a:pathLst>
                <a:path extrusionOk="0" h="3341" w="3340">
                  <a:moveTo>
                    <a:pt x="3163" y="112"/>
                  </a:moveTo>
                  <a:cubicBezTo>
                    <a:pt x="3200" y="112"/>
                    <a:pt x="3228" y="140"/>
                    <a:pt x="3228" y="177"/>
                  </a:cubicBezTo>
                  <a:lnTo>
                    <a:pt x="3228" y="3155"/>
                  </a:lnTo>
                  <a:cubicBezTo>
                    <a:pt x="3228" y="3192"/>
                    <a:pt x="3200" y="3220"/>
                    <a:pt x="3163" y="3220"/>
                  </a:cubicBezTo>
                  <a:lnTo>
                    <a:pt x="186" y="3220"/>
                  </a:lnTo>
                  <a:cubicBezTo>
                    <a:pt x="148" y="3220"/>
                    <a:pt x="121" y="3192"/>
                    <a:pt x="121" y="3155"/>
                  </a:cubicBezTo>
                  <a:lnTo>
                    <a:pt x="121" y="177"/>
                  </a:lnTo>
                  <a:cubicBezTo>
                    <a:pt x="121" y="140"/>
                    <a:pt x="148" y="112"/>
                    <a:pt x="186" y="112"/>
                  </a:cubicBezTo>
                  <a:close/>
                  <a:moveTo>
                    <a:pt x="186" y="1"/>
                  </a:moveTo>
                  <a:cubicBezTo>
                    <a:pt x="83" y="1"/>
                    <a:pt x="0" y="84"/>
                    <a:pt x="0" y="177"/>
                  </a:cubicBezTo>
                  <a:lnTo>
                    <a:pt x="0" y="3155"/>
                  </a:lnTo>
                  <a:cubicBezTo>
                    <a:pt x="0" y="3257"/>
                    <a:pt x="83" y="3340"/>
                    <a:pt x="186" y="3340"/>
                  </a:cubicBezTo>
                  <a:lnTo>
                    <a:pt x="3163" y="3340"/>
                  </a:lnTo>
                  <a:cubicBezTo>
                    <a:pt x="3256" y="3340"/>
                    <a:pt x="3340" y="3257"/>
                    <a:pt x="3340" y="3155"/>
                  </a:cubicBezTo>
                  <a:lnTo>
                    <a:pt x="3340" y="177"/>
                  </a:lnTo>
                  <a:cubicBezTo>
                    <a:pt x="3340" y="84"/>
                    <a:pt x="3256" y="1"/>
                    <a:pt x="3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83"/>
            <p:cNvSpPr/>
            <p:nvPr/>
          </p:nvSpPr>
          <p:spPr>
            <a:xfrm>
              <a:off x="1309350" y="2873150"/>
              <a:ext cx="80500" cy="80725"/>
            </a:xfrm>
            <a:custGeom>
              <a:rect b="b" l="l" r="r" t="t"/>
              <a:pathLst>
                <a:path extrusionOk="0" h="3229" w="3220">
                  <a:moveTo>
                    <a:pt x="121" y="0"/>
                  </a:moveTo>
                  <a:cubicBezTo>
                    <a:pt x="56" y="0"/>
                    <a:pt x="0" y="56"/>
                    <a:pt x="0" y="121"/>
                  </a:cubicBezTo>
                  <a:lnTo>
                    <a:pt x="0" y="3099"/>
                  </a:lnTo>
                  <a:cubicBezTo>
                    <a:pt x="0" y="3173"/>
                    <a:pt x="56" y="3228"/>
                    <a:pt x="121" y="3228"/>
                  </a:cubicBezTo>
                  <a:lnTo>
                    <a:pt x="3098" y="3228"/>
                  </a:lnTo>
                  <a:cubicBezTo>
                    <a:pt x="3173" y="3228"/>
                    <a:pt x="3219" y="3173"/>
                    <a:pt x="3219" y="3099"/>
                  </a:cubicBezTo>
                  <a:lnTo>
                    <a:pt x="3219" y="121"/>
                  </a:lnTo>
                  <a:cubicBezTo>
                    <a:pt x="3219" y="56"/>
                    <a:pt x="3173" y="0"/>
                    <a:pt x="30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83"/>
            <p:cNvSpPr/>
            <p:nvPr/>
          </p:nvSpPr>
          <p:spPr>
            <a:xfrm>
              <a:off x="1307950" y="2871750"/>
              <a:ext cx="83500" cy="83525"/>
            </a:xfrm>
            <a:custGeom>
              <a:rect b="b" l="l" r="r" t="t"/>
              <a:pathLst>
                <a:path extrusionOk="0" h="3341" w="3340">
                  <a:moveTo>
                    <a:pt x="3154" y="112"/>
                  </a:moveTo>
                  <a:cubicBezTo>
                    <a:pt x="3192" y="112"/>
                    <a:pt x="3219" y="140"/>
                    <a:pt x="3219" y="177"/>
                  </a:cubicBezTo>
                  <a:lnTo>
                    <a:pt x="3219" y="3155"/>
                  </a:lnTo>
                  <a:cubicBezTo>
                    <a:pt x="3219" y="3192"/>
                    <a:pt x="3192" y="3220"/>
                    <a:pt x="3154" y="3220"/>
                  </a:cubicBezTo>
                  <a:lnTo>
                    <a:pt x="177" y="3220"/>
                  </a:lnTo>
                  <a:cubicBezTo>
                    <a:pt x="140" y="3220"/>
                    <a:pt x="112" y="3192"/>
                    <a:pt x="112" y="3155"/>
                  </a:cubicBezTo>
                  <a:lnTo>
                    <a:pt x="112" y="177"/>
                  </a:lnTo>
                  <a:cubicBezTo>
                    <a:pt x="112" y="140"/>
                    <a:pt x="140" y="112"/>
                    <a:pt x="177" y="112"/>
                  </a:cubicBezTo>
                  <a:close/>
                  <a:moveTo>
                    <a:pt x="177" y="1"/>
                  </a:moveTo>
                  <a:cubicBezTo>
                    <a:pt x="75" y="1"/>
                    <a:pt x="0" y="84"/>
                    <a:pt x="0" y="177"/>
                  </a:cubicBezTo>
                  <a:lnTo>
                    <a:pt x="0" y="3155"/>
                  </a:lnTo>
                  <a:cubicBezTo>
                    <a:pt x="0" y="3257"/>
                    <a:pt x="75" y="3340"/>
                    <a:pt x="177" y="3340"/>
                  </a:cubicBezTo>
                  <a:lnTo>
                    <a:pt x="3154" y="3340"/>
                  </a:lnTo>
                  <a:cubicBezTo>
                    <a:pt x="3257" y="3340"/>
                    <a:pt x="3340" y="3257"/>
                    <a:pt x="3340" y="3155"/>
                  </a:cubicBezTo>
                  <a:lnTo>
                    <a:pt x="3340" y="177"/>
                  </a:lnTo>
                  <a:cubicBezTo>
                    <a:pt x="3340" y="84"/>
                    <a:pt x="3257" y="1"/>
                    <a:pt x="3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83"/>
            <p:cNvSpPr/>
            <p:nvPr/>
          </p:nvSpPr>
          <p:spPr>
            <a:xfrm>
              <a:off x="1180850" y="3001400"/>
              <a:ext cx="207375" cy="61700"/>
            </a:xfrm>
            <a:custGeom>
              <a:rect b="b" l="l" r="r" t="t"/>
              <a:pathLst>
                <a:path extrusionOk="0" h="2468" w="8295">
                  <a:moveTo>
                    <a:pt x="1235" y="0"/>
                  </a:moveTo>
                  <a:cubicBezTo>
                    <a:pt x="557" y="0"/>
                    <a:pt x="1" y="547"/>
                    <a:pt x="1" y="1234"/>
                  </a:cubicBezTo>
                  <a:cubicBezTo>
                    <a:pt x="1" y="1920"/>
                    <a:pt x="557" y="2468"/>
                    <a:pt x="1235" y="2468"/>
                  </a:cubicBezTo>
                  <a:lnTo>
                    <a:pt x="7051" y="2468"/>
                  </a:lnTo>
                  <a:cubicBezTo>
                    <a:pt x="7738" y="2468"/>
                    <a:pt x="8294" y="1920"/>
                    <a:pt x="8294" y="1234"/>
                  </a:cubicBezTo>
                  <a:cubicBezTo>
                    <a:pt x="8294" y="547"/>
                    <a:pt x="7738" y="0"/>
                    <a:pt x="7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83"/>
            <p:cNvSpPr/>
            <p:nvPr/>
          </p:nvSpPr>
          <p:spPr>
            <a:xfrm>
              <a:off x="1179475" y="2999775"/>
              <a:ext cx="210125" cy="64950"/>
            </a:xfrm>
            <a:custGeom>
              <a:rect b="b" l="l" r="r" t="t"/>
              <a:pathLst>
                <a:path extrusionOk="0" h="2598" w="8405">
                  <a:moveTo>
                    <a:pt x="7106" y="121"/>
                  </a:moveTo>
                  <a:cubicBezTo>
                    <a:pt x="7755" y="121"/>
                    <a:pt x="8284" y="650"/>
                    <a:pt x="8284" y="1299"/>
                  </a:cubicBezTo>
                  <a:cubicBezTo>
                    <a:pt x="8284" y="1948"/>
                    <a:pt x="7755" y="2477"/>
                    <a:pt x="7106" y="2477"/>
                  </a:cubicBezTo>
                  <a:lnTo>
                    <a:pt x="1290" y="2477"/>
                  </a:lnTo>
                  <a:cubicBezTo>
                    <a:pt x="640" y="2477"/>
                    <a:pt x="111" y="1948"/>
                    <a:pt x="111" y="1299"/>
                  </a:cubicBezTo>
                  <a:cubicBezTo>
                    <a:pt x="111" y="650"/>
                    <a:pt x="640" y="121"/>
                    <a:pt x="1290" y="121"/>
                  </a:cubicBezTo>
                  <a:close/>
                  <a:moveTo>
                    <a:pt x="1290" y="0"/>
                  </a:moveTo>
                  <a:cubicBezTo>
                    <a:pt x="575" y="0"/>
                    <a:pt x="0" y="585"/>
                    <a:pt x="0" y="1299"/>
                  </a:cubicBezTo>
                  <a:cubicBezTo>
                    <a:pt x="0" y="2013"/>
                    <a:pt x="575" y="2598"/>
                    <a:pt x="1290" y="2598"/>
                  </a:cubicBezTo>
                  <a:lnTo>
                    <a:pt x="7106" y="2598"/>
                  </a:lnTo>
                  <a:cubicBezTo>
                    <a:pt x="7820" y="2598"/>
                    <a:pt x="8405" y="2013"/>
                    <a:pt x="8405" y="1299"/>
                  </a:cubicBezTo>
                  <a:cubicBezTo>
                    <a:pt x="8405" y="585"/>
                    <a:pt x="7820" y="0"/>
                    <a:pt x="7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83"/>
            <p:cNvSpPr/>
            <p:nvPr/>
          </p:nvSpPr>
          <p:spPr>
            <a:xfrm>
              <a:off x="1458450" y="2935300"/>
              <a:ext cx="70075" cy="2800"/>
            </a:xfrm>
            <a:custGeom>
              <a:rect b="b" l="l" r="r" t="t"/>
              <a:pathLst>
                <a:path extrusionOk="0" h="112" w="2803">
                  <a:moveTo>
                    <a:pt x="66" y="0"/>
                  </a:moveTo>
                  <a:cubicBezTo>
                    <a:pt x="29" y="0"/>
                    <a:pt x="1" y="28"/>
                    <a:pt x="1" y="56"/>
                  </a:cubicBezTo>
                  <a:cubicBezTo>
                    <a:pt x="1" y="93"/>
                    <a:pt x="29" y="112"/>
                    <a:pt x="66" y="112"/>
                  </a:cubicBezTo>
                  <a:lnTo>
                    <a:pt x="2747" y="112"/>
                  </a:lnTo>
                  <a:cubicBezTo>
                    <a:pt x="2775" y="112"/>
                    <a:pt x="2803" y="93"/>
                    <a:pt x="2803" y="56"/>
                  </a:cubicBezTo>
                  <a:cubicBezTo>
                    <a:pt x="2803" y="28"/>
                    <a:pt x="2775" y="0"/>
                    <a:pt x="2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83"/>
            <p:cNvSpPr/>
            <p:nvPr/>
          </p:nvSpPr>
          <p:spPr>
            <a:xfrm>
              <a:off x="1553325" y="2935300"/>
              <a:ext cx="84425" cy="2800"/>
            </a:xfrm>
            <a:custGeom>
              <a:rect b="b" l="l" r="r" t="t"/>
              <a:pathLst>
                <a:path extrusionOk="0" h="112" w="3377">
                  <a:moveTo>
                    <a:pt x="56" y="0"/>
                  </a:moveTo>
                  <a:cubicBezTo>
                    <a:pt x="28" y="0"/>
                    <a:pt x="0" y="28"/>
                    <a:pt x="0" y="56"/>
                  </a:cubicBezTo>
                  <a:cubicBezTo>
                    <a:pt x="0" y="93"/>
                    <a:pt x="28" y="112"/>
                    <a:pt x="56" y="112"/>
                  </a:cubicBezTo>
                  <a:lnTo>
                    <a:pt x="3312" y="112"/>
                  </a:lnTo>
                  <a:cubicBezTo>
                    <a:pt x="3349" y="112"/>
                    <a:pt x="3377" y="93"/>
                    <a:pt x="3377" y="56"/>
                  </a:cubicBezTo>
                  <a:cubicBezTo>
                    <a:pt x="3377" y="28"/>
                    <a:pt x="3349" y="0"/>
                    <a:pt x="3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83"/>
            <p:cNvSpPr/>
            <p:nvPr/>
          </p:nvSpPr>
          <p:spPr>
            <a:xfrm>
              <a:off x="1458450" y="3043125"/>
              <a:ext cx="125500" cy="2825"/>
            </a:xfrm>
            <a:custGeom>
              <a:rect b="b" l="l" r="r" t="t"/>
              <a:pathLst>
                <a:path extrusionOk="0" h="113" w="5020">
                  <a:moveTo>
                    <a:pt x="66" y="1"/>
                  </a:moveTo>
                  <a:cubicBezTo>
                    <a:pt x="29" y="1"/>
                    <a:pt x="1" y="29"/>
                    <a:pt x="1" y="57"/>
                  </a:cubicBezTo>
                  <a:cubicBezTo>
                    <a:pt x="1" y="84"/>
                    <a:pt x="29" y="112"/>
                    <a:pt x="66" y="112"/>
                  </a:cubicBezTo>
                  <a:lnTo>
                    <a:pt x="4964" y="112"/>
                  </a:lnTo>
                  <a:cubicBezTo>
                    <a:pt x="4992" y="112"/>
                    <a:pt x="5020" y="94"/>
                    <a:pt x="5020" y="57"/>
                  </a:cubicBezTo>
                  <a:cubicBezTo>
                    <a:pt x="5020" y="29"/>
                    <a:pt x="4992" y="1"/>
                    <a:pt x="49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83"/>
            <p:cNvSpPr/>
            <p:nvPr/>
          </p:nvSpPr>
          <p:spPr>
            <a:xfrm>
              <a:off x="1458450" y="2972625"/>
              <a:ext cx="195775" cy="2825"/>
            </a:xfrm>
            <a:custGeom>
              <a:rect b="b" l="l" r="r" t="t"/>
              <a:pathLst>
                <a:path extrusionOk="0" h="113" w="7831">
                  <a:moveTo>
                    <a:pt x="66" y="1"/>
                  </a:moveTo>
                  <a:cubicBezTo>
                    <a:pt x="29" y="1"/>
                    <a:pt x="1" y="29"/>
                    <a:pt x="1" y="57"/>
                  </a:cubicBezTo>
                  <a:cubicBezTo>
                    <a:pt x="1" y="94"/>
                    <a:pt x="29" y="112"/>
                    <a:pt x="66" y="112"/>
                  </a:cubicBezTo>
                  <a:lnTo>
                    <a:pt x="7766" y="112"/>
                  </a:lnTo>
                  <a:cubicBezTo>
                    <a:pt x="7803" y="112"/>
                    <a:pt x="7830" y="94"/>
                    <a:pt x="7830" y="57"/>
                  </a:cubicBezTo>
                  <a:cubicBezTo>
                    <a:pt x="7830" y="29"/>
                    <a:pt x="7803" y="1"/>
                    <a:pt x="77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83"/>
            <p:cNvSpPr/>
            <p:nvPr/>
          </p:nvSpPr>
          <p:spPr>
            <a:xfrm>
              <a:off x="1458450" y="3008125"/>
              <a:ext cx="64050" cy="3025"/>
            </a:xfrm>
            <a:custGeom>
              <a:rect b="b" l="l" r="r" t="t"/>
              <a:pathLst>
                <a:path extrusionOk="0" h="121" w="2562">
                  <a:moveTo>
                    <a:pt x="66" y="0"/>
                  </a:moveTo>
                  <a:cubicBezTo>
                    <a:pt x="29" y="0"/>
                    <a:pt x="1" y="28"/>
                    <a:pt x="1" y="56"/>
                  </a:cubicBezTo>
                  <a:cubicBezTo>
                    <a:pt x="1" y="93"/>
                    <a:pt x="29" y="121"/>
                    <a:pt x="66" y="121"/>
                  </a:cubicBezTo>
                  <a:lnTo>
                    <a:pt x="2506" y="121"/>
                  </a:lnTo>
                  <a:cubicBezTo>
                    <a:pt x="2534" y="121"/>
                    <a:pt x="2561" y="93"/>
                    <a:pt x="2561" y="56"/>
                  </a:cubicBezTo>
                  <a:cubicBezTo>
                    <a:pt x="2561" y="28"/>
                    <a:pt x="2534" y="0"/>
                    <a:pt x="2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83"/>
            <p:cNvSpPr/>
            <p:nvPr/>
          </p:nvSpPr>
          <p:spPr>
            <a:xfrm>
              <a:off x="1538475" y="3008125"/>
              <a:ext cx="113900" cy="3025"/>
            </a:xfrm>
            <a:custGeom>
              <a:rect b="b" l="l" r="r" t="t"/>
              <a:pathLst>
                <a:path extrusionOk="0" h="121" w="4556">
                  <a:moveTo>
                    <a:pt x="56" y="0"/>
                  </a:moveTo>
                  <a:cubicBezTo>
                    <a:pt x="19" y="0"/>
                    <a:pt x="0" y="28"/>
                    <a:pt x="0" y="56"/>
                  </a:cubicBezTo>
                  <a:cubicBezTo>
                    <a:pt x="0" y="93"/>
                    <a:pt x="19" y="121"/>
                    <a:pt x="56" y="121"/>
                  </a:cubicBezTo>
                  <a:lnTo>
                    <a:pt x="4500" y="121"/>
                  </a:lnTo>
                  <a:cubicBezTo>
                    <a:pt x="4537" y="121"/>
                    <a:pt x="4555" y="93"/>
                    <a:pt x="4555" y="56"/>
                  </a:cubicBezTo>
                  <a:cubicBezTo>
                    <a:pt x="4555" y="28"/>
                    <a:pt x="4537" y="0"/>
                    <a:pt x="45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83"/>
            <p:cNvSpPr/>
            <p:nvPr/>
          </p:nvSpPr>
          <p:spPr>
            <a:xfrm>
              <a:off x="1457300" y="2753925"/>
              <a:ext cx="203425" cy="24400"/>
            </a:xfrm>
            <a:custGeom>
              <a:rect b="b" l="l" r="r" t="t"/>
              <a:pathLst>
                <a:path extrusionOk="0" h="976" w="8137">
                  <a:moveTo>
                    <a:pt x="177" y="1"/>
                  </a:moveTo>
                  <a:cubicBezTo>
                    <a:pt x="75" y="1"/>
                    <a:pt x="1" y="75"/>
                    <a:pt x="1" y="177"/>
                  </a:cubicBezTo>
                  <a:lnTo>
                    <a:pt x="1" y="975"/>
                  </a:lnTo>
                  <a:lnTo>
                    <a:pt x="8136" y="975"/>
                  </a:lnTo>
                  <a:lnTo>
                    <a:pt x="8136" y="233"/>
                  </a:lnTo>
                  <a:cubicBezTo>
                    <a:pt x="8136" y="103"/>
                    <a:pt x="8025" y="1"/>
                    <a:pt x="79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83"/>
            <p:cNvSpPr/>
            <p:nvPr/>
          </p:nvSpPr>
          <p:spPr>
            <a:xfrm>
              <a:off x="1478875" y="2760425"/>
              <a:ext cx="10225" cy="10475"/>
            </a:xfrm>
            <a:custGeom>
              <a:rect b="b" l="l" r="r" t="t"/>
              <a:pathLst>
                <a:path extrusionOk="0" h="419" w="409">
                  <a:moveTo>
                    <a:pt x="204" y="121"/>
                  </a:moveTo>
                  <a:cubicBezTo>
                    <a:pt x="251" y="121"/>
                    <a:pt x="297" y="168"/>
                    <a:pt x="297" y="214"/>
                  </a:cubicBezTo>
                  <a:cubicBezTo>
                    <a:pt x="297" y="270"/>
                    <a:pt x="251" y="307"/>
                    <a:pt x="204" y="307"/>
                  </a:cubicBezTo>
                  <a:cubicBezTo>
                    <a:pt x="158" y="307"/>
                    <a:pt x="112" y="270"/>
                    <a:pt x="112" y="214"/>
                  </a:cubicBezTo>
                  <a:cubicBezTo>
                    <a:pt x="112" y="168"/>
                    <a:pt x="149" y="121"/>
                    <a:pt x="204" y="121"/>
                  </a:cubicBezTo>
                  <a:close/>
                  <a:moveTo>
                    <a:pt x="204" y="1"/>
                  </a:moveTo>
                  <a:cubicBezTo>
                    <a:pt x="93" y="1"/>
                    <a:pt x="0" y="103"/>
                    <a:pt x="0" y="214"/>
                  </a:cubicBezTo>
                  <a:cubicBezTo>
                    <a:pt x="0" y="325"/>
                    <a:pt x="93" y="418"/>
                    <a:pt x="204" y="418"/>
                  </a:cubicBezTo>
                  <a:cubicBezTo>
                    <a:pt x="316" y="418"/>
                    <a:pt x="408" y="335"/>
                    <a:pt x="408" y="214"/>
                  </a:cubicBezTo>
                  <a:cubicBezTo>
                    <a:pt x="408" y="103"/>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83"/>
            <p:cNvSpPr/>
            <p:nvPr/>
          </p:nvSpPr>
          <p:spPr>
            <a:xfrm>
              <a:off x="1493475" y="2760425"/>
              <a:ext cx="10475" cy="10475"/>
            </a:xfrm>
            <a:custGeom>
              <a:rect b="b" l="l" r="r" t="t"/>
              <a:pathLst>
                <a:path extrusionOk="0" h="419" w="419">
                  <a:moveTo>
                    <a:pt x="205" y="121"/>
                  </a:moveTo>
                  <a:cubicBezTo>
                    <a:pt x="260" y="121"/>
                    <a:pt x="298" y="168"/>
                    <a:pt x="298" y="214"/>
                  </a:cubicBezTo>
                  <a:cubicBezTo>
                    <a:pt x="298" y="270"/>
                    <a:pt x="251" y="307"/>
                    <a:pt x="205" y="307"/>
                  </a:cubicBezTo>
                  <a:cubicBezTo>
                    <a:pt x="158" y="307"/>
                    <a:pt x="112" y="270"/>
                    <a:pt x="112" y="214"/>
                  </a:cubicBezTo>
                  <a:cubicBezTo>
                    <a:pt x="112" y="168"/>
                    <a:pt x="158" y="121"/>
                    <a:pt x="205" y="121"/>
                  </a:cubicBezTo>
                  <a:close/>
                  <a:moveTo>
                    <a:pt x="205" y="1"/>
                  </a:moveTo>
                  <a:cubicBezTo>
                    <a:pt x="94" y="1"/>
                    <a:pt x="1" y="103"/>
                    <a:pt x="1" y="214"/>
                  </a:cubicBezTo>
                  <a:cubicBezTo>
                    <a:pt x="1" y="325"/>
                    <a:pt x="94" y="418"/>
                    <a:pt x="205" y="418"/>
                  </a:cubicBezTo>
                  <a:cubicBezTo>
                    <a:pt x="316" y="418"/>
                    <a:pt x="418" y="335"/>
                    <a:pt x="409" y="214"/>
                  </a:cubicBezTo>
                  <a:cubicBezTo>
                    <a:pt x="409" y="103"/>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83"/>
            <p:cNvSpPr/>
            <p:nvPr/>
          </p:nvSpPr>
          <p:spPr>
            <a:xfrm>
              <a:off x="1464250" y="2760425"/>
              <a:ext cx="10475" cy="10475"/>
            </a:xfrm>
            <a:custGeom>
              <a:rect b="b" l="l" r="r" t="t"/>
              <a:pathLst>
                <a:path extrusionOk="0" h="419" w="419">
                  <a:moveTo>
                    <a:pt x="205" y="121"/>
                  </a:moveTo>
                  <a:cubicBezTo>
                    <a:pt x="261" y="121"/>
                    <a:pt x="298" y="168"/>
                    <a:pt x="298" y="214"/>
                  </a:cubicBezTo>
                  <a:cubicBezTo>
                    <a:pt x="298" y="270"/>
                    <a:pt x="261" y="307"/>
                    <a:pt x="205" y="307"/>
                  </a:cubicBezTo>
                  <a:cubicBezTo>
                    <a:pt x="159" y="307"/>
                    <a:pt x="112" y="270"/>
                    <a:pt x="112" y="214"/>
                  </a:cubicBezTo>
                  <a:cubicBezTo>
                    <a:pt x="112" y="168"/>
                    <a:pt x="159" y="121"/>
                    <a:pt x="205" y="121"/>
                  </a:cubicBezTo>
                  <a:close/>
                  <a:moveTo>
                    <a:pt x="205" y="1"/>
                  </a:moveTo>
                  <a:cubicBezTo>
                    <a:pt x="94" y="1"/>
                    <a:pt x="1" y="103"/>
                    <a:pt x="1" y="214"/>
                  </a:cubicBezTo>
                  <a:cubicBezTo>
                    <a:pt x="1" y="325"/>
                    <a:pt x="94" y="418"/>
                    <a:pt x="205" y="418"/>
                  </a:cubicBezTo>
                  <a:cubicBezTo>
                    <a:pt x="326" y="418"/>
                    <a:pt x="418" y="335"/>
                    <a:pt x="418" y="214"/>
                  </a:cubicBezTo>
                  <a:cubicBezTo>
                    <a:pt x="418" y="103"/>
                    <a:pt x="32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83"/>
            <p:cNvSpPr/>
            <p:nvPr/>
          </p:nvSpPr>
          <p:spPr>
            <a:xfrm>
              <a:off x="1457075" y="2778300"/>
              <a:ext cx="203400" cy="119450"/>
            </a:xfrm>
            <a:custGeom>
              <a:rect b="b" l="l" r="r" t="t"/>
              <a:pathLst>
                <a:path extrusionOk="0" h="4778" w="8136">
                  <a:moveTo>
                    <a:pt x="28" y="0"/>
                  </a:moveTo>
                  <a:cubicBezTo>
                    <a:pt x="19" y="0"/>
                    <a:pt x="0" y="9"/>
                    <a:pt x="0" y="28"/>
                  </a:cubicBezTo>
                  <a:lnTo>
                    <a:pt x="0" y="4750"/>
                  </a:lnTo>
                  <a:cubicBezTo>
                    <a:pt x="0" y="4768"/>
                    <a:pt x="19" y="4778"/>
                    <a:pt x="28" y="4778"/>
                  </a:cubicBezTo>
                  <a:lnTo>
                    <a:pt x="8108" y="4778"/>
                  </a:lnTo>
                  <a:cubicBezTo>
                    <a:pt x="8127" y="4778"/>
                    <a:pt x="8136" y="4768"/>
                    <a:pt x="8136" y="4750"/>
                  </a:cubicBezTo>
                  <a:lnTo>
                    <a:pt x="8136" y="28"/>
                  </a:lnTo>
                  <a:cubicBezTo>
                    <a:pt x="8136" y="9"/>
                    <a:pt x="8127" y="0"/>
                    <a:pt x="81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83"/>
            <p:cNvSpPr/>
            <p:nvPr/>
          </p:nvSpPr>
          <p:spPr>
            <a:xfrm>
              <a:off x="1541250" y="2805875"/>
              <a:ext cx="94200" cy="2825"/>
            </a:xfrm>
            <a:custGeom>
              <a:rect b="b" l="l" r="r" t="t"/>
              <a:pathLst>
                <a:path extrusionOk="0" h="113" w="3768">
                  <a:moveTo>
                    <a:pt x="56" y="1"/>
                  </a:moveTo>
                  <a:cubicBezTo>
                    <a:pt x="19" y="1"/>
                    <a:pt x="1" y="20"/>
                    <a:pt x="1" y="57"/>
                  </a:cubicBezTo>
                  <a:cubicBezTo>
                    <a:pt x="1" y="84"/>
                    <a:pt x="19" y="112"/>
                    <a:pt x="56" y="112"/>
                  </a:cubicBezTo>
                  <a:lnTo>
                    <a:pt x="3711" y="112"/>
                  </a:lnTo>
                  <a:cubicBezTo>
                    <a:pt x="3739" y="112"/>
                    <a:pt x="3767" y="84"/>
                    <a:pt x="3767" y="57"/>
                  </a:cubicBezTo>
                  <a:cubicBezTo>
                    <a:pt x="3767" y="20"/>
                    <a:pt x="3739" y="1"/>
                    <a:pt x="37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83"/>
            <p:cNvSpPr/>
            <p:nvPr/>
          </p:nvSpPr>
          <p:spPr>
            <a:xfrm>
              <a:off x="1541025" y="2819800"/>
              <a:ext cx="35050" cy="2800"/>
            </a:xfrm>
            <a:custGeom>
              <a:rect b="b" l="l" r="r" t="t"/>
              <a:pathLst>
                <a:path extrusionOk="0" h="112" w="1402">
                  <a:moveTo>
                    <a:pt x="65" y="1"/>
                  </a:moveTo>
                  <a:cubicBezTo>
                    <a:pt x="28" y="1"/>
                    <a:pt x="0" y="19"/>
                    <a:pt x="0" y="56"/>
                  </a:cubicBezTo>
                  <a:cubicBezTo>
                    <a:pt x="0" y="84"/>
                    <a:pt x="28" y="112"/>
                    <a:pt x="65" y="112"/>
                  </a:cubicBezTo>
                  <a:lnTo>
                    <a:pt x="1346" y="112"/>
                  </a:lnTo>
                  <a:cubicBezTo>
                    <a:pt x="1383" y="112"/>
                    <a:pt x="1401" y="84"/>
                    <a:pt x="1401" y="56"/>
                  </a:cubicBezTo>
                  <a:cubicBezTo>
                    <a:pt x="1401" y="19"/>
                    <a:pt x="1383" y="1"/>
                    <a:pt x="13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83"/>
            <p:cNvSpPr/>
            <p:nvPr/>
          </p:nvSpPr>
          <p:spPr>
            <a:xfrm>
              <a:off x="1586475" y="2819800"/>
              <a:ext cx="42000" cy="2800"/>
            </a:xfrm>
            <a:custGeom>
              <a:rect b="b" l="l" r="r" t="t"/>
              <a:pathLst>
                <a:path extrusionOk="0" h="112" w="1680">
                  <a:moveTo>
                    <a:pt x="56" y="1"/>
                  </a:moveTo>
                  <a:cubicBezTo>
                    <a:pt x="29" y="1"/>
                    <a:pt x="1" y="19"/>
                    <a:pt x="1" y="56"/>
                  </a:cubicBezTo>
                  <a:cubicBezTo>
                    <a:pt x="1" y="84"/>
                    <a:pt x="29" y="112"/>
                    <a:pt x="56" y="112"/>
                  </a:cubicBezTo>
                  <a:lnTo>
                    <a:pt x="1615" y="112"/>
                  </a:lnTo>
                  <a:cubicBezTo>
                    <a:pt x="1652" y="112"/>
                    <a:pt x="1680" y="84"/>
                    <a:pt x="1680" y="56"/>
                  </a:cubicBezTo>
                  <a:cubicBezTo>
                    <a:pt x="1680" y="19"/>
                    <a:pt x="1652" y="1"/>
                    <a:pt x="1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83"/>
            <p:cNvSpPr/>
            <p:nvPr/>
          </p:nvSpPr>
          <p:spPr>
            <a:xfrm>
              <a:off x="1541250" y="2861775"/>
              <a:ext cx="61500" cy="2800"/>
            </a:xfrm>
            <a:custGeom>
              <a:rect b="b" l="l" r="r" t="t"/>
              <a:pathLst>
                <a:path extrusionOk="0" h="112" w="2460">
                  <a:moveTo>
                    <a:pt x="56" y="1"/>
                  </a:moveTo>
                  <a:cubicBezTo>
                    <a:pt x="19" y="1"/>
                    <a:pt x="1" y="28"/>
                    <a:pt x="1" y="56"/>
                  </a:cubicBezTo>
                  <a:cubicBezTo>
                    <a:pt x="1" y="93"/>
                    <a:pt x="19" y="112"/>
                    <a:pt x="56" y="112"/>
                  </a:cubicBezTo>
                  <a:lnTo>
                    <a:pt x="2394" y="112"/>
                  </a:lnTo>
                  <a:cubicBezTo>
                    <a:pt x="2431" y="112"/>
                    <a:pt x="2459" y="93"/>
                    <a:pt x="2459" y="56"/>
                  </a:cubicBezTo>
                  <a:cubicBezTo>
                    <a:pt x="2459" y="28"/>
                    <a:pt x="2431" y="1"/>
                    <a:pt x="2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83"/>
            <p:cNvSpPr/>
            <p:nvPr/>
          </p:nvSpPr>
          <p:spPr>
            <a:xfrm>
              <a:off x="1541250" y="2834175"/>
              <a:ext cx="95125" cy="3050"/>
            </a:xfrm>
            <a:custGeom>
              <a:rect b="b" l="l" r="r" t="t"/>
              <a:pathLst>
                <a:path extrusionOk="0" h="122" w="3805">
                  <a:moveTo>
                    <a:pt x="56" y="1"/>
                  </a:moveTo>
                  <a:cubicBezTo>
                    <a:pt x="19" y="1"/>
                    <a:pt x="1" y="29"/>
                    <a:pt x="1" y="66"/>
                  </a:cubicBezTo>
                  <a:cubicBezTo>
                    <a:pt x="1" y="93"/>
                    <a:pt x="19" y="121"/>
                    <a:pt x="56" y="121"/>
                  </a:cubicBezTo>
                  <a:lnTo>
                    <a:pt x="3739" y="121"/>
                  </a:lnTo>
                  <a:cubicBezTo>
                    <a:pt x="3776" y="121"/>
                    <a:pt x="3804" y="93"/>
                    <a:pt x="3804" y="66"/>
                  </a:cubicBezTo>
                  <a:cubicBezTo>
                    <a:pt x="3804" y="29"/>
                    <a:pt x="3776" y="1"/>
                    <a:pt x="3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83"/>
            <p:cNvSpPr/>
            <p:nvPr/>
          </p:nvSpPr>
          <p:spPr>
            <a:xfrm>
              <a:off x="1541250" y="2848100"/>
              <a:ext cx="32025" cy="3025"/>
            </a:xfrm>
            <a:custGeom>
              <a:rect b="b" l="l" r="r" t="t"/>
              <a:pathLst>
                <a:path extrusionOk="0" h="121" w="1281">
                  <a:moveTo>
                    <a:pt x="56" y="0"/>
                  </a:moveTo>
                  <a:cubicBezTo>
                    <a:pt x="19" y="0"/>
                    <a:pt x="1" y="28"/>
                    <a:pt x="1" y="56"/>
                  </a:cubicBezTo>
                  <a:cubicBezTo>
                    <a:pt x="1" y="93"/>
                    <a:pt x="19" y="121"/>
                    <a:pt x="56" y="121"/>
                  </a:cubicBezTo>
                  <a:lnTo>
                    <a:pt x="1225" y="121"/>
                  </a:lnTo>
                  <a:cubicBezTo>
                    <a:pt x="1253" y="121"/>
                    <a:pt x="1281" y="93"/>
                    <a:pt x="1281" y="56"/>
                  </a:cubicBezTo>
                  <a:cubicBezTo>
                    <a:pt x="1281" y="28"/>
                    <a:pt x="1253" y="0"/>
                    <a:pt x="12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83"/>
            <p:cNvSpPr/>
            <p:nvPr/>
          </p:nvSpPr>
          <p:spPr>
            <a:xfrm>
              <a:off x="1579300" y="2848100"/>
              <a:ext cx="56150" cy="3025"/>
            </a:xfrm>
            <a:custGeom>
              <a:rect b="b" l="l" r="r" t="t"/>
              <a:pathLst>
                <a:path extrusionOk="0" h="121" w="2246">
                  <a:moveTo>
                    <a:pt x="65" y="0"/>
                  </a:moveTo>
                  <a:cubicBezTo>
                    <a:pt x="28" y="0"/>
                    <a:pt x="0" y="28"/>
                    <a:pt x="0" y="56"/>
                  </a:cubicBezTo>
                  <a:cubicBezTo>
                    <a:pt x="0" y="93"/>
                    <a:pt x="28" y="121"/>
                    <a:pt x="65" y="121"/>
                  </a:cubicBezTo>
                  <a:lnTo>
                    <a:pt x="2189" y="121"/>
                  </a:lnTo>
                  <a:cubicBezTo>
                    <a:pt x="2217" y="121"/>
                    <a:pt x="2245" y="93"/>
                    <a:pt x="2245" y="56"/>
                  </a:cubicBezTo>
                  <a:cubicBezTo>
                    <a:pt x="2245" y="28"/>
                    <a:pt x="2217" y="0"/>
                    <a:pt x="2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83"/>
            <p:cNvSpPr/>
            <p:nvPr/>
          </p:nvSpPr>
          <p:spPr>
            <a:xfrm>
              <a:off x="1472150" y="2805425"/>
              <a:ext cx="26700" cy="32500"/>
            </a:xfrm>
            <a:custGeom>
              <a:rect b="b" l="l" r="r" t="t"/>
              <a:pathLst>
                <a:path extrusionOk="0" h="1300" w="1068">
                  <a:moveTo>
                    <a:pt x="1030" y="0"/>
                  </a:moveTo>
                  <a:cubicBezTo>
                    <a:pt x="418" y="102"/>
                    <a:pt x="0" y="687"/>
                    <a:pt x="112" y="1299"/>
                  </a:cubicBezTo>
                  <a:lnTo>
                    <a:pt x="325" y="1262"/>
                  </a:lnTo>
                  <a:cubicBezTo>
                    <a:pt x="316" y="1216"/>
                    <a:pt x="306" y="1160"/>
                    <a:pt x="306" y="1114"/>
                  </a:cubicBezTo>
                  <a:cubicBezTo>
                    <a:pt x="306" y="659"/>
                    <a:pt x="640" y="288"/>
                    <a:pt x="1067" y="204"/>
                  </a:cubicBezTo>
                  <a:lnTo>
                    <a:pt x="10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83"/>
            <p:cNvSpPr/>
            <p:nvPr/>
          </p:nvSpPr>
          <p:spPr>
            <a:xfrm>
              <a:off x="1530600" y="2828375"/>
              <a:ext cx="475" cy="5825"/>
            </a:xfrm>
            <a:custGeom>
              <a:rect b="b" l="l" r="r" t="t"/>
              <a:pathLst>
                <a:path extrusionOk="0" h="233" w="19">
                  <a:moveTo>
                    <a:pt x="0" y="1"/>
                  </a:moveTo>
                  <a:cubicBezTo>
                    <a:pt x="9" y="84"/>
                    <a:pt x="9" y="159"/>
                    <a:pt x="9" y="233"/>
                  </a:cubicBezTo>
                  <a:cubicBezTo>
                    <a:pt x="19" y="159"/>
                    <a:pt x="9" y="84"/>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83"/>
            <p:cNvSpPr/>
            <p:nvPr/>
          </p:nvSpPr>
          <p:spPr>
            <a:xfrm>
              <a:off x="1474925" y="2836975"/>
              <a:ext cx="32500" cy="24525"/>
            </a:xfrm>
            <a:custGeom>
              <a:rect b="b" l="l" r="r" t="t"/>
              <a:pathLst>
                <a:path extrusionOk="0" h="981" w="1300">
                  <a:moveTo>
                    <a:pt x="214" y="0"/>
                  </a:moveTo>
                  <a:lnTo>
                    <a:pt x="1" y="37"/>
                  </a:lnTo>
                  <a:cubicBezTo>
                    <a:pt x="92" y="587"/>
                    <a:pt x="573" y="980"/>
                    <a:pt x="1114" y="980"/>
                  </a:cubicBezTo>
                  <a:cubicBezTo>
                    <a:pt x="1175" y="980"/>
                    <a:pt x="1237" y="975"/>
                    <a:pt x="1299" y="965"/>
                  </a:cubicBezTo>
                  <a:lnTo>
                    <a:pt x="1262" y="751"/>
                  </a:lnTo>
                  <a:cubicBezTo>
                    <a:pt x="1216" y="761"/>
                    <a:pt x="1169" y="770"/>
                    <a:pt x="1114" y="770"/>
                  </a:cubicBezTo>
                  <a:cubicBezTo>
                    <a:pt x="659" y="770"/>
                    <a:pt x="288" y="436"/>
                    <a:pt x="2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83"/>
            <p:cNvSpPr/>
            <p:nvPr/>
          </p:nvSpPr>
          <p:spPr>
            <a:xfrm>
              <a:off x="1497900" y="2804975"/>
              <a:ext cx="33175" cy="56125"/>
            </a:xfrm>
            <a:custGeom>
              <a:rect b="b" l="l" r="r" t="t"/>
              <a:pathLst>
                <a:path extrusionOk="0" h="2245" w="1327">
                  <a:moveTo>
                    <a:pt x="199" y="0"/>
                  </a:moveTo>
                  <a:cubicBezTo>
                    <a:pt x="133" y="0"/>
                    <a:pt x="67" y="6"/>
                    <a:pt x="0" y="18"/>
                  </a:cubicBezTo>
                  <a:lnTo>
                    <a:pt x="37" y="222"/>
                  </a:lnTo>
                  <a:cubicBezTo>
                    <a:pt x="93" y="213"/>
                    <a:pt x="139" y="213"/>
                    <a:pt x="195" y="213"/>
                  </a:cubicBezTo>
                  <a:cubicBezTo>
                    <a:pt x="705" y="213"/>
                    <a:pt x="1113" y="621"/>
                    <a:pt x="1113" y="1132"/>
                  </a:cubicBezTo>
                  <a:cubicBezTo>
                    <a:pt x="1113" y="1586"/>
                    <a:pt x="779" y="1966"/>
                    <a:pt x="343" y="2031"/>
                  </a:cubicBezTo>
                  <a:lnTo>
                    <a:pt x="380" y="2245"/>
                  </a:lnTo>
                  <a:cubicBezTo>
                    <a:pt x="844" y="2161"/>
                    <a:pt x="1187" y="1818"/>
                    <a:pt x="1289" y="1391"/>
                  </a:cubicBezTo>
                  <a:cubicBezTo>
                    <a:pt x="1308" y="1317"/>
                    <a:pt x="1317" y="1243"/>
                    <a:pt x="1317" y="1169"/>
                  </a:cubicBezTo>
                  <a:cubicBezTo>
                    <a:pt x="1327" y="1094"/>
                    <a:pt x="1317" y="1020"/>
                    <a:pt x="1308" y="937"/>
                  </a:cubicBezTo>
                  <a:cubicBezTo>
                    <a:pt x="1209" y="391"/>
                    <a:pt x="734" y="0"/>
                    <a:pt x="1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83"/>
            <p:cNvSpPr/>
            <p:nvPr/>
          </p:nvSpPr>
          <p:spPr>
            <a:xfrm>
              <a:off x="762025" y="3044525"/>
              <a:ext cx="317750" cy="226600"/>
            </a:xfrm>
            <a:custGeom>
              <a:rect b="b" l="l" r="r" t="t"/>
              <a:pathLst>
                <a:path extrusionOk="0" h="9064" w="12710">
                  <a:moveTo>
                    <a:pt x="232" y="1"/>
                  </a:moveTo>
                  <a:cubicBezTo>
                    <a:pt x="102" y="1"/>
                    <a:pt x="0" y="103"/>
                    <a:pt x="0" y="233"/>
                  </a:cubicBezTo>
                  <a:lnTo>
                    <a:pt x="0" y="8823"/>
                  </a:lnTo>
                  <a:cubicBezTo>
                    <a:pt x="0" y="8953"/>
                    <a:pt x="102" y="9064"/>
                    <a:pt x="232" y="9064"/>
                  </a:cubicBezTo>
                  <a:lnTo>
                    <a:pt x="12477" y="9064"/>
                  </a:lnTo>
                  <a:cubicBezTo>
                    <a:pt x="12607" y="9064"/>
                    <a:pt x="12709" y="8953"/>
                    <a:pt x="12709" y="8823"/>
                  </a:cubicBezTo>
                  <a:lnTo>
                    <a:pt x="12709" y="233"/>
                  </a:lnTo>
                  <a:cubicBezTo>
                    <a:pt x="12709" y="103"/>
                    <a:pt x="12607" y="1"/>
                    <a:pt x="1247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83"/>
            <p:cNvSpPr/>
            <p:nvPr/>
          </p:nvSpPr>
          <p:spPr>
            <a:xfrm>
              <a:off x="762025" y="3044525"/>
              <a:ext cx="317750" cy="226600"/>
            </a:xfrm>
            <a:custGeom>
              <a:rect b="b" l="l" r="r" t="t"/>
              <a:pathLst>
                <a:path extrusionOk="0" h="9064" w="12710">
                  <a:moveTo>
                    <a:pt x="232" y="9064"/>
                  </a:moveTo>
                  <a:lnTo>
                    <a:pt x="12477" y="9064"/>
                  </a:lnTo>
                  <a:cubicBezTo>
                    <a:pt x="12607" y="9064"/>
                    <a:pt x="12709" y="8953"/>
                    <a:pt x="12709" y="8823"/>
                  </a:cubicBezTo>
                  <a:lnTo>
                    <a:pt x="12709" y="233"/>
                  </a:lnTo>
                  <a:cubicBezTo>
                    <a:pt x="12709" y="103"/>
                    <a:pt x="12607" y="1"/>
                    <a:pt x="12477" y="1"/>
                  </a:cubicBezTo>
                  <a:lnTo>
                    <a:pt x="232" y="1"/>
                  </a:lnTo>
                  <a:cubicBezTo>
                    <a:pt x="102" y="1"/>
                    <a:pt x="0" y="103"/>
                    <a:pt x="0" y="233"/>
                  </a:cubicBezTo>
                  <a:lnTo>
                    <a:pt x="0" y="8823"/>
                  </a:lnTo>
                  <a:cubicBezTo>
                    <a:pt x="0" y="8953"/>
                    <a:pt x="102" y="9064"/>
                    <a:pt x="232" y="906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83"/>
            <p:cNvSpPr/>
            <p:nvPr/>
          </p:nvSpPr>
          <p:spPr>
            <a:xfrm>
              <a:off x="779875" y="3027375"/>
              <a:ext cx="317750" cy="38275"/>
            </a:xfrm>
            <a:custGeom>
              <a:rect b="b" l="l" r="r" t="t"/>
              <a:pathLst>
                <a:path extrusionOk="0" h="1531" w="12710">
                  <a:moveTo>
                    <a:pt x="279" y="0"/>
                  </a:moveTo>
                  <a:cubicBezTo>
                    <a:pt x="121" y="0"/>
                    <a:pt x="0" y="130"/>
                    <a:pt x="0" y="278"/>
                  </a:cubicBezTo>
                  <a:lnTo>
                    <a:pt x="0" y="1531"/>
                  </a:lnTo>
                  <a:lnTo>
                    <a:pt x="12709" y="1531"/>
                  </a:lnTo>
                  <a:lnTo>
                    <a:pt x="12709" y="362"/>
                  </a:lnTo>
                  <a:cubicBezTo>
                    <a:pt x="12709" y="167"/>
                    <a:pt x="12542" y="0"/>
                    <a:pt x="12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83"/>
            <p:cNvSpPr/>
            <p:nvPr/>
          </p:nvSpPr>
          <p:spPr>
            <a:xfrm>
              <a:off x="778250" y="3025975"/>
              <a:ext cx="320775" cy="41075"/>
            </a:xfrm>
            <a:custGeom>
              <a:rect b="b" l="l" r="r" t="t"/>
              <a:pathLst>
                <a:path extrusionOk="0" h="1643" w="12831">
                  <a:moveTo>
                    <a:pt x="12413" y="112"/>
                  </a:moveTo>
                  <a:cubicBezTo>
                    <a:pt x="12580" y="112"/>
                    <a:pt x="12719" y="251"/>
                    <a:pt x="12719" y="418"/>
                  </a:cubicBezTo>
                  <a:lnTo>
                    <a:pt x="12719" y="1522"/>
                  </a:lnTo>
                  <a:lnTo>
                    <a:pt x="121" y="1522"/>
                  </a:lnTo>
                  <a:lnTo>
                    <a:pt x="121" y="334"/>
                  </a:lnTo>
                  <a:cubicBezTo>
                    <a:pt x="121" y="214"/>
                    <a:pt x="223" y="112"/>
                    <a:pt x="344" y="112"/>
                  </a:cubicBezTo>
                  <a:close/>
                  <a:moveTo>
                    <a:pt x="344" y="0"/>
                  </a:moveTo>
                  <a:cubicBezTo>
                    <a:pt x="158" y="0"/>
                    <a:pt x="0" y="149"/>
                    <a:pt x="0" y="334"/>
                  </a:cubicBezTo>
                  <a:lnTo>
                    <a:pt x="0" y="1642"/>
                  </a:lnTo>
                  <a:lnTo>
                    <a:pt x="12830" y="1642"/>
                  </a:lnTo>
                  <a:lnTo>
                    <a:pt x="12830" y="418"/>
                  </a:lnTo>
                  <a:cubicBezTo>
                    <a:pt x="12830" y="186"/>
                    <a:pt x="12645" y="0"/>
                    <a:pt x="12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83"/>
            <p:cNvSpPr/>
            <p:nvPr/>
          </p:nvSpPr>
          <p:spPr>
            <a:xfrm>
              <a:off x="814200"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83"/>
            <p:cNvSpPr/>
            <p:nvPr/>
          </p:nvSpPr>
          <p:spPr>
            <a:xfrm>
              <a:off x="837150" y="3038725"/>
              <a:ext cx="14650" cy="14650"/>
            </a:xfrm>
            <a:custGeom>
              <a:rect b="b" l="l" r="r" t="t"/>
              <a:pathLst>
                <a:path extrusionOk="0" h="586" w="586">
                  <a:moveTo>
                    <a:pt x="288" y="112"/>
                  </a:moveTo>
                  <a:cubicBezTo>
                    <a:pt x="390" y="112"/>
                    <a:pt x="465" y="196"/>
                    <a:pt x="465" y="288"/>
                  </a:cubicBezTo>
                  <a:cubicBezTo>
                    <a:pt x="465" y="390"/>
                    <a:pt x="390" y="465"/>
                    <a:pt x="288" y="465"/>
                  </a:cubicBezTo>
                  <a:cubicBezTo>
                    <a:pt x="196" y="465"/>
                    <a:pt x="112" y="390"/>
                    <a:pt x="112" y="288"/>
                  </a:cubicBezTo>
                  <a:cubicBezTo>
                    <a:pt x="112" y="196"/>
                    <a:pt x="196" y="112"/>
                    <a:pt x="288" y="112"/>
                  </a:cubicBezTo>
                  <a:close/>
                  <a:moveTo>
                    <a:pt x="288" y="1"/>
                  </a:moveTo>
                  <a:cubicBezTo>
                    <a:pt x="131" y="1"/>
                    <a:pt x="1" y="131"/>
                    <a:pt x="1" y="288"/>
                  </a:cubicBezTo>
                  <a:cubicBezTo>
                    <a:pt x="1" y="455"/>
                    <a:pt x="131" y="585"/>
                    <a:pt x="288" y="585"/>
                  </a:cubicBezTo>
                  <a:cubicBezTo>
                    <a:pt x="455" y="585"/>
                    <a:pt x="585" y="455"/>
                    <a:pt x="585" y="288"/>
                  </a:cubicBezTo>
                  <a:cubicBezTo>
                    <a:pt x="585" y="131"/>
                    <a:pt x="45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83"/>
            <p:cNvSpPr/>
            <p:nvPr/>
          </p:nvSpPr>
          <p:spPr>
            <a:xfrm>
              <a:off x="791475"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83"/>
            <p:cNvSpPr/>
            <p:nvPr/>
          </p:nvSpPr>
          <p:spPr>
            <a:xfrm>
              <a:off x="779650" y="3065625"/>
              <a:ext cx="317975" cy="186725"/>
            </a:xfrm>
            <a:custGeom>
              <a:rect b="b" l="l" r="r" t="t"/>
              <a:pathLst>
                <a:path extrusionOk="0" h="7469" w="12719">
                  <a:moveTo>
                    <a:pt x="37" y="1"/>
                  </a:moveTo>
                  <a:cubicBezTo>
                    <a:pt x="19" y="1"/>
                    <a:pt x="0" y="19"/>
                    <a:pt x="0" y="38"/>
                  </a:cubicBezTo>
                  <a:lnTo>
                    <a:pt x="0" y="7431"/>
                  </a:lnTo>
                  <a:cubicBezTo>
                    <a:pt x="0" y="7450"/>
                    <a:pt x="19" y="7468"/>
                    <a:pt x="37" y="7468"/>
                  </a:cubicBezTo>
                  <a:lnTo>
                    <a:pt x="12672" y="7468"/>
                  </a:lnTo>
                  <a:cubicBezTo>
                    <a:pt x="12700" y="7468"/>
                    <a:pt x="12718" y="7450"/>
                    <a:pt x="12718" y="7431"/>
                  </a:cubicBezTo>
                  <a:lnTo>
                    <a:pt x="12718" y="38"/>
                  </a:lnTo>
                  <a:cubicBezTo>
                    <a:pt x="12718" y="19"/>
                    <a:pt x="12700" y="1"/>
                    <a:pt x="126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83"/>
            <p:cNvSpPr/>
            <p:nvPr/>
          </p:nvSpPr>
          <p:spPr>
            <a:xfrm>
              <a:off x="778250" y="3064000"/>
              <a:ext cx="320775" cy="189750"/>
            </a:xfrm>
            <a:custGeom>
              <a:rect b="b" l="l" r="r" t="t"/>
              <a:pathLst>
                <a:path extrusionOk="0" h="7590" w="12831">
                  <a:moveTo>
                    <a:pt x="12709" y="121"/>
                  </a:moveTo>
                  <a:lnTo>
                    <a:pt x="12709" y="7478"/>
                  </a:lnTo>
                  <a:lnTo>
                    <a:pt x="112" y="7478"/>
                  </a:lnTo>
                  <a:lnTo>
                    <a:pt x="112" y="121"/>
                  </a:lnTo>
                  <a:close/>
                  <a:moveTo>
                    <a:pt x="93" y="1"/>
                  </a:moveTo>
                  <a:cubicBezTo>
                    <a:pt x="47" y="1"/>
                    <a:pt x="0" y="47"/>
                    <a:pt x="0" y="103"/>
                  </a:cubicBezTo>
                  <a:lnTo>
                    <a:pt x="0" y="7496"/>
                  </a:lnTo>
                  <a:cubicBezTo>
                    <a:pt x="0" y="7543"/>
                    <a:pt x="47" y="7589"/>
                    <a:pt x="93" y="7589"/>
                  </a:cubicBezTo>
                  <a:lnTo>
                    <a:pt x="12728" y="7589"/>
                  </a:lnTo>
                  <a:cubicBezTo>
                    <a:pt x="12784" y="7589"/>
                    <a:pt x="12830" y="7543"/>
                    <a:pt x="12830" y="7496"/>
                  </a:cubicBezTo>
                  <a:lnTo>
                    <a:pt x="12830" y="103"/>
                  </a:lnTo>
                  <a:cubicBezTo>
                    <a:pt x="12830" y="47"/>
                    <a:pt x="12784" y="1"/>
                    <a:pt x="12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83"/>
            <p:cNvSpPr/>
            <p:nvPr/>
          </p:nvSpPr>
          <p:spPr>
            <a:xfrm>
              <a:off x="911825" y="3109475"/>
              <a:ext cx="145675" cy="2800"/>
            </a:xfrm>
            <a:custGeom>
              <a:rect b="b" l="l" r="r" t="t"/>
              <a:pathLst>
                <a:path extrusionOk="0" h="112" w="5827">
                  <a:moveTo>
                    <a:pt x="56" y="0"/>
                  </a:moveTo>
                  <a:cubicBezTo>
                    <a:pt x="19" y="0"/>
                    <a:pt x="1" y="19"/>
                    <a:pt x="1" y="56"/>
                  </a:cubicBezTo>
                  <a:cubicBezTo>
                    <a:pt x="1" y="84"/>
                    <a:pt x="19" y="111"/>
                    <a:pt x="56" y="111"/>
                  </a:cubicBezTo>
                  <a:lnTo>
                    <a:pt x="5771" y="111"/>
                  </a:lnTo>
                  <a:cubicBezTo>
                    <a:pt x="5799" y="111"/>
                    <a:pt x="5827" y="84"/>
                    <a:pt x="5827" y="56"/>
                  </a:cubicBezTo>
                  <a:cubicBezTo>
                    <a:pt x="5827" y="19"/>
                    <a:pt x="5799" y="0"/>
                    <a:pt x="5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83"/>
            <p:cNvSpPr/>
            <p:nvPr/>
          </p:nvSpPr>
          <p:spPr>
            <a:xfrm>
              <a:off x="911825" y="3131025"/>
              <a:ext cx="52900" cy="3050"/>
            </a:xfrm>
            <a:custGeom>
              <a:rect b="b" l="l" r="r" t="t"/>
              <a:pathLst>
                <a:path extrusionOk="0" h="122" w="2116">
                  <a:moveTo>
                    <a:pt x="56" y="1"/>
                  </a:moveTo>
                  <a:cubicBezTo>
                    <a:pt x="19" y="1"/>
                    <a:pt x="1" y="29"/>
                    <a:pt x="1" y="56"/>
                  </a:cubicBezTo>
                  <a:cubicBezTo>
                    <a:pt x="1" y="94"/>
                    <a:pt x="19" y="121"/>
                    <a:pt x="56" y="121"/>
                  </a:cubicBezTo>
                  <a:lnTo>
                    <a:pt x="2060" y="121"/>
                  </a:lnTo>
                  <a:cubicBezTo>
                    <a:pt x="2097" y="121"/>
                    <a:pt x="2116" y="94"/>
                    <a:pt x="2116" y="56"/>
                  </a:cubicBezTo>
                  <a:cubicBezTo>
                    <a:pt x="2116" y="29"/>
                    <a:pt x="2097"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83"/>
            <p:cNvSpPr/>
            <p:nvPr/>
          </p:nvSpPr>
          <p:spPr>
            <a:xfrm>
              <a:off x="982575" y="3131025"/>
              <a:ext cx="63800" cy="3050"/>
            </a:xfrm>
            <a:custGeom>
              <a:rect b="b" l="l" r="r" t="t"/>
              <a:pathLst>
                <a:path extrusionOk="0" h="122" w="2552">
                  <a:moveTo>
                    <a:pt x="56" y="1"/>
                  </a:moveTo>
                  <a:cubicBezTo>
                    <a:pt x="28" y="1"/>
                    <a:pt x="0" y="29"/>
                    <a:pt x="0" y="56"/>
                  </a:cubicBezTo>
                  <a:cubicBezTo>
                    <a:pt x="0" y="94"/>
                    <a:pt x="28" y="121"/>
                    <a:pt x="56" y="121"/>
                  </a:cubicBezTo>
                  <a:lnTo>
                    <a:pt x="2496" y="121"/>
                  </a:lnTo>
                  <a:cubicBezTo>
                    <a:pt x="2523" y="121"/>
                    <a:pt x="2551" y="94"/>
                    <a:pt x="2551" y="56"/>
                  </a:cubicBezTo>
                  <a:cubicBezTo>
                    <a:pt x="2551" y="29"/>
                    <a:pt x="2523" y="1"/>
                    <a:pt x="2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83"/>
            <p:cNvSpPr/>
            <p:nvPr/>
          </p:nvSpPr>
          <p:spPr>
            <a:xfrm>
              <a:off x="911825" y="3196900"/>
              <a:ext cx="94425" cy="2800"/>
            </a:xfrm>
            <a:custGeom>
              <a:rect b="b" l="l" r="r" t="t"/>
              <a:pathLst>
                <a:path extrusionOk="0" h="112" w="3777">
                  <a:moveTo>
                    <a:pt x="56" y="0"/>
                  </a:moveTo>
                  <a:cubicBezTo>
                    <a:pt x="19" y="0"/>
                    <a:pt x="1" y="19"/>
                    <a:pt x="1" y="56"/>
                  </a:cubicBezTo>
                  <a:cubicBezTo>
                    <a:pt x="1" y="84"/>
                    <a:pt x="19" y="112"/>
                    <a:pt x="56" y="112"/>
                  </a:cubicBezTo>
                  <a:lnTo>
                    <a:pt x="3721" y="112"/>
                  </a:lnTo>
                  <a:cubicBezTo>
                    <a:pt x="3749" y="112"/>
                    <a:pt x="3776" y="84"/>
                    <a:pt x="3776" y="56"/>
                  </a:cubicBezTo>
                  <a:cubicBezTo>
                    <a:pt x="3776" y="19"/>
                    <a:pt x="3749" y="0"/>
                    <a:pt x="3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83"/>
            <p:cNvSpPr/>
            <p:nvPr/>
          </p:nvSpPr>
          <p:spPr>
            <a:xfrm>
              <a:off x="911825" y="3153750"/>
              <a:ext cx="147075" cy="3050"/>
            </a:xfrm>
            <a:custGeom>
              <a:rect b="b" l="l" r="r" t="t"/>
              <a:pathLst>
                <a:path extrusionOk="0" h="122" w="5883">
                  <a:moveTo>
                    <a:pt x="56" y="1"/>
                  </a:moveTo>
                  <a:cubicBezTo>
                    <a:pt x="19" y="1"/>
                    <a:pt x="1" y="29"/>
                    <a:pt x="1" y="66"/>
                  </a:cubicBezTo>
                  <a:cubicBezTo>
                    <a:pt x="1" y="94"/>
                    <a:pt x="19" y="122"/>
                    <a:pt x="56" y="122"/>
                  </a:cubicBezTo>
                  <a:lnTo>
                    <a:pt x="5817" y="122"/>
                  </a:lnTo>
                  <a:cubicBezTo>
                    <a:pt x="5854" y="122"/>
                    <a:pt x="5882" y="94"/>
                    <a:pt x="5882" y="66"/>
                  </a:cubicBezTo>
                  <a:cubicBezTo>
                    <a:pt x="5882" y="29"/>
                    <a:pt x="5854" y="1"/>
                    <a:pt x="58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83"/>
            <p:cNvSpPr/>
            <p:nvPr/>
          </p:nvSpPr>
          <p:spPr>
            <a:xfrm>
              <a:off x="911825" y="3175550"/>
              <a:ext cx="48500" cy="2825"/>
            </a:xfrm>
            <a:custGeom>
              <a:rect b="b" l="l" r="r" t="t"/>
              <a:pathLst>
                <a:path extrusionOk="0" h="113" w="1940">
                  <a:moveTo>
                    <a:pt x="56" y="1"/>
                  </a:moveTo>
                  <a:cubicBezTo>
                    <a:pt x="19" y="1"/>
                    <a:pt x="1" y="29"/>
                    <a:pt x="1" y="57"/>
                  </a:cubicBezTo>
                  <a:cubicBezTo>
                    <a:pt x="1" y="94"/>
                    <a:pt x="19" y="112"/>
                    <a:pt x="56" y="112"/>
                  </a:cubicBezTo>
                  <a:lnTo>
                    <a:pt x="1884" y="112"/>
                  </a:lnTo>
                  <a:cubicBezTo>
                    <a:pt x="1912" y="112"/>
                    <a:pt x="1940" y="84"/>
                    <a:pt x="1940" y="57"/>
                  </a:cubicBezTo>
                  <a:cubicBezTo>
                    <a:pt x="1940" y="29"/>
                    <a:pt x="1912" y="1"/>
                    <a:pt x="1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83"/>
            <p:cNvSpPr/>
            <p:nvPr/>
          </p:nvSpPr>
          <p:spPr>
            <a:xfrm>
              <a:off x="971425" y="3175550"/>
              <a:ext cx="86075" cy="2825"/>
            </a:xfrm>
            <a:custGeom>
              <a:rect b="b" l="l" r="r" t="t"/>
              <a:pathLst>
                <a:path extrusionOk="0" h="113" w="3443">
                  <a:moveTo>
                    <a:pt x="57" y="1"/>
                  </a:moveTo>
                  <a:cubicBezTo>
                    <a:pt x="29" y="1"/>
                    <a:pt x="1" y="29"/>
                    <a:pt x="1" y="57"/>
                  </a:cubicBezTo>
                  <a:cubicBezTo>
                    <a:pt x="1" y="94"/>
                    <a:pt x="29" y="112"/>
                    <a:pt x="57" y="112"/>
                  </a:cubicBezTo>
                  <a:lnTo>
                    <a:pt x="3387" y="112"/>
                  </a:lnTo>
                  <a:cubicBezTo>
                    <a:pt x="3415" y="112"/>
                    <a:pt x="3443" y="84"/>
                    <a:pt x="3443" y="57"/>
                  </a:cubicBezTo>
                  <a:cubicBezTo>
                    <a:pt x="3443" y="29"/>
                    <a:pt x="3415" y="1"/>
                    <a:pt x="3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83"/>
            <p:cNvSpPr/>
            <p:nvPr/>
          </p:nvSpPr>
          <p:spPr>
            <a:xfrm>
              <a:off x="803075" y="3107850"/>
              <a:ext cx="41750" cy="50800"/>
            </a:xfrm>
            <a:custGeom>
              <a:rect b="b" l="l" r="r" t="t"/>
              <a:pathLst>
                <a:path extrusionOk="0" h="2032" w="1670">
                  <a:moveTo>
                    <a:pt x="1614" y="0"/>
                  </a:moveTo>
                  <a:cubicBezTo>
                    <a:pt x="649" y="167"/>
                    <a:pt x="0" y="1076"/>
                    <a:pt x="167" y="2032"/>
                  </a:cubicBezTo>
                  <a:lnTo>
                    <a:pt x="501" y="1976"/>
                  </a:lnTo>
                  <a:cubicBezTo>
                    <a:pt x="492" y="1902"/>
                    <a:pt x="482" y="1818"/>
                    <a:pt x="482" y="1744"/>
                  </a:cubicBezTo>
                  <a:cubicBezTo>
                    <a:pt x="482" y="1030"/>
                    <a:pt x="993" y="445"/>
                    <a:pt x="1670" y="325"/>
                  </a:cubicBezTo>
                  <a:lnTo>
                    <a:pt x="1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83"/>
            <p:cNvSpPr/>
            <p:nvPr/>
          </p:nvSpPr>
          <p:spPr>
            <a:xfrm>
              <a:off x="894200" y="3144025"/>
              <a:ext cx="725" cy="8825"/>
            </a:xfrm>
            <a:custGeom>
              <a:rect b="b" l="l" r="r" t="t"/>
              <a:pathLst>
                <a:path extrusionOk="0" h="353" w="29">
                  <a:moveTo>
                    <a:pt x="29" y="353"/>
                  </a:moveTo>
                  <a:cubicBezTo>
                    <a:pt x="29" y="241"/>
                    <a:pt x="19" y="121"/>
                    <a:pt x="1" y="0"/>
                  </a:cubicBezTo>
                  <a:lnTo>
                    <a:pt x="1" y="0"/>
                  </a:lnTo>
                  <a:lnTo>
                    <a:pt x="1" y="0"/>
                  </a:lnTo>
                  <a:cubicBezTo>
                    <a:pt x="19" y="121"/>
                    <a:pt x="29" y="241"/>
                    <a:pt x="2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83"/>
            <p:cNvSpPr/>
            <p:nvPr/>
          </p:nvSpPr>
          <p:spPr>
            <a:xfrm>
              <a:off x="807250" y="3157250"/>
              <a:ext cx="50800" cy="38250"/>
            </a:xfrm>
            <a:custGeom>
              <a:rect b="b" l="l" r="r" t="t"/>
              <a:pathLst>
                <a:path extrusionOk="0" h="1530" w="2032">
                  <a:moveTo>
                    <a:pt x="343" y="0"/>
                  </a:moveTo>
                  <a:lnTo>
                    <a:pt x="0" y="56"/>
                  </a:lnTo>
                  <a:cubicBezTo>
                    <a:pt x="149" y="919"/>
                    <a:pt x="892" y="1529"/>
                    <a:pt x="1731" y="1529"/>
                  </a:cubicBezTo>
                  <a:cubicBezTo>
                    <a:pt x="1830" y="1529"/>
                    <a:pt x="1931" y="1521"/>
                    <a:pt x="2032" y="1503"/>
                  </a:cubicBezTo>
                  <a:lnTo>
                    <a:pt x="1985" y="1178"/>
                  </a:lnTo>
                  <a:cubicBezTo>
                    <a:pt x="1902" y="1187"/>
                    <a:pt x="1828" y="1197"/>
                    <a:pt x="1753" y="1197"/>
                  </a:cubicBezTo>
                  <a:cubicBezTo>
                    <a:pt x="1039" y="1197"/>
                    <a:pt x="455" y="677"/>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83"/>
            <p:cNvSpPr/>
            <p:nvPr/>
          </p:nvSpPr>
          <p:spPr>
            <a:xfrm>
              <a:off x="843425" y="3107175"/>
              <a:ext cx="51500" cy="87650"/>
            </a:xfrm>
            <a:custGeom>
              <a:rect b="b" l="l" r="r" t="t"/>
              <a:pathLst>
                <a:path extrusionOk="0" h="3506" w="2060">
                  <a:moveTo>
                    <a:pt x="301" y="1"/>
                  </a:moveTo>
                  <a:cubicBezTo>
                    <a:pt x="202" y="1"/>
                    <a:pt x="101" y="9"/>
                    <a:pt x="0" y="27"/>
                  </a:cubicBezTo>
                  <a:lnTo>
                    <a:pt x="56" y="352"/>
                  </a:lnTo>
                  <a:cubicBezTo>
                    <a:pt x="139" y="343"/>
                    <a:pt x="223" y="333"/>
                    <a:pt x="306" y="333"/>
                  </a:cubicBezTo>
                  <a:cubicBezTo>
                    <a:pt x="1095" y="333"/>
                    <a:pt x="1744" y="973"/>
                    <a:pt x="1744" y="1762"/>
                  </a:cubicBezTo>
                  <a:cubicBezTo>
                    <a:pt x="1744" y="2485"/>
                    <a:pt x="1215" y="3070"/>
                    <a:pt x="529" y="3181"/>
                  </a:cubicBezTo>
                  <a:lnTo>
                    <a:pt x="585" y="3506"/>
                  </a:lnTo>
                  <a:cubicBezTo>
                    <a:pt x="1308" y="3385"/>
                    <a:pt x="1856" y="2838"/>
                    <a:pt x="2013" y="2170"/>
                  </a:cubicBezTo>
                  <a:cubicBezTo>
                    <a:pt x="2032" y="2059"/>
                    <a:pt x="2050" y="1947"/>
                    <a:pt x="2060" y="1827"/>
                  </a:cubicBezTo>
                  <a:cubicBezTo>
                    <a:pt x="2060" y="1715"/>
                    <a:pt x="2050" y="1595"/>
                    <a:pt x="2032" y="1474"/>
                  </a:cubicBezTo>
                  <a:cubicBezTo>
                    <a:pt x="1891" y="612"/>
                    <a:pt x="1141" y="1"/>
                    <a:pt x="3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83"/>
            <p:cNvSpPr/>
            <p:nvPr/>
          </p:nvSpPr>
          <p:spPr>
            <a:xfrm>
              <a:off x="1033825" y="2993500"/>
              <a:ext cx="104150" cy="104150"/>
            </a:xfrm>
            <a:custGeom>
              <a:rect b="b" l="l" r="r" t="t"/>
              <a:pathLst>
                <a:path extrusionOk="0" h="4166" w="4166">
                  <a:moveTo>
                    <a:pt x="2088" y="1"/>
                  </a:moveTo>
                  <a:cubicBezTo>
                    <a:pt x="928" y="1"/>
                    <a:pt x="0" y="928"/>
                    <a:pt x="0" y="2079"/>
                  </a:cubicBezTo>
                  <a:cubicBezTo>
                    <a:pt x="0" y="3229"/>
                    <a:pt x="928" y="4166"/>
                    <a:pt x="2088" y="4166"/>
                  </a:cubicBezTo>
                  <a:cubicBezTo>
                    <a:pt x="3238" y="4166"/>
                    <a:pt x="4166" y="3229"/>
                    <a:pt x="4166" y="2079"/>
                  </a:cubicBezTo>
                  <a:cubicBezTo>
                    <a:pt x="4166" y="928"/>
                    <a:pt x="3238" y="1"/>
                    <a:pt x="20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83"/>
            <p:cNvSpPr/>
            <p:nvPr/>
          </p:nvSpPr>
          <p:spPr>
            <a:xfrm>
              <a:off x="1032425" y="2991875"/>
              <a:ext cx="106950" cy="107175"/>
            </a:xfrm>
            <a:custGeom>
              <a:rect b="b" l="l" r="r" t="t"/>
              <a:pathLst>
                <a:path extrusionOk="0" h="4287" w="4278">
                  <a:moveTo>
                    <a:pt x="2144" y="121"/>
                  </a:moveTo>
                  <a:cubicBezTo>
                    <a:pt x="3257" y="121"/>
                    <a:pt x="4166" y="1031"/>
                    <a:pt x="4166" y="2144"/>
                  </a:cubicBezTo>
                  <a:cubicBezTo>
                    <a:pt x="4166" y="3266"/>
                    <a:pt x="3257" y="4175"/>
                    <a:pt x="2144" y="4175"/>
                  </a:cubicBezTo>
                  <a:cubicBezTo>
                    <a:pt x="1021" y="4175"/>
                    <a:pt x="112" y="3266"/>
                    <a:pt x="112" y="2144"/>
                  </a:cubicBezTo>
                  <a:cubicBezTo>
                    <a:pt x="112" y="1031"/>
                    <a:pt x="1021" y="121"/>
                    <a:pt x="2144" y="121"/>
                  </a:cubicBezTo>
                  <a:close/>
                  <a:moveTo>
                    <a:pt x="2144" y="1"/>
                  </a:moveTo>
                  <a:cubicBezTo>
                    <a:pt x="956" y="1"/>
                    <a:pt x="1" y="966"/>
                    <a:pt x="1" y="2144"/>
                  </a:cubicBezTo>
                  <a:cubicBezTo>
                    <a:pt x="1" y="3331"/>
                    <a:pt x="956" y="4287"/>
                    <a:pt x="2144" y="4287"/>
                  </a:cubicBezTo>
                  <a:cubicBezTo>
                    <a:pt x="3322" y="4287"/>
                    <a:pt x="4277" y="3331"/>
                    <a:pt x="4277" y="2144"/>
                  </a:cubicBezTo>
                  <a:cubicBezTo>
                    <a:pt x="4277" y="966"/>
                    <a:pt x="3322"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83"/>
            <p:cNvSpPr/>
            <p:nvPr/>
          </p:nvSpPr>
          <p:spPr>
            <a:xfrm>
              <a:off x="1038450" y="2988400"/>
              <a:ext cx="104175" cy="104150"/>
            </a:xfrm>
            <a:custGeom>
              <a:rect b="b" l="l" r="r" t="t"/>
              <a:pathLst>
                <a:path extrusionOk="0" h="4166" w="4167">
                  <a:moveTo>
                    <a:pt x="2088" y="1"/>
                  </a:moveTo>
                  <a:cubicBezTo>
                    <a:pt x="938" y="1"/>
                    <a:pt x="1" y="928"/>
                    <a:pt x="1" y="2079"/>
                  </a:cubicBezTo>
                  <a:cubicBezTo>
                    <a:pt x="1" y="3229"/>
                    <a:pt x="938" y="4166"/>
                    <a:pt x="2088" y="4166"/>
                  </a:cubicBezTo>
                  <a:cubicBezTo>
                    <a:pt x="3238" y="4166"/>
                    <a:pt x="4166" y="3229"/>
                    <a:pt x="4166" y="2079"/>
                  </a:cubicBezTo>
                  <a:cubicBezTo>
                    <a:pt x="4166" y="928"/>
                    <a:pt x="3238" y="1"/>
                    <a:pt x="20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83"/>
            <p:cNvSpPr/>
            <p:nvPr/>
          </p:nvSpPr>
          <p:spPr>
            <a:xfrm>
              <a:off x="1037075" y="2986775"/>
              <a:ext cx="107175" cy="107175"/>
            </a:xfrm>
            <a:custGeom>
              <a:rect b="b" l="l" r="r" t="t"/>
              <a:pathLst>
                <a:path extrusionOk="0" h="4287" w="4287">
                  <a:moveTo>
                    <a:pt x="2143" y="121"/>
                  </a:moveTo>
                  <a:cubicBezTo>
                    <a:pt x="3256" y="121"/>
                    <a:pt x="4165" y="1030"/>
                    <a:pt x="4165" y="2144"/>
                  </a:cubicBezTo>
                  <a:cubicBezTo>
                    <a:pt x="4165" y="3266"/>
                    <a:pt x="3256" y="4175"/>
                    <a:pt x="2143" y="4175"/>
                  </a:cubicBezTo>
                  <a:cubicBezTo>
                    <a:pt x="1021" y="4175"/>
                    <a:pt x="112" y="3266"/>
                    <a:pt x="112" y="2144"/>
                  </a:cubicBezTo>
                  <a:cubicBezTo>
                    <a:pt x="112" y="1030"/>
                    <a:pt x="1021" y="121"/>
                    <a:pt x="2143" y="121"/>
                  </a:cubicBezTo>
                  <a:close/>
                  <a:moveTo>
                    <a:pt x="2143" y="1"/>
                  </a:moveTo>
                  <a:cubicBezTo>
                    <a:pt x="965" y="1"/>
                    <a:pt x="0" y="966"/>
                    <a:pt x="0" y="2144"/>
                  </a:cubicBezTo>
                  <a:cubicBezTo>
                    <a:pt x="0" y="3331"/>
                    <a:pt x="965" y="4287"/>
                    <a:pt x="2143" y="4287"/>
                  </a:cubicBezTo>
                  <a:cubicBezTo>
                    <a:pt x="3321" y="4287"/>
                    <a:pt x="4286" y="3331"/>
                    <a:pt x="4286" y="2144"/>
                  </a:cubicBezTo>
                  <a:cubicBezTo>
                    <a:pt x="4286" y="966"/>
                    <a:pt x="3321" y="1"/>
                    <a:pt x="2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83"/>
            <p:cNvSpPr/>
            <p:nvPr/>
          </p:nvSpPr>
          <p:spPr>
            <a:xfrm>
              <a:off x="1065350" y="3040125"/>
              <a:ext cx="49200" cy="24700"/>
            </a:xfrm>
            <a:custGeom>
              <a:rect b="b" l="l" r="r" t="t"/>
              <a:pathLst>
                <a:path extrusionOk="0" h="988" w="1968">
                  <a:moveTo>
                    <a:pt x="984" y="0"/>
                  </a:moveTo>
                  <a:cubicBezTo>
                    <a:pt x="446" y="0"/>
                    <a:pt x="1" y="446"/>
                    <a:pt x="1" y="984"/>
                  </a:cubicBezTo>
                  <a:cubicBezTo>
                    <a:pt x="1" y="984"/>
                    <a:pt x="875" y="988"/>
                    <a:pt x="1458" y="988"/>
                  </a:cubicBezTo>
                  <a:cubicBezTo>
                    <a:pt x="1749" y="988"/>
                    <a:pt x="1968" y="987"/>
                    <a:pt x="1968" y="984"/>
                  </a:cubicBezTo>
                  <a:cubicBezTo>
                    <a:pt x="1968" y="446"/>
                    <a:pt x="1532"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83"/>
            <p:cNvSpPr/>
            <p:nvPr/>
          </p:nvSpPr>
          <p:spPr>
            <a:xfrm>
              <a:off x="1063975" y="3038725"/>
              <a:ext cx="51975" cy="27625"/>
            </a:xfrm>
            <a:custGeom>
              <a:rect b="b" l="l" r="r" t="t"/>
              <a:pathLst>
                <a:path extrusionOk="0" h="1105" w="2079">
                  <a:moveTo>
                    <a:pt x="1039" y="112"/>
                  </a:moveTo>
                  <a:cubicBezTo>
                    <a:pt x="1531" y="112"/>
                    <a:pt x="1939" y="502"/>
                    <a:pt x="1967" y="984"/>
                  </a:cubicBezTo>
                  <a:lnTo>
                    <a:pt x="121" y="984"/>
                  </a:lnTo>
                  <a:cubicBezTo>
                    <a:pt x="149" y="502"/>
                    <a:pt x="548" y="121"/>
                    <a:pt x="1039" y="112"/>
                  </a:cubicBezTo>
                  <a:close/>
                  <a:moveTo>
                    <a:pt x="1039" y="1"/>
                  </a:moveTo>
                  <a:cubicBezTo>
                    <a:pt x="464" y="1"/>
                    <a:pt x="0" y="465"/>
                    <a:pt x="0" y="1040"/>
                  </a:cubicBezTo>
                  <a:cubicBezTo>
                    <a:pt x="0" y="1095"/>
                    <a:pt x="0" y="1095"/>
                    <a:pt x="408" y="1105"/>
                  </a:cubicBezTo>
                  <a:lnTo>
                    <a:pt x="1151" y="1105"/>
                  </a:lnTo>
                  <a:cubicBezTo>
                    <a:pt x="2078" y="1105"/>
                    <a:pt x="2078" y="1105"/>
                    <a:pt x="2078" y="1040"/>
                  </a:cubicBezTo>
                  <a:cubicBezTo>
                    <a:pt x="2078" y="465"/>
                    <a:pt x="1614"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83"/>
            <p:cNvSpPr/>
            <p:nvPr/>
          </p:nvSpPr>
          <p:spPr>
            <a:xfrm>
              <a:off x="1076250" y="3008825"/>
              <a:ext cx="27875" cy="28075"/>
            </a:xfrm>
            <a:custGeom>
              <a:rect b="b" l="l" r="r" t="t"/>
              <a:pathLst>
                <a:path extrusionOk="0" h="1123" w="1115">
                  <a:moveTo>
                    <a:pt x="558" y="0"/>
                  </a:moveTo>
                  <a:cubicBezTo>
                    <a:pt x="251" y="0"/>
                    <a:pt x="1" y="250"/>
                    <a:pt x="1" y="566"/>
                  </a:cubicBezTo>
                  <a:cubicBezTo>
                    <a:pt x="1" y="872"/>
                    <a:pt x="251" y="1122"/>
                    <a:pt x="558" y="1122"/>
                  </a:cubicBezTo>
                  <a:cubicBezTo>
                    <a:pt x="864" y="1122"/>
                    <a:pt x="1114" y="872"/>
                    <a:pt x="1114" y="566"/>
                  </a:cubicBezTo>
                  <a:cubicBezTo>
                    <a:pt x="1114" y="250"/>
                    <a:pt x="864" y="0"/>
                    <a:pt x="5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83"/>
            <p:cNvSpPr/>
            <p:nvPr/>
          </p:nvSpPr>
          <p:spPr>
            <a:xfrm>
              <a:off x="1074875" y="3007425"/>
              <a:ext cx="30625" cy="30875"/>
            </a:xfrm>
            <a:custGeom>
              <a:rect b="b" l="l" r="r" t="t"/>
              <a:pathLst>
                <a:path extrusionOk="0" h="1235" w="1225">
                  <a:moveTo>
                    <a:pt x="613" y="121"/>
                  </a:moveTo>
                  <a:cubicBezTo>
                    <a:pt x="891" y="121"/>
                    <a:pt x="1114" y="344"/>
                    <a:pt x="1114" y="622"/>
                  </a:cubicBezTo>
                  <a:cubicBezTo>
                    <a:pt x="1114" y="891"/>
                    <a:pt x="891" y="1114"/>
                    <a:pt x="613" y="1114"/>
                  </a:cubicBezTo>
                  <a:cubicBezTo>
                    <a:pt x="334" y="1114"/>
                    <a:pt x="112" y="891"/>
                    <a:pt x="112" y="622"/>
                  </a:cubicBezTo>
                  <a:cubicBezTo>
                    <a:pt x="112" y="344"/>
                    <a:pt x="334" y="121"/>
                    <a:pt x="613" y="121"/>
                  </a:cubicBezTo>
                  <a:close/>
                  <a:moveTo>
                    <a:pt x="613" y="0"/>
                  </a:moveTo>
                  <a:cubicBezTo>
                    <a:pt x="269" y="0"/>
                    <a:pt x="0" y="279"/>
                    <a:pt x="0" y="622"/>
                  </a:cubicBezTo>
                  <a:cubicBezTo>
                    <a:pt x="0" y="956"/>
                    <a:pt x="269" y="1234"/>
                    <a:pt x="613" y="1234"/>
                  </a:cubicBezTo>
                  <a:cubicBezTo>
                    <a:pt x="956" y="1234"/>
                    <a:pt x="1225" y="956"/>
                    <a:pt x="1225" y="622"/>
                  </a:cubicBezTo>
                  <a:cubicBezTo>
                    <a:pt x="1225" y="279"/>
                    <a:pt x="956" y="0"/>
                    <a:pt x="6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83"/>
            <p:cNvSpPr/>
            <p:nvPr/>
          </p:nvSpPr>
          <p:spPr>
            <a:xfrm>
              <a:off x="1418350" y="2437150"/>
              <a:ext cx="234950" cy="153550"/>
            </a:xfrm>
            <a:custGeom>
              <a:rect b="b" l="l" r="r" t="t"/>
              <a:pathLst>
                <a:path extrusionOk="0" h="6142" w="9398">
                  <a:moveTo>
                    <a:pt x="0" y="0"/>
                  </a:moveTo>
                  <a:lnTo>
                    <a:pt x="0" y="6141"/>
                  </a:lnTo>
                  <a:lnTo>
                    <a:pt x="9397" y="6141"/>
                  </a:lnTo>
                  <a:lnTo>
                    <a:pt x="93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83"/>
            <p:cNvSpPr/>
            <p:nvPr/>
          </p:nvSpPr>
          <p:spPr>
            <a:xfrm>
              <a:off x="1416950" y="2435750"/>
              <a:ext cx="237975" cy="156575"/>
            </a:xfrm>
            <a:custGeom>
              <a:rect b="b" l="l" r="r" t="t"/>
              <a:pathLst>
                <a:path extrusionOk="0" h="6263" w="9519">
                  <a:moveTo>
                    <a:pt x="9398" y="112"/>
                  </a:moveTo>
                  <a:lnTo>
                    <a:pt x="9398" y="6142"/>
                  </a:lnTo>
                  <a:lnTo>
                    <a:pt x="112" y="6142"/>
                  </a:lnTo>
                  <a:lnTo>
                    <a:pt x="112" y="112"/>
                  </a:lnTo>
                  <a:close/>
                  <a:moveTo>
                    <a:pt x="56" y="0"/>
                  </a:moveTo>
                  <a:cubicBezTo>
                    <a:pt x="28" y="0"/>
                    <a:pt x="0" y="19"/>
                    <a:pt x="0" y="56"/>
                  </a:cubicBezTo>
                  <a:lnTo>
                    <a:pt x="0" y="6197"/>
                  </a:lnTo>
                  <a:cubicBezTo>
                    <a:pt x="0" y="6234"/>
                    <a:pt x="28" y="6262"/>
                    <a:pt x="56" y="6262"/>
                  </a:cubicBezTo>
                  <a:lnTo>
                    <a:pt x="9463" y="6262"/>
                  </a:lnTo>
                  <a:cubicBezTo>
                    <a:pt x="9490" y="6262"/>
                    <a:pt x="9518" y="6234"/>
                    <a:pt x="9518" y="6197"/>
                  </a:cubicBezTo>
                  <a:lnTo>
                    <a:pt x="9518" y="56"/>
                  </a:lnTo>
                  <a:cubicBezTo>
                    <a:pt x="9518" y="19"/>
                    <a:pt x="9490"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83"/>
            <p:cNvSpPr/>
            <p:nvPr/>
          </p:nvSpPr>
          <p:spPr>
            <a:xfrm>
              <a:off x="1410675" y="2356900"/>
              <a:ext cx="295975" cy="86050"/>
            </a:xfrm>
            <a:custGeom>
              <a:rect b="b" l="l" r="r" t="t"/>
              <a:pathLst>
                <a:path extrusionOk="0" h="3442" w="11839">
                  <a:moveTo>
                    <a:pt x="567" y="0"/>
                  </a:moveTo>
                  <a:cubicBezTo>
                    <a:pt x="251" y="0"/>
                    <a:pt x="1" y="260"/>
                    <a:pt x="1" y="576"/>
                  </a:cubicBezTo>
                  <a:lnTo>
                    <a:pt x="1" y="2867"/>
                  </a:lnTo>
                  <a:cubicBezTo>
                    <a:pt x="1" y="3182"/>
                    <a:pt x="251" y="3442"/>
                    <a:pt x="567" y="3442"/>
                  </a:cubicBezTo>
                  <a:lnTo>
                    <a:pt x="11263" y="3442"/>
                  </a:lnTo>
                  <a:cubicBezTo>
                    <a:pt x="11578" y="3442"/>
                    <a:pt x="11838" y="3182"/>
                    <a:pt x="11838" y="2867"/>
                  </a:cubicBezTo>
                  <a:lnTo>
                    <a:pt x="11838" y="576"/>
                  </a:lnTo>
                  <a:cubicBezTo>
                    <a:pt x="11838" y="260"/>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83"/>
            <p:cNvSpPr/>
            <p:nvPr/>
          </p:nvSpPr>
          <p:spPr>
            <a:xfrm>
              <a:off x="1409075" y="2355500"/>
              <a:ext cx="298950" cy="88850"/>
            </a:xfrm>
            <a:custGeom>
              <a:rect b="b" l="l" r="r" t="t"/>
              <a:pathLst>
                <a:path extrusionOk="0" h="3554" w="11958">
                  <a:moveTo>
                    <a:pt x="11327" y="112"/>
                  </a:moveTo>
                  <a:cubicBezTo>
                    <a:pt x="11614" y="112"/>
                    <a:pt x="11837" y="344"/>
                    <a:pt x="11837" y="632"/>
                  </a:cubicBezTo>
                  <a:lnTo>
                    <a:pt x="11837" y="2923"/>
                  </a:lnTo>
                  <a:cubicBezTo>
                    <a:pt x="11837" y="3210"/>
                    <a:pt x="11614" y="3442"/>
                    <a:pt x="11327" y="3442"/>
                  </a:cubicBezTo>
                  <a:lnTo>
                    <a:pt x="631" y="3442"/>
                  </a:lnTo>
                  <a:cubicBezTo>
                    <a:pt x="353" y="3442"/>
                    <a:pt x="121" y="3210"/>
                    <a:pt x="121" y="2923"/>
                  </a:cubicBezTo>
                  <a:lnTo>
                    <a:pt x="121" y="632"/>
                  </a:lnTo>
                  <a:cubicBezTo>
                    <a:pt x="121" y="344"/>
                    <a:pt x="353" y="112"/>
                    <a:pt x="631" y="112"/>
                  </a:cubicBezTo>
                  <a:close/>
                  <a:moveTo>
                    <a:pt x="631" y="1"/>
                  </a:moveTo>
                  <a:cubicBezTo>
                    <a:pt x="288" y="1"/>
                    <a:pt x="0" y="279"/>
                    <a:pt x="0" y="632"/>
                  </a:cubicBezTo>
                  <a:lnTo>
                    <a:pt x="0" y="2923"/>
                  </a:lnTo>
                  <a:cubicBezTo>
                    <a:pt x="0" y="3275"/>
                    <a:pt x="288" y="3554"/>
                    <a:pt x="631" y="3554"/>
                  </a:cubicBezTo>
                  <a:lnTo>
                    <a:pt x="11327" y="3554"/>
                  </a:lnTo>
                  <a:cubicBezTo>
                    <a:pt x="11670" y="3554"/>
                    <a:pt x="11958" y="3275"/>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83"/>
            <p:cNvSpPr/>
            <p:nvPr/>
          </p:nvSpPr>
          <p:spPr>
            <a:xfrm>
              <a:off x="1410675" y="2450825"/>
              <a:ext cx="295975" cy="86075"/>
            </a:xfrm>
            <a:custGeom>
              <a:rect b="b" l="l" r="r" t="t"/>
              <a:pathLst>
                <a:path extrusionOk="0" h="3443" w="11839">
                  <a:moveTo>
                    <a:pt x="567" y="0"/>
                  </a:moveTo>
                  <a:cubicBezTo>
                    <a:pt x="251" y="0"/>
                    <a:pt x="1" y="251"/>
                    <a:pt x="1" y="576"/>
                  </a:cubicBezTo>
                  <a:lnTo>
                    <a:pt x="1" y="2867"/>
                  </a:lnTo>
                  <a:cubicBezTo>
                    <a:pt x="1" y="3182"/>
                    <a:pt x="251" y="3442"/>
                    <a:pt x="567" y="3442"/>
                  </a:cubicBezTo>
                  <a:lnTo>
                    <a:pt x="11263" y="3442"/>
                  </a:lnTo>
                  <a:cubicBezTo>
                    <a:pt x="11578" y="3442"/>
                    <a:pt x="11838" y="3182"/>
                    <a:pt x="11838" y="2867"/>
                  </a:cubicBezTo>
                  <a:lnTo>
                    <a:pt x="11838" y="576"/>
                  </a:lnTo>
                  <a:cubicBezTo>
                    <a:pt x="11838" y="251"/>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83"/>
            <p:cNvSpPr/>
            <p:nvPr/>
          </p:nvSpPr>
          <p:spPr>
            <a:xfrm>
              <a:off x="1409075" y="2449425"/>
              <a:ext cx="298950" cy="88850"/>
            </a:xfrm>
            <a:custGeom>
              <a:rect b="b" l="l" r="r" t="t"/>
              <a:pathLst>
                <a:path extrusionOk="0" h="3554" w="11958">
                  <a:moveTo>
                    <a:pt x="11327" y="112"/>
                  </a:moveTo>
                  <a:cubicBezTo>
                    <a:pt x="11614" y="112"/>
                    <a:pt x="11837" y="344"/>
                    <a:pt x="11837" y="632"/>
                  </a:cubicBezTo>
                  <a:lnTo>
                    <a:pt x="11837" y="2923"/>
                  </a:lnTo>
                  <a:cubicBezTo>
                    <a:pt x="11837" y="3201"/>
                    <a:pt x="11614" y="3433"/>
                    <a:pt x="11327" y="3433"/>
                  </a:cubicBezTo>
                  <a:lnTo>
                    <a:pt x="631" y="3433"/>
                  </a:lnTo>
                  <a:cubicBezTo>
                    <a:pt x="353" y="3433"/>
                    <a:pt x="121" y="3210"/>
                    <a:pt x="121" y="2923"/>
                  </a:cubicBezTo>
                  <a:lnTo>
                    <a:pt x="121" y="632"/>
                  </a:lnTo>
                  <a:cubicBezTo>
                    <a:pt x="121" y="344"/>
                    <a:pt x="353" y="112"/>
                    <a:pt x="631" y="112"/>
                  </a:cubicBezTo>
                  <a:close/>
                  <a:moveTo>
                    <a:pt x="631" y="1"/>
                  </a:moveTo>
                  <a:cubicBezTo>
                    <a:pt x="288" y="1"/>
                    <a:pt x="0" y="279"/>
                    <a:pt x="0" y="632"/>
                  </a:cubicBezTo>
                  <a:lnTo>
                    <a:pt x="0" y="2923"/>
                  </a:lnTo>
                  <a:cubicBezTo>
                    <a:pt x="0" y="3266"/>
                    <a:pt x="288" y="3554"/>
                    <a:pt x="631" y="3554"/>
                  </a:cubicBezTo>
                  <a:lnTo>
                    <a:pt x="11327" y="3554"/>
                  </a:lnTo>
                  <a:cubicBezTo>
                    <a:pt x="11670" y="3554"/>
                    <a:pt x="11958" y="3266"/>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83"/>
            <p:cNvSpPr/>
            <p:nvPr/>
          </p:nvSpPr>
          <p:spPr>
            <a:xfrm>
              <a:off x="1410675" y="2546825"/>
              <a:ext cx="295975" cy="85850"/>
            </a:xfrm>
            <a:custGeom>
              <a:rect b="b" l="l" r="r" t="t"/>
              <a:pathLst>
                <a:path extrusionOk="0" h="3434" w="11839">
                  <a:moveTo>
                    <a:pt x="567" y="1"/>
                  </a:moveTo>
                  <a:cubicBezTo>
                    <a:pt x="251" y="1"/>
                    <a:pt x="1" y="251"/>
                    <a:pt x="1" y="567"/>
                  </a:cubicBezTo>
                  <a:lnTo>
                    <a:pt x="1" y="2867"/>
                  </a:lnTo>
                  <a:cubicBezTo>
                    <a:pt x="1" y="3183"/>
                    <a:pt x="251" y="3433"/>
                    <a:pt x="567" y="3433"/>
                  </a:cubicBezTo>
                  <a:lnTo>
                    <a:pt x="11263" y="3433"/>
                  </a:lnTo>
                  <a:cubicBezTo>
                    <a:pt x="11578" y="3433"/>
                    <a:pt x="11838" y="3183"/>
                    <a:pt x="11838" y="2867"/>
                  </a:cubicBezTo>
                  <a:lnTo>
                    <a:pt x="11838" y="567"/>
                  </a:lnTo>
                  <a:cubicBezTo>
                    <a:pt x="11838" y="251"/>
                    <a:pt x="11578" y="1"/>
                    <a:pt x="11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83"/>
            <p:cNvSpPr/>
            <p:nvPr/>
          </p:nvSpPr>
          <p:spPr>
            <a:xfrm>
              <a:off x="1409075" y="2545225"/>
              <a:ext cx="298950" cy="89075"/>
            </a:xfrm>
            <a:custGeom>
              <a:rect b="b" l="l" r="r" t="t"/>
              <a:pathLst>
                <a:path extrusionOk="0" h="3563" w="11958">
                  <a:moveTo>
                    <a:pt x="11327" y="121"/>
                  </a:moveTo>
                  <a:cubicBezTo>
                    <a:pt x="11614" y="121"/>
                    <a:pt x="11837" y="353"/>
                    <a:pt x="11837" y="640"/>
                  </a:cubicBezTo>
                  <a:lnTo>
                    <a:pt x="11837" y="2931"/>
                  </a:lnTo>
                  <a:cubicBezTo>
                    <a:pt x="11837" y="3210"/>
                    <a:pt x="11614" y="3442"/>
                    <a:pt x="11327" y="3442"/>
                  </a:cubicBezTo>
                  <a:lnTo>
                    <a:pt x="631" y="3442"/>
                  </a:lnTo>
                  <a:cubicBezTo>
                    <a:pt x="353" y="3442"/>
                    <a:pt x="121" y="3210"/>
                    <a:pt x="121" y="2931"/>
                  </a:cubicBezTo>
                  <a:lnTo>
                    <a:pt x="121" y="640"/>
                  </a:lnTo>
                  <a:cubicBezTo>
                    <a:pt x="121" y="353"/>
                    <a:pt x="353" y="121"/>
                    <a:pt x="631" y="121"/>
                  </a:cubicBezTo>
                  <a:close/>
                  <a:moveTo>
                    <a:pt x="631" y="0"/>
                  </a:moveTo>
                  <a:cubicBezTo>
                    <a:pt x="288" y="0"/>
                    <a:pt x="0" y="288"/>
                    <a:pt x="0" y="631"/>
                  </a:cubicBezTo>
                  <a:lnTo>
                    <a:pt x="0" y="2931"/>
                  </a:lnTo>
                  <a:cubicBezTo>
                    <a:pt x="0" y="3275"/>
                    <a:pt x="288" y="3562"/>
                    <a:pt x="631" y="3562"/>
                  </a:cubicBezTo>
                  <a:lnTo>
                    <a:pt x="11327" y="3562"/>
                  </a:lnTo>
                  <a:cubicBezTo>
                    <a:pt x="11670" y="3562"/>
                    <a:pt x="11958" y="3275"/>
                    <a:pt x="11958" y="2931"/>
                  </a:cubicBezTo>
                  <a:lnTo>
                    <a:pt x="11958" y="631"/>
                  </a:lnTo>
                  <a:cubicBezTo>
                    <a:pt x="11958" y="288"/>
                    <a:pt x="11670" y="0"/>
                    <a:pt x="1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83"/>
            <p:cNvSpPr/>
            <p:nvPr/>
          </p:nvSpPr>
          <p:spPr>
            <a:xfrm>
              <a:off x="1458000" y="2356900"/>
              <a:ext cx="262100" cy="86050"/>
            </a:xfrm>
            <a:custGeom>
              <a:rect b="b" l="l" r="r" t="t"/>
              <a:pathLst>
                <a:path extrusionOk="0" h="3442" w="10484">
                  <a:moveTo>
                    <a:pt x="538" y="0"/>
                  </a:moveTo>
                  <a:cubicBezTo>
                    <a:pt x="242" y="0"/>
                    <a:pt x="0" y="242"/>
                    <a:pt x="0" y="538"/>
                  </a:cubicBezTo>
                  <a:lnTo>
                    <a:pt x="0" y="2904"/>
                  </a:lnTo>
                  <a:cubicBezTo>
                    <a:pt x="0" y="3201"/>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83"/>
            <p:cNvSpPr/>
            <p:nvPr/>
          </p:nvSpPr>
          <p:spPr>
            <a:xfrm>
              <a:off x="1456600" y="2355500"/>
              <a:ext cx="264875" cy="88850"/>
            </a:xfrm>
            <a:custGeom>
              <a:rect b="b" l="l" r="r" t="t"/>
              <a:pathLst>
                <a:path extrusionOk="0" h="3554" w="10595">
                  <a:moveTo>
                    <a:pt x="10001" y="112"/>
                  </a:moveTo>
                  <a:cubicBezTo>
                    <a:pt x="10261" y="112"/>
                    <a:pt x="10474" y="335"/>
                    <a:pt x="10474" y="594"/>
                  </a:cubicBezTo>
                  <a:lnTo>
                    <a:pt x="10474" y="2960"/>
                  </a:lnTo>
                  <a:cubicBezTo>
                    <a:pt x="10474" y="3220"/>
                    <a:pt x="10261" y="3433"/>
                    <a:pt x="10001" y="3433"/>
                  </a:cubicBezTo>
                  <a:lnTo>
                    <a:pt x="594" y="3433"/>
                  </a:lnTo>
                  <a:cubicBezTo>
                    <a:pt x="335" y="3433"/>
                    <a:pt x="112" y="3220"/>
                    <a:pt x="112" y="2960"/>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83"/>
            <p:cNvSpPr/>
            <p:nvPr/>
          </p:nvSpPr>
          <p:spPr>
            <a:xfrm>
              <a:off x="1485375" y="2386825"/>
              <a:ext cx="26450" cy="26225"/>
            </a:xfrm>
            <a:custGeom>
              <a:rect b="b" l="l" r="r" t="t"/>
              <a:pathLst>
                <a:path extrusionOk="0" h="1049" w="1058">
                  <a:moveTo>
                    <a:pt x="529" y="0"/>
                  </a:moveTo>
                  <a:cubicBezTo>
                    <a:pt x="241" y="0"/>
                    <a:pt x="0" y="232"/>
                    <a:pt x="0" y="529"/>
                  </a:cubicBezTo>
                  <a:cubicBezTo>
                    <a:pt x="0" y="816"/>
                    <a:pt x="241" y="1048"/>
                    <a:pt x="529" y="1048"/>
                  </a:cubicBezTo>
                  <a:cubicBezTo>
                    <a:pt x="826" y="1048"/>
                    <a:pt x="1058" y="816"/>
                    <a:pt x="1058" y="529"/>
                  </a:cubicBezTo>
                  <a:cubicBezTo>
                    <a:pt x="1058" y="23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83"/>
            <p:cNvSpPr/>
            <p:nvPr/>
          </p:nvSpPr>
          <p:spPr>
            <a:xfrm>
              <a:off x="1483975" y="2385200"/>
              <a:ext cx="29250" cy="29475"/>
            </a:xfrm>
            <a:custGeom>
              <a:rect b="b" l="l" r="r" t="t"/>
              <a:pathLst>
                <a:path extrusionOk="0" h="1179" w="1170">
                  <a:moveTo>
                    <a:pt x="585" y="121"/>
                  </a:moveTo>
                  <a:cubicBezTo>
                    <a:pt x="845" y="121"/>
                    <a:pt x="1058" y="334"/>
                    <a:pt x="1058" y="585"/>
                  </a:cubicBezTo>
                  <a:cubicBezTo>
                    <a:pt x="1058" y="844"/>
                    <a:pt x="845" y="1058"/>
                    <a:pt x="585" y="1058"/>
                  </a:cubicBezTo>
                  <a:cubicBezTo>
                    <a:pt x="325" y="1058"/>
                    <a:pt x="121" y="844"/>
                    <a:pt x="121" y="585"/>
                  </a:cubicBezTo>
                  <a:cubicBezTo>
                    <a:pt x="121" y="334"/>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83"/>
            <p:cNvSpPr/>
            <p:nvPr/>
          </p:nvSpPr>
          <p:spPr>
            <a:xfrm>
              <a:off x="1539400" y="2382875"/>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83"/>
            <p:cNvSpPr/>
            <p:nvPr/>
          </p:nvSpPr>
          <p:spPr>
            <a:xfrm>
              <a:off x="1537775" y="2381250"/>
              <a:ext cx="158425" cy="37125"/>
            </a:xfrm>
            <a:custGeom>
              <a:rect b="b" l="l" r="r" t="t"/>
              <a:pathLst>
                <a:path extrusionOk="0" h="1485" w="6337">
                  <a:moveTo>
                    <a:pt x="6207" y="121"/>
                  </a:moveTo>
                  <a:cubicBezTo>
                    <a:pt x="6207" y="121"/>
                    <a:pt x="6216" y="130"/>
                    <a:pt x="6216" y="130"/>
                  </a:cubicBezTo>
                  <a:lnTo>
                    <a:pt x="6216" y="1364"/>
                  </a:lnTo>
                  <a:cubicBezTo>
                    <a:pt x="6216" y="1364"/>
                    <a:pt x="6207" y="1373"/>
                    <a:pt x="6207" y="1373"/>
                  </a:cubicBezTo>
                  <a:lnTo>
                    <a:pt x="130" y="1373"/>
                  </a:lnTo>
                  <a:cubicBezTo>
                    <a:pt x="121" y="1373"/>
                    <a:pt x="121" y="1364"/>
                    <a:pt x="121" y="1364"/>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83"/>
            <p:cNvSpPr/>
            <p:nvPr/>
          </p:nvSpPr>
          <p:spPr>
            <a:xfrm>
              <a:off x="1552850" y="2392600"/>
              <a:ext cx="54300" cy="3050"/>
            </a:xfrm>
            <a:custGeom>
              <a:rect b="b" l="l" r="r" t="t"/>
              <a:pathLst>
                <a:path extrusionOk="0" h="122" w="2172">
                  <a:moveTo>
                    <a:pt x="56" y="1"/>
                  </a:moveTo>
                  <a:cubicBezTo>
                    <a:pt x="28" y="1"/>
                    <a:pt x="1" y="29"/>
                    <a:pt x="1" y="66"/>
                  </a:cubicBezTo>
                  <a:cubicBezTo>
                    <a:pt x="1" y="94"/>
                    <a:pt x="28" y="122"/>
                    <a:pt x="56" y="122"/>
                  </a:cubicBezTo>
                  <a:lnTo>
                    <a:pt x="2106" y="122"/>
                  </a:lnTo>
                  <a:cubicBezTo>
                    <a:pt x="2143" y="122"/>
                    <a:pt x="2171" y="94"/>
                    <a:pt x="2171" y="66"/>
                  </a:cubicBezTo>
                  <a:cubicBezTo>
                    <a:pt x="2171" y="29"/>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83"/>
            <p:cNvSpPr/>
            <p:nvPr/>
          </p:nvSpPr>
          <p:spPr>
            <a:xfrm>
              <a:off x="1614300" y="2392600"/>
              <a:ext cx="33675" cy="3050"/>
            </a:xfrm>
            <a:custGeom>
              <a:rect b="b" l="l" r="r" t="t"/>
              <a:pathLst>
                <a:path extrusionOk="0" h="122" w="1347">
                  <a:moveTo>
                    <a:pt x="57" y="1"/>
                  </a:moveTo>
                  <a:cubicBezTo>
                    <a:pt x="29" y="1"/>
                    <a:pt x="1" y="29"/>
                    <a:pt x="1" y="66"/>
                  </a:cubicBezTo>
                  <a:cubicBezTo>
                    <a:pt x="1" y="94"/>
                    <a:pt x="29" y="122"/>
                    <a:pt x="57" y="122"/>
                  </a:cubicBezTo>
                  <a:lnTo>
                    <a:pt x="1290" y="122"/>
                  </a:lnTo>
                  <a:cubicBezTo>
                    <a:pt x="1318" y="122"/>
                    <a:pt x="1346" y="94"/>
                    <a:pt x="1346" y="6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83"/>
            <p:cNvSpPr/>
            <p:nvPr/>
          </p:nvSpPr>
          <p:spPr>
            <a:xfrm>
              <a:off x="1557025" y="2403750"/>
              <a:ext cx="33650" cy="3025"/>
            </a:xfrm>
            <a:custGeom>
              <a:rect b="b" l="l" r="r" t="t"/>
              <a:pathLst>
                <a:path extrusionOk="0" h="121" w="1346">
                  <a:moveTo>
                    <a:pt x="56" y="0"/>
                  </a:moveTo>
                  <a:cubicBezTo>
                    <a:pt x="28" y="0"/>
                    <a:pt x="1" y="28"/>
                    <a:pt x="1" y="65"/>
                  </a:cubicBezTo>
                  <a:cubicBezTo>
                    <a:pt x="1" y="93"/>
                    <a:pt x="28" y="121"/>
                    <a:pt x="56" y="121"/>
                  </a:cubicBezTo>
                  <a:lnTo>
                    <a:pt x="1290" y="121"/>
                  </a:lnTo>
                  <a:cubicBezTo>
                    <a:pt x="1318" y="121"/>
                    <a:pt x="1346" y="93"/>
                    <a:pt x="1346" y="65"/>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83"/>
            <p:cNvSpPr/>
            <p:nvPr/>
          </p:nvSpPr>
          <p:spPr>
            <a:xfrm>
              <a:off x="1657450" y="2392600"/>
              <a:ext cx="20900" cy="3050"/>
            </a:xfrm>
            <a:custGeom>
              <a:rect b="b" l="l" r="r" t="t"/>
              <a:pathLst>
                <a:path extrusionOk="0" h="122" w="836">
                  <a:moveTo>
                    <a:pt x="56" y="1"/>
                  </a:moveTo>
                  <a:cubicBezTo>
                    <a:pt x="28" y="1"/>
                    <a:pt x="0" y="29"/>
                    <a:pt x="0" y="66"/>
                  </a:cubicBezTo>
                  <a:cubicBezTo>
                    <a:pt x="0" y="94"/>
                    <a:pt x="28" y="122"/>
                    <a:pt x="56" y="122"/>
                  </a:cubicBezTo>
                  <a:lnTo>
                    <a:pt x="780" y="122"/>
                  </a:lnTo>
                  <a:cubicBezTo>
                    <a:pt x="807" y="122"/>
                    <a:pt x="835" y="94"/>
                    <a:pt x="835" y="66"/>
                  </a:cubicBezTo>
                  <a:cubicBezTo>
                    <a:pt x="835" y="29"/>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83"/>
            <p:cNvSpPr/>
            <p:nvPr/>
          </p:nvSpPr>
          <p:spPr>
            <a:xfrm>
              <a:off x="1612925" y="2404675"/>
              <a:ext cx="20900" cy="3025"/>
            </a:xfrm>
            <a:custGeom>
              <a:rect b="b" l="l" r="r" t="t"/>
              <a:pathLst>
                <a:path extrusionOk="0" h="121" w="836">
                  <a:moveTo>
                    <a:pt x="56" y="0"/>
                  </a:moveTo>
                  <a:cubicBezTo>
                    <a:pt x="28" y="0"/>
                    <a:pt x="0" y="28"/>
                    <a:pt x="0" y="65"/>
                  </a:cubicBezTo>
                  <a:cubicBezTo>
                    <a:pt x="0" y="93"/>
                    <a:pt x="28" y="121"/>
                    <a:pt x="56" y="121"/>
                  </a:cubicBezTo>
                  <a:lnTo>
                    <a:pt x="779" y="121"/>
                  </a:lnTo>
                  <a:cubicBezTo>
                    <a:pt x="807" y="121"/>
                    <a:pt x="835" y="93"/>
                    <a:pt x="835" y="65"/>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83"/>
            <p:cNvSpPr/>
            <p:nvPr/>
          </p:nvSpPr>
          <p:spPr>
            <a:xfrm>
              <a:off x="1458000" y="2450825"/>
              <a:ext cx="262100" cy="86075"/>
            </a:xfrm>
            <a:custGeom>
              <a:rect b="b" l="l" r="r" t="t"/>
              <a:pathLst>
                <a:path extrusionOk="0" h="3443" w="10484">
                  <a:moveTo>
                    <a:pt x="538" y="0"/>
                  </a:moveTo>
                  <a:cubicBezTo>
                    <a:pt x="242" y="0"/>
                    <a:pt x="0" y="242"/>
                    <a:pt x="0" y="538"/>
                  </a:cubicBezTo>
                  <a:lnTo>
                    <a:pt x="0" y="2904"/>
                  </a:lnTo>
                  <a:cubicBezTo>
                    <a:pt x="0" y="3192"/>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83"/>
            <p:cNvSpPr/>
            <p:nvPr/>
          </p:nvSpPr>
          <p:spPr>
            <a:xfrm>
              <a:off x="1456600" y="2449425"/>
              <a:ext cx="264875" cy="88850"/>
            </a:xfrm>
            <a:custGeom>
              <a:rect b="b" l="l" r="r" t="t"/>
              <a:pathLst>
                <a:path extrusionOk="0" h="3554" w="10595">
                  <a:moveTo>
                    <a:pt x="10001" y="112"/>
                  </a:moveTo>
                  <a:cubicBezTo>
                    <a:pt x="10261" y="112"/>
                    <a:pt x="10474" y="325"/>
                    <a:pt x="10474" y="594"/>
                  </a:cubicBezTo>
                  <a:lnTo>
                    <a:pt x="10474" y="2951"/>
                  </a:lnTo>
                  <a:cubicBezTo>
                    <a:pt x="10474" y="3220"/>
                    <a:pt x="10261" y="3433"/>
                    <a:pt x="10001" y="3433"/>
                  </a:cubicBezTo>
                  <a:lnTo>
                    <a:pt x="594" y="3433"/>
                  </a:lnTo>
                  <a:cubicBezTo>
                    <a:pt x="335" y="3433"/>
                    <a:pt x="112" y="3220"/>
                    <a:pt x="112" y="2951"/>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83"/>
            <p:cNvSpPr/>
            <p:nvPr/>
          </p:nvSpPr>
          <p:spPr>
            <a:xfrm>
              <a:off x="1485375" y="2480500"/>
              <a:ext cx="26450" cy="26475"/>
            </a:xfrm>
            <a:custGeom>
              <a:rect b="b" l="l" r="r" t="t"/>
              <a:pathLst>
                <a:path extrusionOk="0" h="1059" w="1058">
                  <a:moveTo>
                    <a:pt x="529" y="1"/>
                  </a:moveTo>
                  <a:cubicBezTo>
                    <a:pt x="241" y="1"/>
                    <a:pt x="0" y="242"/>
                    <a:pt x="0" y="530"/>
                  </a:cubicBezTo>
                  <a:cubicBezTo>
                    <a:pt x="0" y="826"/>
                    <a:pt x="241" y="1058"/>
                    <a:pt x="529" y="1058"/>
                  </a:cubicBezTo>
                  <a:cubicBezTo>
                    <a:pt x="826" y="1058"/>
                    <a:pt x="1058" y="826"/>
                    <a:pt x="1058" y="530"/>
                  </a:cubicBezTo>
                  <a:cubicBezTo>
                    <a:pt x="1058" y="242"/>
                    <a:pt x="826" y="1"/>
                    <a:pt x="5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83"/>
            <p:cNvSpPr/>
            <p:nvPr/>
          </p:nvSpPr>
          <p:spPr>
            <a:xfrm>
              <a:off x="1483975" y="2479125"/>
              <a:ext cx="29250" cy="29475"/>
            </a:xfrm>
            <a:custGeom>
              <a:rect b="b" l="l" r="r" t="t"/>
              <a:pathLst>
                <a:path extrusionOk="0" h="1179" w="1170">
                  <a:moveTo>
                    <a:pt x="585" y="121"/>
                  </a:moveTo>
                  <a:cubicBezTo>
                    <a:pt x="845" y="121"/>
                    <a:pt x="1058" y="325"/>
                    <a:pt x="1058" y="585"/>
                  </a:cubicBezTo>
                  <a:cubicBezTo>
                    <a:pt x="1058" y="844"/>
                    <a:pt x="845" y="1058"/>
                    <a:pt x="585" y="1058"/>
                  </a:cubicBezTo>
                  <a:cubicBezTo>
                    <a:pt x="325" y="1058"/>
                    <a:pt x="121" y="844"/>
                    <a:pt x="121" y="585"/>
                  </a:cubicBezTo>
                  <a:cubicBezTo>
                    <a:pt x="121" y="325"/>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83"/>
            <p:cNvSpPr/>
            <p:nvPr/>
          </p:nvSpPr>
          <p:spPr>
            <a:xfrm>
              <a:off x="1539400" y="2476800"/>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83"/>
            <p:cNvSpPr/>
            <p:nvPr/>
          </p:nvSpPr>
          <p:spPr>
            <a:xfrm>
              <a:off x="1537775" y="2475175"/>
              <a:ext cx="158425" cy="37125"/>
            </a:xfrm>
            <a:custGeom>
              <a:rect b="b" l="l" r="r" t="t"/>
              <a:pathLst>
                <a:path extrusionOk="0" h="1485" w="6337">
                  <a:moveTo>
                    <a:pt x="6207" y="121"/>
                  </a:moveTo>
                  <a:cubicBezTo>
                    <a:pt x="6207" y="121"/>
                    <a:pt x="6216" y="130"/>
                    <a:pt x="6216" y="130"/>
                  </a:cubicBezTo>
                  <a:lnTo>
                    <a:pt x="6216" y="1355"/>
                  </a:lnTo>
                  <a:cubicBezTo>
                    <a:pt x="6216" y="1364"/>
                    <a:pt x="6207" y="1373"/>
                    <a:pt x="6207" y="1373"/>
                  </a:cubicBezTo>
                  <a:lnTo>
                    <a:pt x="130" y="1373"/>
                  </a:lnTo>
                  <a:cubicBezTo>
                    <a:pt x="121" y="1373"/>
                    <a:pt x="121" y="1364"/>
                    <a:pt x="121" y="1355"/>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83"/>
            <p:cNvSpPr/>
            <p:nvPr/>
          </p:nvSpPr>
          <p:spPr>
            <a:xfrm>
              <a:off x="1552850" y="2486550"/>
              <a:ext cx="54300" cy="3025"/>
            </a:xfrm>
            <a:custGeom>
              <a:rect b="b" l="l" r="r" t="t"/>
              <a:pathLst>
                <a:path extrusionOk="0" h="121" w="2172">
                  <a:moveTo>
                    <a:pt x="56" y="0"/>
                  </a:moveTo>
                  <a:cubicBezTo>
                    <a:pt x="28" y="0"/>
                    <a:pt x="1" y="28"/>
                    <a:pt x="1" y="56"/>
                  </a:cubicBezTo>
                  <a:cubicBezTo>
                    <a:pt x="1" y="93"/>
                    <a:pt x="28" y="121"/>
                    <a:pt x="56" y="121"/>
                  </a:cubicBezTo>
                  <a:lnTo>
                    <a:pt x="2106" y="121"/>
                  </a:lnTo>
                  <a:cubicBezTo>
                    <a:pt x="2143" y="121"/>
                    <a:pt x="2171" y="93"/>
                    <a:pt x="2171" y="56"/>
                  </a:cubicBezTo>
                  <a:cubicBezTo>
                    <a:pt x="2171" y="28"/>
                    <a:pt x="2143" y="0"/>
                    <a:pt x="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83"/>
            <p:cNvSpPr/>
            <p:nvPr/>
          </p:nvSpPr>
          <p:spPr>
            <a:xfrm>
              <a:off x="1614300" y="2486550"/>
              <a:ext cx="33675" cy="3025"/>
            </a:xfrm>
            <a:custGeom>
              <a:rect b="b" l="l" r="r" t="t"/>
              <a:pathLst>
                <a:path extrusionOk="0" h="121" w="1347">
                  <a:moveTo>
                    <a:pt x="57" y="0"/>
                  </a:moveTo>
                  <a:cubicBezTo>
                    <a:pt x="29" y="0"/>
                    <a:pt x="1" y="28"/>
                    <a:pt x="1" y="56"/>
                  </a:cubicBezTo>
                  <a:cubicBezTo>
                    <a:pt x="1" y="93"/>
                    <a:pt x="29" y="121"/>
                    <a:pt x="57"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83"/>
            <p:cNvSpPr/>
            <p:nvPr/>
          </p:nvSpPr>
          <p:spPr>
            <a:xfrm>
              <a:off x="1557025" y="2497675"/>
              <a:ext cx="33650" cy="3025"/>
            </a:xfrm>
            <a:custGeom>
              <a:rect b="b" l="l" r="r" t="t"/>
              <a:pathLst>
                <a:path extrusionOk="0" h="121" w="1346">
                  <a:moveTo>
                    <a:pt x="56" y="0"/>
                  </a:moveTo>
                  <a:cubicBezTo>
                    <a:pt x="28" y="0"/>
                    <a:pt x="1" y="28"/>
                    <a:pt x="1" y="56"/>
                  </a:cubicBezTo>
                  <a:cubicBezTo>
                    <a:pt x="1" y="93"/>
                    <a:pt x="28" y="121"/>
                    <a:pt x="56"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83"/>
            <p:cNvSpPr/>
            <p:nvPr/>
          </p:nvSpPr>
          <p:spPr>
            <a:xfrm>
              <a:off x="1657450" y="2486550"/>
              <a:ext cx="20900" cy="3025"/>
            </a:xfrm>
            <a:custGeom>
              <a:rect b="b" l="l" r="r" t="t"/>
              <a:pathLst>
                <a:path extrusionOk="0" h="121" w="836">
                  <a:moveTo>
                    <a:pt x="56" y="0"/>
                  </a:moveTo>
                  <a:cubicBezTo>
                    <a:pt x="28" y="0"/>
                    <a:pt x="0" y="28"/>
                    <a:pt x="0" y="56"/>
                  </a:cubicBezTo>
                  <a:cubicBezTo>
                    <a:pt x="0" y="93"/>
                    <a:pt x="28" y="121"/>
                    <a:pt x="56" y="121"/>
                  </a:cubicBezTo>
                  <a:lnTo>
                    <a:pt x="780" y="121"/>
                  </a:lnTo>
                  <a:cubicBezTo>
                    <a:pt x="807" y="121"/>
                    <a:pt x="835" y="93"/>
                    <a:pt x="835" y="56"/>
                  </a:cubicBezTo>
                  <a:cubicBezTo>
                    <a:pt x="835" y="28"/>
                    <a:pt x="817" y="0"/>
                    <a:pt x="7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83"/>
            <p:cNvSpPr/>
            <p:nvPr/>
          </p:nvSpPr>
          <p:spPr>
            <a:xfrm>
              <a:off x="1612925" y="2498600"/>
              <a:ext cx="20900" cy="3025"/>
            </a:xfrm>
            <a:custGeom>
              <a:rect b="b" l="l" r="r" t="t"/>
              <a:pathLst>
                <a:path extrusionOk="0" h="121" w="836">
                  <a:moveTo>
                    <a:pt x="56" y="0"/>
                  </a:moveTo>
                  <a:cubicBezTo>
                    <a:pt x="28" y="0"/>
                    <a:pt x="0" y="28"/>
                    <a:pt x="0" y="56"/>
                  </a:cubicBezTo>
                  <a:cubicBezTo>
                    <a:pt x="0" y="93"/>
                    <a:pt x="28" y="121"/>
                    <a:pt x="56" y="121"/>
                  </a:cubicBezTo>
                  <a:lnTo>
                    <a:pt x="779" y="121"/>
                  </a:lnTo>
                  <a:cubicBezTo>
                    <a:pt x="807" y="121"/>
                    <a:pt x="835" y="93"/>
                    <a:pt x="835" y="56"/>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83"/>
            <p:cNvSpPr/>
            <p:nvPr/>
          </p:nvSpPr>
          <p:spPr>
            <a:xfrm>
              <a:off x="1471450" y="2442950"/>
              <a:ext cx="235200" cy="7900"/>
            </a:xfrm>
            <a:custGeom>
              <a:rect b="b" l="l" r="r" t="t"/>
              <a:pathLst>
                <a:path extrusionOk="0" h="316" w="9408">
                  <a:moveTo>
                    <a:pt x="0" y="0"/>
                  </a:moveTo>
                  <a:lnTo>
                    <a:pt x="0" y="315"/>
                  </a:lnTo>
                  <a:lnTo>
                    <a:pt x="9407" y="31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83"/>
            <p:cNvSpPr/>
            <p:nvPr/>
          </p:nvSpPr>
          <p:spPr>
            <a:xfrm>
              <a:off x="1470050" y="2441550"/>
              <a:ext cx="237975" cy="10700"/>
            </a:xfrm>
            <a:custGeom>
              <a:rect b="b" l="l" r="r" t="t"/>
              <a:pathLst>
                <a:path extrusionOk="0" h="428" w="9519">
                  <a:moveTo>
                    <a:pt x="9398" y="112"/>
                  </a:moveTo>
                  <a:lnTo>
                    <a:pt x="9398" y="316"/>
                  </a:lnTo>
                  <a:lnTo>
                    <a:pt x="112" y="316"/>
                  </a:lnTo>
                  <a:lnTo>
                    <a:pt x="112" y="112"/>
                  </a:lnTo>
                  <a:close/>
                  <a:moveTo>
                    <a:pt x="56" y="0"/>
                  </a:moveTo>
                  <a:cubicBezTo>
                    <a:pt x="29" y="0"/>
                    <a:pt x="1" y="19"/>
                    <a:pt x="1" y="56"/>
                  </a:cubicBezTo>
                  <a:lnTo>
                    <a:pt x="1" y="371"/>
                  </a:lnTo>
                  <a:cubicBezTo>
                    <a:pt x="1" y="409"/>
                    <a:pt x="29" y="427"/>
                    <a:pt x="56" y="427"/>
                  </a:cubicBezTo>
                  <a:lnTo>
                    <a:pt x="9463" y="427"/>
                  </a:lnTo>
                  <a:cubicBezTo>
                    <a:pt x="9491" y="427"/>
                    <a:pt x="9519" y="399"/>
                    <a:pt x="9519" y="371"/>
                  </a:cubicBezTo>
                  <a:lnTo>
                    <a:pt x="9519" y="56"/>
                  </a:lnTo>
                  <a:cubicBezTo>
                    <a:pt x="9519" y="19"/>
                    <a:pt x="9491"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83"/>
            <p:cNvSpPr/>
            <p:nvPr/>
          </p:nvSpPr>
          <p:spPr>
            <a:xfrm>
              <a:off x="1458000" y="2546825"/>
              <a:ext cx="262100" cy="85850"/>
            </a:xfrm>
            <a:custGeom>
              <a:rect b="b" l="l" r="r" t="t"/>
              <a:pathLst>
                <a:path extrusionOk="0" h="3434" w="10484">
                  <a:moveTo>
                    <a:pt x="538" y="1"/>
                  </a:moveTo>
                  <a:cubicBezTo>
                    <a:pt x="242" y="1"/>
                    <a:pt x="0" y="242"/>
                    <a:pt x="0" y="539"/>
                  </a:cubicBezTo>
                  <a:lnTo>
                    <a:pt x="0" y="2895"/>
                  </a:lnTo>
                  <a:cubicBezTo>
                    <a:pt x="0" y="3192"/>
                    <a:pt x="242" y="3433"/>
                    <a:pt x="538" y="3433"/>
                  </a:cubicBezTo>
                  <a:lnTo>
                    <a:pt x="9945" y="3433"/>
                  </a:lnTo>
                  <a:cubicBezTo>
                    <a:pt x="10242" y="3433"/>
                    <a:pt x="10483" y="3192"/>
                    <a:pt x="10483" y="2895"/>
                  </a:cubicBezTo>
                  <a:lnTo>
                    <a:pt x="10483" y="539"/>
                  </a:lnTo>
                  <a:cubicBezTo>
                    <a:pt x="10483" y="242"/>
                    <a:pt x="10242" y="1"/>
                    <a:pt x="9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83"/>
            <p:cNvSpPr/>
            <p:nvPr/>
          </p:nvSpPr>
          <p:spPr>
            <a:xfrm>
              <a:off x="1456600" y="2545450"/>
              <a:ext cx="264875" cy="88850"/>
            </a:xfrm>
            <a:custGeom>
              <a:rect b="b" l="l" r="r" t="t"/>
              <a:pathLst>
                <a:path extrusionOk="0" h="3554" w="10595">
                  <a:moveTo>
                    <a:pt x="10001" y="112"/>
                  </a:moveTo>
                  <a:cubicBezTo>
                    <a:pt x="10261" y="112"/>
                    <a:pt x="10474" y="325"/>
                    <a:pt x="10474" y="594"/>
                  </a:cubicBezTo>
                  <a:lnTo>
                    <a:pt x="10474" y="2950"/>
                  </a:lnTo>
                  <a:cubicBezTo>
                    <a:pt x="10474" y="3219"/>
                    <a:pt x="10261" y="3433"/>
                    <a:pt x="10001" y="3433"/>
                  </a:cubicBezTo>
                  <a:lnTo>
                    <a:pt x="594" y="3433"/>
                  </a:lnTo>
                  <a:cubicBezTo>
                    <a:pt x="335" y="3433"/>
                    <a:pt x="112" y="3219"/>
                    <a:pt x="112" y="2950"/>
                  </a:cubicBezTo>
                  <a:lnTo>
                    <a:pt x="112" y="594"/>
                  </a:lnTo>
                  <a:cubicBezTo>
                    <a:pt x="112" y="325"/>
                    <a:pt x="325" y="112"/>
                    <a:pt x="594" y="112"/>
                  </a:cubicBezTo>
                  <a:close/>
                  <a:moveTo>
                    <a:pt x="594" y="0"/>
                  </a:moveTo>
                  <a:cubicBezTo>
                    <a:pt x="270" y="0"/>
                    <a:pt x="1" y="260"/>
                    <a:pt x="1" y="594"/>
                  </a:cubicBezTo>
                  <a:lnTo>
                    <a:pt x="1" y="2950"/>
                  </a:lnTo>
                  <a:cubicBezTo>
                    <a:pt x="1" y="3284"/>
                    <a:pt x="270" y="3553"/>
                    <a:pt x="594" y="3553"/>
                  </a:cubicBezTo>
                  <a:lnTo>
                    <a:pt x="10001" y="3553"/>
                  </a:lnTo>
                  <a:cubicBezTo>
                    <a:pt x="10326" y="3553"/>
                    <a:pt x="10595" y="3284"/>
                    <a:pt x="10595" y="2950"/>
                  </a:cubicBezTo>
                  <a:lnTo>
                    <a:pt x="10595" y="594"/>
                  </a:lnTo>
                  <a:cubicBezTo>
                    <a:pt x="10595" y="269"/>
                    <a:pt x="10326" y="0"/>
                    <a:pt x="100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83"/>
            <p:cNvSpPr/>
            <p:nvPr/>
          </p:nvSpPr>
          <p:spPr>
            <a:xfrm>
              <a:off x="1485375" y="2576525"/>
              <a:ext cx="26450" cy="26450"/>
            </a:xfrm>
            <a:custGeom>
              <a:rect b="b" l="l" r="r" t="t"/>
              <a:pathLst>
                <a:path extrusionOk="0" h="1058" w="1058">
                  <a:moveTo>
                    <a:pt x="529" y="0"/>
                  </a:moveTo>
                  <a:cubicBezTo>
                    <a:pt x="241" y="0"/>
                    <a:pt x="0" y="242"/>
                    <a:pt x="0" y="529"/>
                  </a:cubicBezTo>
                  <a:cubicBezTo>
                    <a:pt x="0" y="817"/>
                    <a:pt x="241" y="1058"/>
                    <a:pt x="529" y="1058"/>
                  </a:cubicBezTo>
                  <a:cubicBezTo>
                    <a:pt x="826" y="1058"/>
                    <a:pt x="1058" y="826"/>
                    <a:pt x="1058" y="529"/>
                  </a:cubicBezTo>
                  <a:cubicBezTo>
                    <a:pt x="1058" y="24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83"/>
            <p:cNvSpPr/>
            <p:nvPr/>
          </p:nvSpPr>
          <p:spPr>
            <a:xfrm>
              <a:off x="1483975" y="2575125"/>
              <a:ext cx="29250" cy="29250"/>
            </a:xfrm>
            <a:custGeom>
              <a:rect b="b" l="l" r="r" t="t"/>
              <a:pathLst>
                <a:path extrusionOk="0" h="1170" w="1170">
                  <a:moveTo>
                    <a:pt x="585" y="112"/>
                  </a:moveTo>
                  <a:cubicBezTo>
                    <a:pt x="845" y="112"/>
                    <a:pt x="1058" y="325"/>
                    <a:pt x="1058" y="585"/>
                  </a:cubicBezTo>
                  <a:cubicBezTo>
                    <a:pt x="1058" y="845"/>
                    <a:pt x="845" y="1058"/>
                    <a:pt x="585" y="1058"/>
                  </a:cubicBezTo>
                  <a:cubicBezTo>
                    <a:pt x="325" y="1058"/>
                    <a:pt x="121" y="845"/>
                    <a:pt x="121" y="585"/>
                  </a:cubicBezTo>
                  <a:cubicBezTo>
                    <a:pt x="121" y="325"/>
                    <a:pt x="325" y="112"/>
                    <a:pt x="585" y="112"/>
                  </a:cubicBezTo>
                  <a:close/>
                  <a:moveTo>
                    <a:pt x="585" y="1"/>
                  </a:moveTo>
                  <a:cubicBezTo>
                    <a:pt x="269" y="1"/>
                    <a:pt x="0" y="260"/>
                    <a:pt x="0" y="585"/>
                  </a:cubicBezTo>
                  <a:cubicBezTo>
                    <a:pt x="0" y="910"/>
                    <a:pt x="260" y="1170"/>
                    <a:pt x="585" y="1170"/>
                  </a:cubicBezTo>
                  <a:cubicBezTo>
                    <a:pt x="910" y="1170"/>
                    <a:pt x="1169" y="910"/>
                    <a:pt x="1169" y="585"/>
                  </a:cubicBezTo>
                  <a:cubicBezTo>
                    <a:pt x="1169" y="260"/>
                    <a:pt x="91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83"/>
            <p:cNvSpPr/>
            <p:nvPr/>
          </p:nvSpPr>
          <p:spPr>
            <a:xfrm>
              <a:off x="1539400" y="2572575"/>
              <a:ext cx="155175" cy="34350"/>
            </a:xfrm>
            <a:custGeom>
              <a:rect b="b" l="l" r="r" t="t"/>
              <a:pathLst>
                <a:path extrusionOk="0" h="1374" w="6207">
                  <a:moveTo>
                    <a:pt x="65" y="1"/>
                  </a:moveTo>
                  <a:cubicBezTo>
                    <a:pt x="28" y="1"/>
                    <a:pt x="1" y="38"/>
                    <a:pt x="1" y="75"/>
                  </a:cubicBezTo>
                  <a:lnTo>
                    <a:pt x="1" y="1299"/>
                  </a:lnTo>
                  <a:cubicBezTo>
                    <a:pt x="1" y="1336"/>
                    <a:pt x="28" y="1374"/>
                    <a:pt x="65" y="1374"/>
                  </a:cubicBezTo>
                  <a:lnTo>
                    <a:pt x="6142" y="1374"/>
                  </a:lnTo>
                  <a:cubicBezTo>
                    <a:pt x="6179" y="1374"/>
                    <a:pt x="6207" y="1336"/>
                    <a:pt x="6207" y="1299"/>
                  </a:cubicBezTo>
                  <a:lnTo>
                    <a:pt x="6207" y="75"/>
                  </a:lnTo>
                  <a:cubicBezTo>
                    <a:pt x="6207" y="38"/>
                    <a:pt x="6179" y="1"/>
                    <a:pt x="61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83"/>
            <p:cNvSpPr/>
            <p:nvPr/>
          </p:nvSpPr>
          <p:spPr>
            <a:xfrm>
              <a:off x="1537775" y="2571175"/>
              <a:ext cx="158425" cy="37150"/>
            </a:xfrm>
            <a:custGeom>
              <a:rect b="b" l="l" r="r" t="t"/>
              <a:pathLst>
                <a:path extrusionOk="0" h="1486" w="6337">
                  <a:moveTo>
                    <a:pt x="6207" y="122"/>
                  </a:moveTo>
                  <a:cubicBezTo>
                    <a:pt x="6207" y="122"/>
                    <a:pt x="6216" y="122"/>
                    <a:pt x="6216" y="131"/>
                  </a:cubicBezTo>
                  <a:lnTo>
                    <a:pt x="6216" y="1355"/>
                  </a:lnTo>
                  <a:cubicBezTo>
                    <a:pt x="6216" y="1365"/>
                    <a:pt x="6207" y="1374"/>
                    <a:pt x="6207" y="1374"/>
                  </a:cubicBezTo>
                  <a:lnTo>
                    <a:pt x="130" y="1374"/>
                  </a:lnTo>
                  <a:cubicBezTo>
                    <a:pt x="121" y="1374"/>
                    <a:pt x="121" y="1365"/>
                    <a:pt x="121" y="1355"/>
                  </a:cubicBezTo>
                  <a:lnTo>
                    <a:pt x="121" y="131"/>
                  </a:lnTo>
                  <a:cubicBezTo>
                    <a:pt x="121" y="122"/>
                    <a:pt x="121" y="122"/>
                    <a:pt x="130" y="122"/>
                  </a:cubicBezTo>
                  <a:close/>
                  <a:moveTo>
                    <a:pt x="130" y="1"/>
                  </a:moveTo>
                  <a:cubicBezTo>
                    <a:pt x="66" y="1"/>
                    <a:pt x="1" y="57"/>
                    <a:pt x="1" y="131"/>
                  </a:cubicBezTo>
                  <a:lnTo>
                    <a:pt x="1" y="1355"/>
                  </a:lnTo>
                  <a:cubicBezTo>
                    <a:pt x="1" y="1430"/>
                    <a:pt x="66" y="1485"/>
                    <a:pt x="130" y="1485"/>
                  </a:cubicBezTo>
                  <a:lnTo>
                    <a:pt x="6207" y="1485"/>
                  </a:lnTo>
                  <a:cubicBezTo>
                    <a:pt x="6272" y="1485"/>
                    <a:pt x="6337" y="1430"/>
                    <a:pt x="6337" y="1355"/>
                  </a:cubicBezTo>
                  <a:lnTo>
                    <a:pt x="6337" y="131"/>
                  </a:lnTo>
                  <a:cubicBezTo>
                    <a:pt x="6337" y="57"/>
                    <a:pt x="6272" y="1"/>
                    <a:pt x="6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83"/>
            <p:cNvSpPr/>
            <p:nvPr/>
          </p:nvSpPr>
          <p:spPr>
            <a:xfrm>
              <a:off x="1552850" y="2582550"/>
              <a:ext cx="54300" cy="2800"/>
            </a:xfrm>
            <a:custGeom>
              <a:rect b="b" l="l" r="r" t="t"/>
              <a:pathLst>
                <a:path extrusionOk="0" h="112" w="2172">
                  <a:moveTo>
                    <a:pt x="56" y="1"/>
                  </a:moveTo>
                  <a:cubicBezTo>
                    <a:pt x="28" y="1"/>
                    <a:pt x="1" y="28"/>
                    <a:pt x="1" y="56"/>
                  </a:cubicBezTo>
                  <a:cubicBezTo>
                    <a:pt x="1" y="93"/>
                    <a:pt x="28" y="112"/>
                    <a:pt x="56" y="112"/>
                  </a:cubicBezTo>
                  <a:lnTo>
                    <a:pt x="2106" y="112"/>
                  </a:lnTo>
                  <a:cubicBezTo>
                    <a:pt x="2143" y="112"/>
                    <a:pt x="2171" y="93"/>
                    <a:pt x="2171" y="56"/>
                  </a:cubicBezTo>
                  <a:cubicBezTo>
                    <a:pt x="2171" y="28"/>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83"/>
            <p:cNvSpPr/>
            <p:nvPr/>
          </p:nvSpPr>
          <p:spPr>
            <a:xfrm>
              <a:off x="1614300" y="2582550"/>
              <a:ext cx="33675" cy="2800"/>
            </a:xfrm>
            <a:custGeom>
              <a:rect b="b" l="l" r="r" t="t"/>
              <a:pathLst>
                <a:path extrusionOk="0" h="112" w="1347">
                  <a:moveTo>
                    <a:pt x="57" y="1"/>
                  </a:moveTo>
                  <a:cubicBezTo>
                    <a:pt x="29" y="1"/>
                    <a:pt x="1" y="28"/>
                    <a:pt x="1" y="56"/>
                  </a:cubicBezTo>
                  <a:cubicBezTo>
                    <a:pt x="1" y="93"/>
                    <a:pt x="29" y="112"/>
                    <a:pt x="57" y="112"/>
                  </a:cubicBezTo>
                  <a:lnTo>
                    <a:pt x="1290" y="112"/>
                  </a:lnTo>
                  <a:cubicBezTo>
                    <a:pt x="1318" y="112"/>
                    <a:pt x="1346" y="93"/>
                    <a:pt x="1346" y="56"/>
                  </a:cubicBezTo>
                  <a:cubicBezTo>
                    <a:pt x="1346" y="28"/>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83"/>
            <p:cNvSpPr/>
            <p:nvPr/>
          </p:nvSpPr>
          <p:spPr>
            <a:xfrm>
              <a:off x="1557025" y="2593675"/>
              <a:ext cx="33650" cy="2825"/>
            </a:xfrm>
            <a:custGeom>
              <a:rect b="b" l="l" r="r" t="t"/>
              <a:pathLst>
                <a:path extrusionOk="0" h="113" w="1346">
                  <a:moveTo>
                    <a:pt x="56" y="1"/>
                  </a:moveTo>
                  <a:cubicBezTo>
                    <a:pt x="28" y="1"/>
                    <a:pt x="1" y="29"/>
                    <a:pt x="1" y="56"/>
                  </a:cubicBezTo>
                  <a:cubicBezTo>
                    <a:pt x="1" y="94"/>
                    <a:pt x="28" y="112"/>
                    <a:pt x="56" y="112"/>
                  </a:cubicBezTo>
                  <a:lnTo>
                    <a:pt x="1290" y="112"/>
                  </a:lnTo>
                  <a:cubicBezTo>
                    <a:pt x="1318" y="112"/>
                    <a:pt x="1346" y="94"/>
                    <a:pt x="1346" y="5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83"/>
            <p:cNvSpPr/>
            <p:nvPr/>
          </p:nvSpPr>
          <p:spPr>
            <a:xfrm>
              <a:off x="1657450" y="2582550"/>
              <a:ext cx="20900" cy="2800"/>
            </a:xfrm>
            <a:custGeom>
              <a:rect b="b" l="l" r="r" t="t"/>
              <a:pathLst>
                <a:path extrusionOk="0" h="112" w="836">
                  <a:moveTo>
                    <a:pt x="56" y="1"/>
                  </a:moveTo>
                  <a:cubicBezTo>
                    <a:pt x="28" y="1"/>
                    <a:pt x="0" y="28"/>
                    <a:pt x="0" y="56"/>
                  </a:cubicBezTo>
                  <a:cubicBezTo>
                    <a:pt x="0" y="93"/>
                    <a:pt x="28" y="112"/>
                    <a:pt x="56" y="112"/>
                  </a:cubicBezTo>
                  <a:lnTo>
                    <a:pt x="780" y="112"/>
                  </a:lnTo>
                  <a:cubicBezTo>
                    <a:pt x="807" y="112"/>
                    <a:pt x="835" y="93"/>
                    <a:pt x="835" y="56"/>
                  </a:cubicBezTo>
                  <a:cubicBezTo>
                    <a:pt x="835" y="28"/>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83"/>
            <p:cNvSpPr/>
            <p:nvPr/>
          </p:nvSpPr>
          <p:spPr>
            <a:xfrm>
              <a:off x="1612925" y="2594600"/>
              <a:ext cx="20900" cy="2825"/>
            </a:xfrm>
            <a:custGeom>
              <a:rect b="b" l="l" r="r" t="t"/>
              <a:pathLst>
                <a:path extrusionOk="0" h="113" w="836">
                  <a:moveTo>
                    <a:pt x="56" y="1"/>
                  </a:moveTo>
                  <a:cubicBezTo>
                    <a:pt x="28" y="1"/>
                    <a:pt x="0" y="29"/>
                    <a:pt x="0" y="57"/>
                  </a:cubicBezTo>
                  <a:cubicBezTo>
                    <a:pt x="0" y="94"/>
                    <a:pt x="28" y="112"/>
                    <a:pt x="56" y="112"/>
                  </a:cubicBezTo>
                  <a:lnTo>
                    <a:pt x="779" y="112"/>
                  </a:lnTo>
                  <a:cubicBezTo>
                    <a:pt x="807" y="112"/>
                    <a:pt x="835" y="94"/>
                    <a:pt x="835" y="57"/>
                  </a:cubicBezTo>
                  <a:cubicBezTo>
                    <a:pt x="835" y="29"/>
                    <a:pt x="807" y="1"/>
                    <a:pt x="7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83"/>
            <p:cNvSpPr/>
            <p:nvPr/>
          </p:nvSpPr>
          <p:spPr>
            <a:xfrm>
              <a:off x="1471450" y="2538725"/>
              <a:ext cx="235200" cy="8125"/>
            </a:xfrm>
            <a:custGeom>
              <a:rect b="b" l="l" r="r" t="t"/>
              <a:pathLst>
                <a:path extrusionOk="0" h="325" w="9408">
                  <a:moveTo>
                    <a:pt x="0" y="0"/>
                  </a:moveTo>
                  <a:lnTo>
                    <a:pt x="0" y="325"/>
                  </a:lnTo>
                  <a:lnTo>
                    <a:pt x="9407" y="32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83"/>
            <p:cNvSpPr/>
            <p:nvPr/>
          </p:nvSpPr>
          <p:spPr>
            <a:xfrm>
              <a:off x="1470050" y="2537325"/>
              <a:ext cx="237975" cy="10925"/>
            </a:xfrm>
            <a:custGeom>
              <a:rect b="b" l="l" r="r" t="t"/>
              <a:pathLst>
                <a:path extrusionOk="0" h="437" w="9519">
                  <a:moveTo>
                    <a:pt x="9398" y="121"/>
                  </a:moveTo>
                  <a:lnTo>
                    <a:pt x="9398" y="325"/>
                  </a:lnTo>
                  <a:lnTo>
                    <a:pt x="112" y="325"/>
                  </a:lnTo>
                  <a:lnTo>
                    <a:pt x="112" y="121"/>
                  </a:lnTo>
                  <a:close/>
                  <a:moveTo>
                    <a:pt x="56" y="1"/>
                  </a:moveTo>
                  <a:cubicBezTo>
                    <a:pt x="29" y="1"/>
                    <a:pt x="1" y="28"/>
                    <a:pt x="1" y="66"/>
                  </a:cubicBezTo>
                  <a:lnTo>
                    <a:pt x="1" y="381"/>
                  </a:lnTo>
                  <a:cubicBezTo>
                    <a:pt x="1" y="409"/>
                    <a:pt x="29" y="437"/>
                    <a:pt x="56" y="437"/>
                  </a:cubicBezTo>
                  <a:lnTo>
                    <a:pt x="9463" y="437"/>
                  </a:lnTo>
                  <a:cubicBezTo>
                    <a:pt x="9491" y="437"/>
                    <a:pt x="9519" y="409"/>
                    <a:pt x="9519" y="381"/>
                  </a:cubicBezTo>
                  <a:lnTo>
                    <a:pt x="9519" y="66"/>
                  </a:lnTo>
                  <a:cubicBezTo>
                    <a:pt x="9519" y="28"/>
                    <a:pt x="9491"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83"/>
            <p:cNvSpPr/>
            <p:nvPr/>
          </p:nvSpPr>
          <p:spPr>
            <a:xfrm>
              <a:off x="799825" y="2522025"/>
              <a:ext cx="52425" cy="44325"/>
            </a:xfrm>
            <a:custGeom>
              <a:rect b="b" l="l" r="r" t="t"/>
              <a:pathLst>
                <a:path extrusionOk="0" h="1773" w="2097">
                  <a:moveTo>
                    <a:pt x="0" y="0"/>
                  </a:moveTo>
                  <a:lnTo>
                    <a:pt x="0" y="1772"/>
                  </a:lnTo>
                  <a:lnTo>
                    <a:pt x="2097" y="1772"/>
                  </a:lnTo>
                  <a:lnTo>
                    <a:pt x="2097" y="19"/>
                  </a:lnTo>
                  <a:lnTo>
                    <a:pt x="1976" y="19"/>
                  </a:lnTo>
                  <a:lnTo>
                    <a:pt x="1976" y="1661"/>
                  </a:lnTo>
                  <a:lnTo>
                    <a:pt x="121" y="1661"/>
                  </a:lnTo>
                  <a:lnTo>
                    <a:pt x="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83"/>
            <p:cNvSpPr/>
            <p:nvPr/>
          </p:nvSpPr>
          <p:spPr>
            <a:xfrm>
              <a:off x="829050" y="2521100"/>
              <a:ext cx="60550" cy="2800"/>
            </a:xfrm>
            <a:custGeom>
              <a:rect b="b" l="l" r="r" t="t"/>
              <a:pathLst>
                <a:path extrusionOk="0" h="112" w="2422">
                  <a:moveTo>
                    <a:pt x="0" y="0"/>
                  </a:moveTo>
                  <a:lnTo>
                    <a:pt x="0" y="112"/>
                  </a:lnTo>
                  <a:lnTo>
                    <a:pt x="2421" y="112"/>
                  </a:lnTo>
                  <a:lnTo>
                    <a:pt x="24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83"/>
            <p:cNvSpPr/>
            <p:nvPr/>
          </p:nvSpPr>
          <p:spPr>
            <a:xfrm>
              <a:off x="829050" y="2492325"/>
              <a:ext cx="60550" cy="3050"/>
            </a:xfrm>
            <a:custGeom>
              <a:rect b="b" l="l" r="r" t="t"/>
              <a:pathLst>
                <a:path extrusionOk="0" h="122" w="2422">
                  <a:moveTo>
                    <a:pt x="0" y="1"/>
                  </a:moveTo>
                  <a:lnTo>
                    <a:pt x="0" y="122"/>
                  </a:lnTo>
                  <a:lnTo>
                    <a:pt x="2421" y="122"/>
                  </a:lnTo>
                  <a:lnTo>
                    <a:pt x="242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83"/>
            <p:cNvSpPr/>
            <p:nvPr/>
          </p:nvSpPr>
          <p:spPr>
            <a:xfrm>
              <a:off x="794475" y="2510200"/>
              <a:ext cx="13950" cy="13700"/>
            </a:xfrm>
            <a:custGeom>
              <a:rect b="b" l="l" r="r" t="t"/>
              <a:pathLst>
                <a:path extrusionOk="0" h="548" w="558">
                  <a:moveTo>
                    <a:pt x="279" y="121"/>
                  </a:moveTo>
                  <a:cubicBezTo>
                    <a:pt x="363" y="121"/>
                    <a:pt x="437" y="186"/>
                    <a:pt x="437" y="279"/>
                  </a:cubicBezTo>
                  <a:cubicBezTo>
                    <a:pt x="437" y="362"/>
                    <a:pt x="363" y="436"/>
                    <a:pt x="279" y="436"/>
                  </a:cubicBezTo>
                  <a:cubicBezTo>
                    <a:pt x="186" y="436"/>
                    <a:pt x="121" y="362"/>
                    <a:pt x="121" y="279"/>
                  </a:cubicBezTo>
                  <a:cubicBezTo>
                    <a:pt x="121" y="186"/>
                    <a:pt x="186" y="121"/>
                    <a:pt x="279" y="121"/>
                  </a:cubicBezTo>
                  <a:close/>
                  <a:moveTo>
                    <a:pt x="279" y="0"/>
                  </a:moveTo>
                  <a:cubicBezTo>
                    <a:pt x="131" y="0"/>
                    <a:pt x="1" y="121"/>
                    <a:pt x="1" y="279"/>
                  </a:cubicBezTo>
                  <a:cubicBezTo>
                    <a:pt x="1" y="427"/>
                    <a:pt x="131" y="548"/>
                    <a:pt x="279" y="548"/>
                  </a:cubicBezTo>
                  <a:cubicBezTo>
                    <a:pt x="428" y="548"/>
                    <a:pt x="557" y="427"/>
                    <a:pt x="557" y="279"/>
                  </a:cubicBezTo>
                  <a:cubicBezTo>
                    <a:pt x="557" y="121"/>
                    <a:pt x="428"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83"/>
            <p:cNvSpPr/>
            <p:nvPr/>
          </p:nvSpPr>
          <p:spPr>
            <a:xfrm>
              <a:off x="816975" y="2515750"/>
              <a:ext cx="13700" cy="13725"/>
            </a:xfrm>
            <a:custGeom>
              <a:rect b="b" l="l" r="r" t="t"/>
              <a:pathLst>
                <a:path extrusionOk="0" h="549" w="548">
                  <a:moveTo>
                    <a:pt x="279" y="112"/>
                  </a:moveTo>
                  <a:cubicBezTo>
                    <a:pt x="362" y="112"/>
                    <a:pt x="437" y="186"/>
                    <a:pt x="437" y="270"/>
                  </a:cubicBezTo>
                  <a:cubicBezTo>
                    <a:pt x="437" y="363"/>
                    <a:pt x="362" y="437"/>
                    <a:pt x="279" y="437"/>
                  </a:cubicBezTo>
                  <a:cubicBezTo>
                    <a:pt x="186" y="437"/>
                    <a:pt x="121" y="363"/>
                    <a:pt x="121" y="270"/>
                  </a:cubicBezTo>
                  <a:cubicBezTo>
                    <a:pt x="121" y="186"/>
                    <a:pt x="186" y="112"/>
                    <a:pt x="279" y="112"/>
                  </a:cubicBezTo>
                  <a:close/>
                  <a:moveTo>
                    <a:pt x="279" y="1"/>
                  </a:moveTo>
                  <a:cubicBezTo>
                    <a:pt x="121" y="1"/>
                    <a:pt x="1" y="121"/>
                    <a:pt x="1" y="270"/>
                  </a:cubicBezTo>
                  <a:cubicBezTo>
                    <a:pt x="1" y="428"/>
                    <a:pt x="121" y="548"/>
                    <a:pt x="279" y="548"/>
                  </a:cubicBezTo>
                  <a:cubicBezTo>
                    <a:pt x="427" y="548"/>
                    <a:pt x="548" y="428"/>
                    <a:pt x="548" y="270"/>
                  </a:cubicBezTo>
                  <a:cubicBezTo>
                    <a:pt x="548" y="121"/>
                    <a:pt x="427" y="1"/>
                    <a:pt x="2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83"/>
            <p:cNvSpPr/>
            <p:nvPr/>
          </p:nvSpPr>
          <p:spPr>
            <a:xfrm>
              <a:off x="816975" y="2486775"/>
              <a:ext cx="13700" cy="13925"/>
            </a:xfrm>
            <a:custGeom>
              <a:rect b="b" l="l" r="r" t="t"/>
              <a:pathLst>
                <a:path extrusionOk="0" h="557" w="548">
                  <a:moveTo>
                    <a:pt x="279" y="121"/>
                  </a:moveTo>
                  <a:cubicBezTo>
                    <a:pt x="362" y="121"/>
                    <a:pt x="437" y="195"/>
                    <a:pt x="437" y="279"/>
                  </a:cubicBezTo>
                  <a:cubicBezTo>
                    <a:pt x="437" y="371"/>
                    <a:pt x="362" y="436"/>
                    <a:pt x="279" y="436"/>
                  </a:cubicBezTo>
                  <a:cubicBezTo>
                    <a:pt x="186" y="436"/>
                    <a:pt x="121" y="371"/>
                    <a:pt x="121" y="279"/>
                  </a:cubicBezTo>
                  <a:cubicBezTo>
                    <a:pt x="121" y="195"/>
                    <a:pt x="186" y="121"/>
                    <a:pt x="279" y="121"/>
                  </a:cubicBezTo>
                  <a:close/>
                  <a:moveTo>
                    <a:pt x="279" y="0"/>
                  </a:moveTo>
                  <a:cubicBezTo>
                    <a:pt x="121" y="0"/>
                    <a:pt x="1" y="130"/>
                    <a:pt x="1" y="279"/>
                  </a:cubicBezTo>
                  <a:cubicBezTo>
                    <a:pt x="1" y="427"/>
                    <a:pt x="121" y="557"/>
                    <a:pt x="279" y="557"/>
                  </a:cubicBezTo>
                  <a:cubicBezTo>
                    <a:pt x="427" y="557"/>
                    <a:pt x="548" y="427"/>
                    <a:pt x="548" y="279"/>
                  </a:cubicBezTo>
                  <a:cubicBezTo>
                    <a:pt x="548" y="130"/>
                    <a:pt x="427"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83"/>
            <p:cNvSpPr/>
            <p:nvPr/>
          </p:nvSpPr>
          <p:spPr>
            <a:xfrm>
              <a:off x="884925" y="2342975"/>
              <a:ext cx="446475" cy="258150"/>
            </a:xfrm>
            <a:custGeom>
              <a:rect b="b" l="l" r="r" t="t"/>
              <a:pathLst>
                <a:path extrusionOk="0" h="10326" w="17859">
                  <a:moveTo>
                    <a:pt x="8517" y="1"/>
                  </a:move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83"/>
            <p:cNvSpPr/>
            <p:nvPr/>
          </p:nvSpPr>
          <p:spPr>
            <a:xfrm>
              <a:off x="884925" y="2342975"/>
              <a:ext cx="446475" cy="258150"/>
            </a:xfrm>
            <a:custGeom>
              <a:rect b="b" l="l" r="r" t="t"/>
              <a:pathLst>
                <a:path extrusionOk="0" h="10326" w="17859">
                  <a:moveTo>
                    <a:pt x="17728" y="6587"/>
                  </a:move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83"/>
            <p:cNvSpPr/>
            <p:nvPr/>
          </p:nvSpPr>
          <p:spPr>
            <a:xfrm>
              <a:off x="885400" y="2326050"/>
              <a:ext cx="446700" cy="258375"/>
            </a:xfrm>
            <a:custGeom>
              <a:rect b="b" l="l" r="r" t="t"/>
              <a:pathLst>
                <a:path extrusionOk="0" h="10335" w="17868">
                  <a:moveTo>
                    <a:pt x="8526" y="1"/>
                  </a:moveTo>
                  <a:cubicBezTo>
                    <a:pt x="5835" y="1"/>
                    <a:pt x="3646" y="2153"/>
                    <a:pt x="3572" y="4824"/>
                  </a:cubicBezTo>
                  <a:lnTo>
                    <a:pt x="2746" y="4824"/>
                  </a:lnTo>
                  <a:cubicBezTo>
                    <a:pt x="1234" y="4824"/>
                    <a:pt x="0" y="6049"/>
                    <a:pt x="0" y="7561"/>
                  </a:cubicBezTo>
                  <a:lnTo>
                    <a:pt x="0" y="7598"/>
                  </a:lnTo>
                  <a:cubicBezTo>
                    <a:pt x="0" y="9110"/>
                    <a:pt x="1234" y="10335"/>
                    <a:pt x="2746" y="10335"/>
                  </a:cubicBezTo>
                  <a:lnTo>
                    <a:pt x="14453" y="10335"/>
                  </a:lnTo>
                  <a:cubicBezTo>
                    <a:pt x="16522" y="10335"/>
                    <a:pt x="17867" y="8368"/>
                    <a:pt x="17737" y="6596"/>
                  </a:cubicBezTo>
                  <a:cubicBezTo>
                    <a:pt x="17728" y="6559"/>
                    <a:pt x="17737" y="6522"/>
                    <a:pt x="17737" y="6485"/>
                  </a:cubicBezTo>
                  <a:cubicBezTo>
                    <a:pt x="17700" y="4537"/>
                    <a:pt x="16012" y="2941"/>
                    <a:pt x="14082" y="2941"/>
                  </a:cubicBezTo>
                  <a:cubicBezTo>
                    <a:pt x="13748" y="2941"/>
                    <a:pt x="13424" y="2988"/>
                    <a:pt x="13117" y="3071"/>
                  </a:cubicBezTo>
                  <a:cubicBezTo>
                    <a:pt x="12375" y="1271"/>
                    <a:pt x="10594" y="1"/>
                    <a:pt x="85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83"/>
            <p:cNvSpPr/>
            <p:nvPr/>
          </p:nvSpPr>
          <p:spPr>
            <a:xfrm>
              <a:off x="884000" y="2324650"/>
              <a:ext cx="448100" cy="261175"/>
            </a:xfrm>
            <a:custGeom>
              <a:rect b="b" l="l" r="r" t="t"/>
              <a:pathLst>
                <a:path extrusionOk="0" h="10447" w="17924">
                  <a:moveTo>
                    <a:pt x="8582" y="122"/>
                  </a:moveTo>
                  <a:cubicBezTo>
                    <a:pt x="10576" y="122"/>
                    <a:pt x="12357" y="1309"/>
                    <a:pt x="13118" y="3155"/>
                  </a:cubicBezTo>
                  <a:cubicBezTo>
                    <a:pt x="13125" y="3178"/>
                    <a:pt x="13146" y="3194"/>
                    <a:pt x="13168" y="3194"/>
                  </a:cubicBezTo>
                  <a:cubicBezTo>
                    <a:pt x="13173" y="3194"/>
                    <a:pt x="13178" y="3194"/>
                    <a:pt x="13183" y="3192"/>
                  </a:cubicBezTo>
                  <a:cubicBezTo>
                    <a:pt x="13498" y="3109"/>
                    <a:pt x="13814" y="3062"/>
                    <a:pt x="14138" y="3062"/>
                  </a:cubicBezTo>
                  <a:cubicBezTo>
                    <a:pt x="16049" y="3062"/>
                    <a:pt x="17701" y="4658"/>
                    <a:pt x="17728" y="6541"/>
                  </a:cubicBezTo>
                  <a:cubicBezTo>
                    <a:pt x="17728" y="6560"/>
                    <a:pt x="17728" y="6569"/>
                    <a:pt x="17728" y="6587"/>
                  </a:cubicBezTo>
                  <a:cubicBezTo>
                    <a:pt x="17728" y="6606"/>
                    <a:pt x="17728" y="6634"/>
                    <a:pt x="17728" y="6652"/>
                  </a:cubicBezTo>
                  <a:cubicBezTo>
                    <a:pt x="17803" y="7608"/>
                    <a:pt x="17450" y="8600"/>
                    <a:pt x="16782" y="9324"/>
                  </a:cubicBezTo>
                  <a:cubicBezTo>
                    <a:pt x="16179" y="9973"/>
                    <a:pt x="15372" y="10335"/>
                    <a:pt x="14509" y="10335"/>
                  </a:cubicBezTo>
                  <a:lnTo>
                    <a:pt x="2802" y="10335"/>
                  </a:lnTo>
                  <a:cubicBezTo>
                    <a:pt x="1318" y="10335"/>
                    <a:pt x="121" y="9129"/>
                    <a:pt x="121" y="7654"/>
                  </a:cubicBezTo>
                  <a:lnTo>
                    <a:pt x="121" y="7617"/>
                  </a:lnTo>
                  <a:cubicBezTo>
                    <a:pt x="121" y="6142"/>
                    <a:pt x="1318" y="4936"/>
                    <a:pt x="2802" y="4936"/>
                  </a:cubicBezTo>
                  <a:lnTo>
                    <a:pt x="3628" y="4936"/>
                  </a:lnTo>
                  <a:cubicBezTo>
                    <a:pt x="3656" y="4936"/>
                    <a:pt x="3683" y="4918"/>
                    <a:pt x="3683" y="4880"/>
                  </a:cubicBezTo>
                  <a:cubicBezTo>
                    <a:pt x="3758" y="2209"/>
                    <a:pt x="5910" y="122"/>
                    <a:pt x="8582" y="122"/>
                  </a:cubicBezTo>
                  <a:close/>
                  <a:moveTo>
                    <a:pt x="8582" y="1"/>
                  </a:moveTo>
                  <a:cubicBezTo>
                    <a:pt x="5863" y="1"/>
                    <a:pt x="3674" y="2116"/>
                    <a:pt x="3572" y="4815"/>
                  </a:cubicBezTo>
                  <a:lnTo>
                    <a:pt x="2802" y="4815"/>
                  </a:lnTo>
                  <a:cubicBezTo>
                    <a:pt x="1262" y="4815"/>
                    <a:pt x="1" y="6077"/>
                    <a:pt x="1" y="7617"/>
                  </a:cubicBezTo>
                  <a:lnTo>
                    <a:pt x="1" y="7654"/>
                  </a:lnTo>
                  <a:cubicBezTo>
                    <a:pt x="1" y="9194"/>
                    <a:pt x="1262" y="10446"/>
                    <a:pt x="2802" y="10446"/>
                  </a:cubicBezTo>
                  <a:lnTo>
                    <a:pt x="14509" y="10446"/>
                  </a:lnTo>
                  <a:cubicBezTo>
                    <a:pt x="15400" y="10446"/>
                    <a:pt x="16244" y="10075"/>
                    <a:pt x="16866" y="9407"/>
                  </a:cubicBezTo>
                  <a:cubicBezTo>
                    <a:pt x="17552" y="8656"/>
                    <a:pt x="17923" y="7626"/>
                    <a:pt x="17849" y="6643"/>
                  </a:cubicBezTo>
                  <a:cubicBezTo>
                    <a:pt x="17849" y="6624"/>
                    <a:pt x="17849" y="6606"/>
                    <a:pt x="17849" y="6587"/>
                  </a:cubicBezTo>
                  <a:lnTo>
                    <a:pt x="17849" y="6541"/>
                  </a:lnTo>
                  <a:cubicBezTo>
                    <a:pt x="17812" y="4593"/>
                    <a:pt x="16114" y="2942"/>
                    <a:pt x="14138" y="2942"/>
                  </a:cubicBezTo>
                  <a:cubicBezTo>
                    <a:pt x="13823" y="2942"/>
                    <a:pt x="13507" y="2979"/>
                    <a:pt x="13201" y="3062"/>
                  </a:cubicBezTo>
                  <a:cubicBezTo>
                    <a:pt x="12413" y="1198"/>
                    <a:pt x="10604" y="1"/>
                    <a:pt x="8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83"/>
            <p:cNvSpPr/>
            <p:nvPr/>
          </p:nvSpPr>
          <p:spPr>
            <a:xfrm>
              <a:off x="1065600" y="2496750"/>
              <a:ext cx="3025" cy="86050"/>
            </a:xfrm>
            <a:custGeom>
              <a:rect b="b" l="l" r="r" t="t"/>
              <a:pathLst>
                <a:path extrusionOk="0" h="3442" w="121">
                  <a:moveTo>
                    <a:pt x="56" y="0"/>
                  </a:moveTo>
                  <a:cubicBezTo>
                    <a:pt x="28" y="0"/>
                    <a:pt x="0" y="28"/>
                    <a:pt x="0" y="56"/>
                  </a:cubicBezTo>
                  <a:lnTo>
                    <a:pt x="0" y="3386"/>
                  </a:lnTo>
                  <a:cubicBezTo>
                    <a:pt x="0" y="3423"/>
                    <a:pt x="28" y="3442"/>
                    <a:pt x="56" y="3442"/>
                  </a:cubicBezTo>
                  <a:cubicBezTo>
                    <a:pt x="93" y="3442"/>
                    <a:pt x="121" y="3423"/>
                    <a:pt x="121" y="3386"/>
                  </a:cubicBezTo>
                  <a:lnTo>
                    <a:pt x="121" y="56"/>
                  </a:lnTo>
                  <a:cubicBezTo>
                    <a:pt x="121" y="28"/>
                    <a:pt x="93"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83"/>
            <p:cNvSpPr/>
            <p:nvPr/>
          </p:nvSpPr>
          <p:spPr>
            <a:xfrm>
              <a:off x="1030100" y="2503225"/>
              <a:ext cx="37850" cy="33200"/>
            </a:xfrm>
            <a:custGeom>
              <a:rect b="b" l="l" r="r" t="t"/>
              <a:pathLst>
                <a:path extrusionOk="0" h="1328" w="1514">
                  <a:moveTo>
                    <a:pt x="57" y="1"/>
                  </a:moveTo>
                  <a:cubicBezTo>
                    <a:pt x="19" y="1"/>
                    <a:pt x="1" y="19"/>
                    <a:pt x="1" y="57"/>
                  </a:cubicBezTo>
                  <a:lnTo>
                    <a:pt x="1" y="1272"/>
                  </a:lnTo>
                  <a:cubicBezTo>
                    <a:pt x="1" y="1309"/>
                    <a:pt x="19" y="1327"/>
                    <a:pt x="57" y="1327"/>
                  </a:cubicBezTo>
                  <a:lnTo>
                    <a:pt x="1457" y="1327"/>
                  </a:lnTo>
                  <a:cubicBezTo>
                    <a:pt x="1494" y="1327"/>
                    <a:pt x="1513" y="1309"/>
                    <a:pt x="1513" y="1272"/>
                  </a:cubicBezTo>
                  <a:cubicBezTo>
                    <a:pt x="1513" y="1244"/>
                    <a:pt x="1494" y="1216"/>
                    <a:pt x="1457" y="1216"/>
                  </a:cubicBezTo>
                  <a:lnTo>
                    <a:pt x="112" y="1216"/>
                  </a:lnTo>
                  <a:lnTo>
                    <a:pt x="112" y="57"/>
                  </a:lnTo>
                  <a:cubicBezTo>
                    <a:pt x="112" y="19"/>
                    <a:pt x="84"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83"/>
            <p:cNvSpPr/>
            <p:nvPr/>
          </p:nvSpPr>
          <p:spPr>
            <a:xfrm>
              <a:off x="1025700" y="2493950"/>
              <a:ext cx="11850" cy="11850"/>
            </a:xfrm>
            <a:custGeom>
              <a:rect b="b" l="l" r="r" t="t"/>
              <a:pathLst>
                <a:path extrusionOk="0" h="474" w="474">
                  <a:moveTo>
                    <a:pt x="233" y="112"/>
                  </a:moveTo>
                  <a:cubicBezTo>
                    <a:pt x="298" y="112"/>
                    <a:pt x="353" y="168"/>
                    <a:pt x="353" y="233"/>
                  </a:cubicBezTo>
                  <a:cubicBezTo>
                    <a:pt x="353" y="298"/>
                    <a:pt x="298" y="353"/>
                    <a:pt x="233" y="353"/>
                  </a:cubicBezTo>
                  <a:cubicBezTo>
                    <a:pt x="168" y="353"/>
                    <a:pt x="121" y="298"/>
                    <a:pt x="121" y="233"/>
                  </a:cubicBezTo>
                  <a:cubicBezTo>
                    <a:pt x="121" y="168"/>
                    <a:pt x="168" y="112"/>
                    <a:pt x="233" y="112"/>
                  </a:cubicBezTo>
                  <a:close/>
                  <a:moveTo>
                    <a:pt x="233" y="1"/>
                  </a:moveTo>
                  <a:cubicBezTo>
                    <a:pt x="103" y="1"/>
                    <a:pt x="1" y="103"/>
                    <a:pt x="1" y="233"/>
                  </a:cubicBezTo>
                  <a:cubicBezTo>
                    <a:pt x="1" y="363"/>
                    <a:pt x="103" y="474"/>
                    <a:pt x="233" y="474"/>
                  </a:cubicBezTo>
                  <a:cubicBezTo>
                    <a:pt x="362" y="474"/>
                    <a:pt x="474" y="363"/>
                    <a:pt x="474" y="233"/>
                  </a:cubicBezTo>
                  <a:cubicBezTo>
                    <a:pt x="474" y="103"/>
                    <a:pt x="362"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83"/>
            <p:cNvSpPr/>
            <p:nvPr/>
          </p:nvSpPr>
          <p:spPr>
            <a:xfrm>
              <a:off x="1105250" y="2456625"/>
              <a:ext cx="2800" cy="126650"/>
            </a:xfrm>
            <a:custGeom>
              <a:rect b="b" l="l" r="r" t="t"/>
              <a:pathLst>
                <a:path extrusionOk="0" h="5066" w="112">
                  <a:moveTo>
                    <a:pt x="56" y="0"/>
                  </a:moveTo>
                  <a:cubicBezTo>
                    <a:pt x="19" y="0"/>
                    <a:pt x="1" y="28"/>
                    <a:pt x="1" y="56"/>
                  </a:cubicBezTo>
                  <a:lnTo>
                    <a:pt x="1" y="5000"/>
                  </a:lnTo>
                  <a:cubicBezTo>
                    <a:pt x="1" y="5038"/>
                    <a:pt x="19" y="5065"/>
                    <a:pt x="56" y="5065"/>
                  </a:cubicBezTo>
                  <a:cubicBezTo>
                    <a:pt x="84" y="5065"/>
                    <a:pt x="112" y="5038"/>
                    <a:pt x="112" y="5000"/>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83"/>
            <p:cNvSpPr/>
            <p:nvPr/>
          </p:nvSpPr>
          <p:spPr>
            <a:xfrm>
              <a:off x="1058175" y="2480975"/>
              <a:ext cx="17875" cy="17875"/>
            </a:xfrm>
            <a:custGeom>
              <a:rect b="b" l="l" r="r" t="t"/>
              <a:pathLst>
                <a:path extrusionOk="0" h="715" w="715">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15" y="557"/>
                    <a:pt x="715" y="353"/>
                  </a:cubicBezTo>
                  <a:cubicBezTo>
                    <a:pt x="71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83"/>
            <p:cNvSpPr/>
            <p:nvPr/>
          </p:nvSpPr>
          <p:spPr>
            <a:xfrm>
              <a:off x="1146075" y="2496750"/>
              <a:ext cx="2800" cy="86050"/>
            </a:xfrm>
            <a:custGeom>
              <a:rect b="b" l="l" r="r" t="t"/>
              <a:pathLst>
                <a:path extrusionOk="0" h="3442" w="112">
                  <a:moveTo>
                    <a:pt x="56" y="0"/>
                  </a:moveTo>
                  <a:cubicBezTo>
                    <a:pt x="19" y="0"/>
                    <a:pt x="0" y="28"/>
                    <a:pt x="0" y="56"/>
                  </a:cubicBezTo>
                  <a:lnTo>
                    <a:pt x="0" y="3386"/>
                  </a:lnTo>
                  <a:cubicBezTo>
                    <a:pt x="0" y="3423"/>
                    <a:pt x="19" y="3442"/>
                    <a:pt x="56" y="3442"/>
                  </a:cubicBezTo>
                  <a:cubicBezTo>
                    <a:pt x="84" y="3442"/>
                    <a:pt x="112" y="3423"/>
                    <a:pt x="112" y="3386"/>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83"/>
            <p:cNvSpPr/>
            <p:nvPr/>
          </p:nvSpPr>
          <p:spPr>
            <a:xfrm>
              <a:off x="1146525" y="2503225"/>
              <a:ext cx="37825" cy="33200"/>
            </a:xfrm>
            <a:custGeom>
              <a:rect b="b" l="l" r="r" t="t"/>
              <a:pathLst>
                <a:path extrusionOk="0" h="1328" w="1513">
                  <a:moveTo>
                    <a:pt x="1457" y="1"/>
                  </a:moveTo>
                  <a:cubicBezTo>
                    <a:pt x="1429" y="1"/>
                    <a:pt x="1402" y="19"/>
                    <a:pt x="1402" y="57"/>
                  </a:cubicBezTo>
                  <a:lnTo>
                    <a:pt x="1402" y="1216"/>
                  </a:lnTo>
                  <a:lnTo>
                    <a:pt x="56" y="1216"/>
                  </a:lnTo>
                  <a:cubicBezTo>
                    <a:pt x="19" y="1216"/>
                    <a:pt x="1" y="1244"/>
                    <a:pt x="1" y="1272"/>
                  </a:cubicBezTo>
                  <a:cubicBezTo>
                    <a:pt x="1" y="1309"/>
                    <a:pt x="19" y="1327"/>
                    <a:pt x="56" y="1327"/>
                  </a:cubicBezTo>
                  <a:lnTo>
                    <a:pt x="1457" y="1327"/>
                  </a:lnTo>
                  <a:cubicBezTo>
                    <a:pt x="1494" y="1327"/>
                    <a:pt x="1513" y="1309"/>
                    <a:pt x="1513" y="1272"/>
                  </a:cubicBezTo>
                  <a:lnTo>
                    <a:pt x="1513" y="57"/>
                  </a:lnTo>
                  <a:cubicBezTo>
                    <a:pt x="1513" y="19"/>
                    <a:pt x="1494" y="1"/>
                    <a:pt x="1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83"/>
            <p:cNvSpPr/>
            <p:nvPr/>
          </p:nvSpPr>
          <p:spPr>
            <a:xfrm>
              <a:off x="1176925" y="2493950"/>
              <a:ext cx="11850" cy="11850"/>
            </a:xfrm>
            <a:custGeom>
              <a:rect b="b" l="l" r="r" t="t"/>
              <a:pathLst>
                <a:path extrusionOk="0" h="474" w="474">
                  <a:moveTo>
                    <a:pt x="241" y="112"/>
                  </a:moveTo>
                  <a:cubicBezTo>
                    <a:pt x="306" y="112"/>
                    <a:pt x="362" y="168"/>
                    <a:pt x="362" y="233"/>
                  </a:cubicBezTo>
                  <a:cubicBezTo>
                    <a:pt x="362" y="298"/>
                    <a:pt x="306" y="353"/>
                    <a:pt x="241" y="353"/>
                  </a:cubicBezTo>
                  <a:cubicBezTo>
                    <a:pt x="176" y="353"/>
                    <a:pt x="121" y="298"/>
                    <a:pt x="121" y="233"/>
                  </a:cubicBezTo>
                  <a:cubicBezTo>
                    <a:pt x="121" y="168"/>
                    <a:pt x="176" y="112"/>
                    <a:pt x="241" y="112"/>
                  </a:cubicBezTo>
                  <a:close/>
                  <a:moveTo>
                    <a:pt x="241" y="1"/>
                  </a:moveTo>
                  <a:cubicBezTo>
                    <a:pt x="111" y="1"/>
                    <a:pt x="0" y="103"/>
                    <a:pt x="0" y="233"/>
                  </a:cubicBezTo>
                  <a:cubicBezTo>
                    <a:pt x="0" y="363"/>
                    <a:pt x="111" y="474"/>
                    <a:pt x="241" y="474"/>
                  </a:cubicBezTo>
                  <a:cubicBezTo>
                    <a:pt x="371" y="474"/>
                    <a:pt x="473" y="363"/>
                    <a:pt x="473" y="233"/>
                  </a:cubicBezTo>
                  <a:cubicBezTo>
                    <a:pt x="473" y="103"/>
                    <a:pt x="371" y="1"/>
                    <a:pt x="2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83"/>
            <p:cNvSpPr/>
            <p:nvPr/>
          </p:nvSpPr>
          <p:spPr>
            <a:xfrm>
              <a:off x="1138650" y="2480975"/>
              <a:ext cx="17650" cy="17875"/>
            </a:xfrm>
            <a:custGeom>
              <a:rect b="b" l="l" r="r" t="t"/>
              <a:pathLst>
                <a:path extrusionOk="0" h="715" w="706">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05" y="557"/>
                    <a:pt x="705" y="353"/>
                  </a:cubicBezTo>
                  <a:cubicBezTo>
                    <a:pt x="70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83"/>
            <p:cNvSpPr/>
            <p:nvPr/>
          </p:nvSpPr>
          <p:spPr>
            <a:xfrm>
              <a:off x="1096450" y="2437825"/>
              <a:ext cx="20650" cy="20675"/>
            </a:xfrm>
            <a:custGeom>
              <a:rect b="b" l="l" r="r" t="t"/>
              <a:pathLst>
                <a:path extrusionOk="0" h="827" w="826">
                  <a:moveTo>
                    <a:pt x="408" y="122"/>
                  </a:moveTo>
                  <a:cubicBezTo>
                    <a:pt x="575" y="122"/>
                    <a:pt x="705" y="251"/>
                    <a:pt x="705" y="418"/>
                  </a:cubicBezTo>
                  <a:cubicBezTo>
                    <a:pt x="705" y="576"/>
                    <a:pt x="575" y="715"/>
                    <a:pt x="408" y="715"/>
                  </a:cubicBezTo>
                  <a:cubicBezTo>
                    <a:pt x="251" y="715"/>
                    <a:pt x="111" y="576"/>
                    <a:pt x="111" y="418"/>
                  </a:cubicBezTo>
                  <a:cubicBezTo>
                    <a:pt x="111" y="251"/>
                    <a:pt x="251" y="122"/>
                    <a:pt x="408" y="122"/>
                  </a:cubicBezTo>
                  <a:close/>
                  <a:moveTo>
                    <a:pt x="408" y="1"/>
                  </a:moveTo>
                  <a:cubicBezTo>
                    <a:pt x="186" y="1"/>
                    <a:pt x="0" y="186"/>
                    <a:pt x="0" y="418"/>
                  </a:cubicBezTo>
                  <a:cubicBezTo>
                    <a:pt x="0" y="641"/>
                    <a:pt x="186" y="827"/>
                    <a:pt x="408" y="827"/>
                  </a:cubicBezTo>
                  <a:cubicBezTo>
                    <a:pt x="640" y="827"/>
                    <a:pt x="826" y="641"/>
                    <a:pt x="826" y="418"/>
                  </a:cubicBezTo>
                  <a:cubicBezTo>
                    <a:pt x="826" y="186"/>
                    <a:pt x="640" y="1"/>
                    <a:pt x="4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0" name="Google Shape;2590;p83"/>
          <p:cNvSpPr txBox="1"/>
          <p:nvPr>
            <p:ph idx="6" type="subTitle"/>
          </p:nvPr>
        </p:nvSpPr>
        <p:spPr>
          <a:xfrm>
            <a:off x="419275" y="5143500"/>
            <a:ext cx="5932500" cy="2316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b="0" lang="en" sz="1200"/>
              <a:t>This presentation utilized slidesgo</a:t>
            </a:r>
            <a:endParaRPr b="0"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